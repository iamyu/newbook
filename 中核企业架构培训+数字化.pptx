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6"/>
  </p:handoutMasterIdLst>
  <p:sldIdLst>
    <p:sldId id="2070" r:id="rId3"/>
    <p:sldId id="2069" r:id="rId5"/>
    <p:sldId id="1114" r:id="rId6"/>
    <p:sldId id="1065" r:id="rId7"/>
    <p:sldId id="2108" r:id="rId8"/>
    <p:sldId id="389" r:id="rId9"/>
    <p:sldId id="509" r:id="rId10"/>
    <p:sldId id="518" r:id="rId11"/>
    <p:sldId id="1045" r:id="rId12"/>
    <p:sldId id="438" r:id="rId13"/>
    <p:sldId id="392" r:id="rId14"/>
    <p:sldId id="2100" r:id="rId15"/>
  </p:sldIdLst>
  <p:sldSz cx="9902825" cy="6858000"/>
  <p:notesSz cx="6645275" cy="977709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319" userDrawn="1">
          <p15:clr>
            <a:srgbClr val="A4A3A4"/>
          </p15:clr>
        </p15:guide>
        <p15:guide id="2" pos="47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B086"/>
    <a:srgbClr val="FEE5D7"/>
    <a:srgbClr val="808080"/>
    <a:srgbClr val="91B0FF"/>
    <a:srgbClr val="000000"/>
    <a:srgbClr val="060000"/>
    <a:srgbClr val="969696"/>
    <a:srgbClr val="C0C0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47" autoAdjust="0"/>
    <p:restoredTop sz="91983" autoAdjust="0"/>
  </p:normalViewPr>
  <p:slideViewPr>
    <p:cSldViewPr snapToObjects="1" showGuides="1">
      <p:cViewPr varScale="1">
        <p:scale>
          <a:sx n="52" d="100"/>
          <a:sy n="52" d="100"/>
        </p:scale>
        <p:origin x="1504" y="264"/>
      </p:cViewPr>
      <p:guideLst>
        <p:guide orient="horz" pos="4319"/>
        <p:guide pos="47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879725" cy="488950"/>
          </a:xfrm>
          <a:prstGeom prst="rect">
            <a:avLst/>
          </a:prstGeom>
          <a:noFill/>
          <a:ln>
            <a:noFill/>
          </a:ln>
          <a:effectLst/>
        </p:spPr>
        <p:txBody>
          <a:bodyPr vert="horz" wrap="square" lIns="92400" tIns="46200" rIns="92400" bIns="46200" numCol="1" anchor="t"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099" name="Rectangle 3"/>
          <p:cNvSpPr>
            <a:spLocks noGrp="1" noChangeArrowheads="1"/>
          </p:cNvSpPr>
          <p:nvPr>
            <p:ph type="dt" sz="quarter" idx="1"/>
          </p:nvPr>
        </p:nvSpPr>
        <p:spPr bwMode="auto">
          <a:xfrm>
            <a:off x="3765550" y="0"/>
            <a:ext cx="2879725" cy="488950"/>
          </a:xfrm>
          <a:prstGeom prst="rect">
            <a:avLst/>
          </a:prstGeom>
          <a:noFill/>
          <a:ln>
            <a:noFill/>
          </a:ln>
          <a:effectLst/>
        </p:spPr>
        <p:txBody>
          <a:bodyPr vert="horz" wrap="square" lIns="92400" tIns="46200" rIns="92400" bIns="46200" numCol="1" anchor="t" anchorCtr="0" compatLnSpc="1"/>
          <a:lstStyle>
            <a:lvl1pPr algn="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0" name="Rectangle 4"/>
          <p:cNvSpPr>
            <a:spLocks noGrp="1" noChangeArrowheads="1"/>
          </p:cNvSpPr>
          <p:nvPr>
            <p:ph type="ftr" sz="quarter" idx="2"/>
          </p:nvPr>
        </p:nvSpPr>
        <p:spPr bwMode="auto">
          <a:xfrm>
            <a:off x="0" y="9288463"/>
            <a:ext cx="2879725" cy="488950"/>
          </a:xfrm>
          <a:prstGeom prst="rect">
            <a:avLst/>
          </a:prstGeom>
          <a:noFill/>
          <a:ln>
            <a:noFill/>
          </a:ln>
          <a:effectLst/>
        </p:spPr>
        <p:txBody>
          <a:bodyPr vert="horz" wrap="square" lIns="92400" tIns="46200" rIns="92400" bIns="46200" numCol="1" anchor="b"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1" name="Rectangle 5"/>
          <p:cNvSpPr>
            <a:spLocks noGrp="1" noChangeArrowheads="1"/>
          </p:cNvSpPr>
          <p:nvPr>
            <p:ph type="sldNum" sz="quarter" idx="3"/>
          </p:nvPr>
        </p:nvSpPr>
        <p:spPr bwMode="auto">
          <a:xfrm>
            <a:off x="3765550" y="9288463"/>
            <a:ext cx="2879725" cy="488950"/>
          </a:xfrm>
          <a:prstGeom prst="rect">
            <a:avLst/>
          </a:prstGeom>
          <a:noFill/>
          <a:ln>
            <a:noFill/>
          </a:ln>
          <a:effectLst/>
        </p:spPr>
        <p:txBody>
          <a:bodyPr vert="horz" wrap="square" lIns="92400" tIns="46200" rIns="92400" bIns="46200" numCol="1" anchor="b" anchorCtr="0" compatLnSpc="1"/>
          <a:lstStyle>
            <a:lvl1pPr algn="r" defTabSz="923925" eaLnBrk="1" hangingPunct="1">
              <a:buClrTx/>
              <a:buFontTx/>
              <a:buNone/>
              <a:defRPr sz="1200" smtClean="0">
                <a:latin typeface="Times New Roman" panose="02020603050405020304" pitchFamily="18" charset="0"/>
              </a:defRPr>
            </a:lvl1pPr>
          </a:lstStyle>
          <a:p>
            <a:pPr>
              <a:defRPr/>
            </a:pPr>
            <a:fld id="{3073027C-96D5-496C-972D-87C61FFD57E1}"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466" name="Rectangle 2"/>
          <p:cNvSpPr>
            <a:spLocks noGrp="1" noChangeArrowheads="1"/>
          </p:cNvSpPr>
          <p:nvPr>
            <p:ph type="hdr" sz="quarter"/>
          </p:nvPr>
        </p:nvSpPr>
        <p:spPr bwMode="auto">
          <a:xfrm>
            <a:off x="0" y="0"/>
            <a:ext cx="2890838" cy="484188"/>
          </a:xfrm>
          <a:prstGeom prst="rect">
            <a:avLst/>
          </a:prstGeom>
          <a:noFill/>
          <a:ln>
            <a:noFill/>
          </a:ln>
          <a:effectLst/>
        </p:spPr>
        <p:txBody>
          <a:bodyPr vert="horz" wrap="square" lIns="91440" tIns="45720" rIns="91440" bIns="45720" numCol="1" anchor="t" anchorCtr="0" compatLnSpc="1"/>
          <a:lstStyle>
            <a:lvl1pPr eaLnBrk="1" hangingPunct="1">
              <a:defRPr sz="1200">
                <a:latin typeface="Times New Roman" panose="02020603050405020304" pitchFamily="18" charset="0"/>
              </a:defRPr>
            </a:lvl1pPr>
          </a:lstStyle>
          <a:p>
            <a:endParaRPr lang="zh-CN" altLang="en-US"/>
          </a:p>
        </p:txBody>
      </p:sp>
      <p:sp>
        <p:nvSpPr>
          <p:cNvPr id="190467" name="Rectangle 3"/>
          <p:cNvSpPr>
            <a:spLocks noGrp="1" noChangeArrowheads="1"/>
          </p:cNvSpPr>
          <p:nvPr>
            <p:ph type="dt" idx="1"/>
          </p:nvPr>
        </p:nvSpPr>
        <p:spPr bwMode="auto">
          <a:xfrm>
            <a:off x="3759200" y="0"/>
            <a:ext cx="2892425" cy="484188"/>
          </a:xfrm>
          <a:prstGeom prst="rect">
            <a:avLst/>
          </a:prstGeom>
          <a:noFill/>
          <a:ln>
            <a:noFill/>
          </a:ln>
          <a:effectLst/>
        </p:spPr>
        <p:txBody>
          <a:bodyPr vert="horz" wrap="square" lIns="91440" tIns="45720" rIns="91440" bIns="45720" numCol="1" anchor="t" anchorCtr="0" compatLnSpc="1"/>
          <a:lstStyle>
            <a:lvl1pPr algn="r" eaLnBrk="1" hangingPunct="1">
              <a:defRPr sz="1200">
                <a:latin typeface="Times New Roman" panose="02020603050405020304" pitchFamily="18" charset="0"/>
              </a:defRPr>
            </a:lvl1pPr>
          </a:lstStyle>
          <a:p>
            <a:endParaRPr lang="en-US" altLang="zh-CN"/>
          </a:p>
        </p:txBody>
      </p:sp>
      <p:sp>
        <p:nvSpPr>
          <p:cNvPr id="3076" name="Rectangle 4"/>
          <p:cNvSpPr>
            <a:spLocks noGrp="1" noRot="1" noChangeAspect="1" noChangeArrowheads="1" noTextEdit="1"/>
          </p:cNvSpPr>
          <p:nvPr>
            <p:ph type="sldImg" idx="2"/>
          </p:nvPr>
        </p:nvSpPr>
        <p:spPr bwMode="auto">
          <a:xfrm>
            <a:off x="701675" y="727075"/>
            <a:ext cx="5248275" cy="36337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0469" name="Rectangle 5"/>
          <p:cNvSpPr>
            <a:spLocks noGrp="1" noChangeArrowheads="1"/>
          </p:cNvSpPr>
          <p:nvPr>
            <p:ph type="body" sz="quarter" idx="3"/>
          </p:nvPr>
        </p:nvSpPr>
        <p:spPr bwMode="auto">
          <a:xfrm>
            <a:off x="866775" y="4686300"/>
            <a:ext cx="4918075" cy="4360863"/>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190470" name="Rectangle 6"/>
          <p:cNvSpPr>
            <a:spLocks noGrp="1" noChangeArrowheads="1"/>
          </p:cNvSpPr>
          <p:nvPr>
            <p:ph type="ftr" sz="quarter" idx="4"/>
          </p:nvPr>
        </p:nvSpPr>
        <p:spPr bwMode="auto">
          <a:xfrm>
            <a:off x="0" y="9290050"/>
            <a:ext cx="2890838" cy="484188"/>
          </a:xfrm>
          <a:prstGeom prst="rect">
            <a:avLst/>
          </a:prstGeom>
          <a:noFill/>
          <a:ln>
            <a:noFill/>
          </a:ln>
          <a:effectLst/>
        </p:spPr>
        <p:txBody>
          <a:bodyPr vert="horz" wrap="square" lIns="91440" tIns="45720" rIns="91440" bIns="45720" numCol="1" anchor="b" anchorCtr="0" compatLnSpc="1"/>
          <a:lstStyle>
            <a:lvl1pPr eaLnBrk="1" hangingPunct="1">
              <a:defRPr sz="1200">
                <a:latin typeface="Times New Roman" panose="02020603050405020304" pitchFamily="18" charset="0"/>
              </a:defRPr>
            </a:lvl1pPr>
          </a:lstStyle>
          <a:p>
            <a:endParaRPr lang="en-US" altLang="zh-CN"/>
          </a:p>
        </p:txBody>
      </p:sp>
      <p:sp>
        <p:nvSpPr>
          <p:cNvPr id="190471" name="Rectangle 7"/>
          <p:cNvSpPr>
            <a:spLocks noGrp="1" noChangeArrowheads="1"/>
          </p:cNvSpPr>
          <p:nvPr>
            <p:ph type="sldNum" sz="quarter" idx="5"/>
          </p:nvPr>
        </p:nvSpPr>
        <p:spPr bwMode="auto">
          <a:xfrm>
            <a:off x="3759200" y="9290050"/>
            <a:ext cx="2892425" cy="484188"/>
          </a:xfrm>
          <a:prstGeom prst="rect">
            <a:avLst/>
          </a:prstGeom>
          <a:noFill/>
          <a:ln>
            <a:noFill/>
          </a:ln>
          <a:effec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fld id="{7DABE37C-1969-4E81-B1BE-51BD9AA59BA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EF0648-8669-4901-AFD2-F113ADE9FE58}" type="slidenum">
              <a:rPr lang="zh-CN" altLang="en-US"/>
            </a:fld>
            <a:endParaRPr lang="en-US" altLang="zh-CN"/>
          </a:p>
        </p:txBody>
      </p:sp>
      <p:sp>
        <p:nvSpPr>
          <p:cNvPr id="8195"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819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ChangeArrowheads="1" noTextEdit="1"/>
          </p:cNvSpPr>
          <p:nvPr>
            <p:ph type="sldImg"/>
          </p:nvPr>
        </p:nvSpPr>
        <p:spPr/>
        <p:txBody>
          <a:bodyPr/>
          <a:lstStyle/>
          <a:p>
            <a:endParaRPr lang="en-US"/>
          </a:p>
        </p:txBody>
      </p:sp>
      <p:sp>
        <p:nvSpPr>
          <p:cNvPr id="183299"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83300"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5E2473D-1F14-4009-BD05-62EC457B959E}" type="slidenum">
              <a:rPr lang="en-US" altLang="zh-CN"/>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fld id="{BA06E642-CF92-466E-B49D-18816050EFDE}"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xfrm>
            <a:off x="641350" y="742950"/>
            <a:ext cx="5360988" cy="3713163"/>
          </a:xfrm>
        </p:spPr>
        <p:txBody>
          <a:bodyPr/>
          <a:lstStyle/>
          <a:p>
            <a:endParaRPr lang="en-US"/>
          </a:p>
        </p:txBody>
      </p:sp>
      <p:sp>
        <p:nvSpPr>
          <p:cNvPr id="114692" name="Rectangle 3"/>
          <p:cNvSpPr>
            <a:spLocks noGrp="1" noChangeArrowheads="1"/>
          </p:cNvSpPr>
          <p:nvPr>
            <p:ph type="body" idx="1"/>
          </p:nvPr>
        </p:nvSpPr>
        <p:spPr>
          <a:xfrm>
            <a:off x="663100" y="4703752"/>
            <a:ext cx="5314314" cy="4457709"/>
          </a:xfrm>
          <a:noFill/>
        </p:spPr>
        <p:txBody>
          <a:bodyPr/>
          <a:lstStyle/>
          <a:p>
            <a:r>
              <a:rPr lang="zh-CN" altLang="en-US" b="1"/>
              <a:t>“</a:t>
            </a:r>
            <a:r>
              <a:rPr lang="en-US" altLang="zh-CN" b="1"/>
              <a:t>Academic studies and the popular press have identified myriad trends impacting today’s business environment. From globalization to increased price competitiveness to more demanding financial markets to the proliferation of technology, the list of issues facing business executives is well known. But what should executives be doing to deal with these phenomena? In a recent global study, IBM asked more than 450 CEOs to identify the most critical imperatives of success in today’s economy. Their top responses – to achieve differentiation, responsiveness and efficiency – are a clear endorsement of business fundamentals: strong, differentiated value propositions are critical for growth and profitability; organizations must be able to sense and respond rapidly to customer and marketplace changes; cost structures and business processes must be adapted in a flexible manner to maintain productivity and reduce risk.” (Specialized Enterprise, Executive Brief p.1)</a:t>
            </a:r>
            <a:endParaRPr lang="en-US" altLang="zh-CN"/>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p:txBody>
          <a:bodyPr/>
          <a:lstStyle/>
          <a:p>
            <a:endParaRPr lang="en-US"/>
          </a:p>
        </p:txBody>
      </p:sp>
      <p:sp>
        <p:nvSpPr>
          <p:cNvPr id="1280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CSS:</a:t>
            </a:r>
            <a:r>
              <a:rPr lang="zh-CN" altLang="en-US"/>
              <a:t>客户服务管理系统</a:t>
            </a:r>
            <a:endParaRPr lang="en-US" altLang="zh-CN"/>
          </a:p>
          <a:p>
            <a:r>
              <a:rPr lang="en-US" altLang="zh-CN"/>
              <a:t>ECM:</a:t>
            </a:r>
            <a:r>
              <a:rPr lang="zh-CN" altLang="en-US"/>
              <a:t>电子商务</a:t>
            </a:r>
            <a:endParaRPr lang="en-US" altLang="zh-CN"/>
          </a:p>
          <a:p>
            <a:r>
              <a:rPr lang="en-US" altLang="zh-CN"/>
              <a:t>CAP:</a:t>
            </a:r>
            <a:r>
              <a:rPr lang="zh-CN" altLang="en-US"/>
              <a:t>协同办公</a:t>
            </a:r>
            <a:endParaRPr lang="en-US" altLang="zh-CN"/>
          </a:p>
          <a:p>
            <a:r>
              <a:rPr lang="en-US" altLang="zh-CN"/>
              <a:t>DSS:</a:t>
            </a:r>
            <a:r>
              <a:rPr lang="zh-CN" altLang="en-US"/>
              <a:t>决策支持</a:t>
            </a:r>
            <a:endParaRPr lang="en-US" altLang="zh-CN"/>
          </a:p>
          <a:p>
            <a:r>
              <a:rPr lang="en-US" altLang="zh-CN"/>
              <a:t>CRM</a:t>
            </a:r>
            <a:r>
              <a:rPr lang="zh-CN" altLang="en-US"/>
              <a:t>：客户关系管理</a:t>
            </a:r>
            <a:endParaRPr lang="en-US" altLang="zh-CN"/>
          </a:p>
          <a:p>
            <a:r>
              <a:rPr lang="en-US" altLang="zh-CN"/>
              <a:t>RDM:</a:t>
            </a:r>
            <a:r>
              <a:rPr lang="zh-CN" altLang="en-US"/>
              <a:t>开发管理</a:t>
            </a:r>
            <a:endParaRPr lang="en-US" altLang="zh-CN"/>
          </a:p>
          <a:p>
            <a:r>
              <a:rPr lang="en-US" altLang="zh-CN"/>
              <a:t>SCM:</a:t>
            </a:r>
            <a:r>
              <a:rPr lang="zh-CN" altLang="en-US"/>
              <a:t>供应链</a:t>
            </a:r>
            <a:endParaRPr lang="en-US" altLang="zh-CN"/>
          </a:p>
          <a:p>
            <a:r>
              <a:rPr lang="en-US" altLang="zh-CN"/>
              <a:t>FIM:</a:t>
            </a:r>
            <a:r>
              <a:rPr lang="zh-CN" altLang="en-US"/>
              <a:t>财务管理</a:t>
            </a:r>
            <a:endParaRPr lang="en-US" altLang="zh-CN"/>
          </a:p>
          <a:p>
            <a:r>
              <a:rPr lang="en-US" altLang="zh-CN"/>
              <a:t>E-HR:</a:t>
            </a:r>
            <a:r>
              <a:rPr lang="zh-CN" altLang="en-US"/>
              <a:t>人力资源</a:t>
            </a:r>
            <a:endParaRPr lang="en-US" altLang="zh-CN"/>
          </a:p>
          <a:p>
            <a:r>
              <a:rPr lang="en-US" altLang="zh-CN"/>
              <a:t>KMS:</a:t>
            </a:r>
            <a:r>
              <a:rPr lang="zh-CN" altLang="en-US"/>
              <a:t>知识管理</a:t>
            </a:r>
            <a:endParaRPr lang="en-US" altLang="zh-CN"/>
          </a:p>
          <a:p>
            <a:r>
              <a:rPr lang="en-US" altLang="zh-CN"/>
              <a:t>E-LEARNING:</a:t>
            </a:r>
            <a:r>
              <a:rPr lang="zh-CN" altLang="en-US"/>
              <a:t>网络学习</a:t>
            </a:r>
            <a:endParaRPr lang="en-US" altLang="zh-CN"/>
          </a:p>
          <a:p>
            <a:endParaRPr lang="en-US" altLang="zh-CN"/>
          </a:p>
          <a:p>
            <a:endParaRPr lang="zh-CN" altLang="en-US"/>
          </a:p>
        </p:txBody>
      </p:sp>
      <p:sp>
        <p:nvSpPr>
          <p:cNvPr id="1280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fld id="{FC24EBCD-C82C-4360-B9E0-0A0C1F8B9337}"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ChangeArrowheads="1" noTextEdit="1"/>
          </p:cNvSpPr>
          <p:nvPr>
            <p:ph type="sldImg"/>
          </p:nvPr>
        </p:nvSpPr>
        <p:spPr/>
        <p:txBody>
          <a:bodyPr/>
          <a:lstStyle/>
          <a:p>
            <a:endParaRPr lang="en-US"/>
          </a:p>
        </p:txBody>
      </p:sp>
      <p:sp>
        <p:nvSpPr>
          <p:cNvPr id="220163"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220164"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919521-11C9-4E03-9A16-181F9E291DFC}" type="slidenum">
              <a:rPr lang="en-US" altLang="zh-CN"/>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ChangeArrowheads="1" noTextEdit="1"/>
          </p:cNvSpPr>
          <p:nvPr>
            <p:ph type="sldImg"/>
          </p:nvPr>
        </p:nvSpPr>
        <p:spPr/>
        <p:txBody>
          <a:bodyPr/>
          <a:lstStyle/>
          <a:p>
            <a:endParaRPr lang="en-US"/>
          </a:p>
        </p:txBody>
      </p:sp>
      <p:sp>
        <p:nvSpPr>
          <p:cNvPr id="166915"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
        <p:nvSpPr>
          <p:cNvPr id="166916" name="Footer Placeholder 3"/>
          <p:cNvSpPr>
            <a:spLocks noGrp="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IBM Confidential</a:t>
            </a:r>
            <a:endParaRPr lang="en-US" altLang="zh-CN"/>
          </a:p>
        </p:txBody>
      </p:sp>
      <p:sp>
        <p:nvSpPr>
          <p:cNvPr id="166917" name="Slide Number Placeholder 4"/>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AEE90DB-AE41-4BFE-8312-554EE96B229D}" type="slidenum">
              <a:rPr lang="zh-CN" altLang="en-US"/>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EF0648-8669-4901-AFD2-F113ADE9FE58}" type="slidenum">
              <a:rPr lang="zh-CN" altLang="en-US"/>
            </a:fld>
            <a:endParaRPr lang="en-US" altLang="zh-CN"/>
          </a:p>
        </p:txBody>
      </p:sp>
      <p:sp>
        <p:nvSpPr>
          <p:cNvPr id="8195"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819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742950" y="21336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 name="Line 9"/>
          <p:cNvSpPr>
            <a:spLocks noChangeShapeType="1"/>
          </p:cNvSpPr>
          <p:nvPr userDrawn="1"/>
        </p:nvSpPr>
        <p:spPr bwMode="auto">
          <a:xfrm>
            <a:off x="742950" y="38862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24" name="Rectangle 4"/>
          <p:cNvSpPr>
            <a:spLocks noGrp="1" noChangeArrowheads="1"/>
          </p:cNvSpPr>
          <p:nvPr>
            <p:ph type="ctrTitle"/>
          </p:nvPr>
        </p:nvSpPr>
        <p:spPr>
          <a:xfrm>
            <a:off x="742950" y="2438400"/>
            <a:ext cx="8416925" cy="1143000"/>
          </a:xfrm>
        </p:spPr>
        <p:txBody>
          <a:bodyPr anchor="ctr"/>
          <a:lstStyle>
            <a:lvl1pPr algn="ctr">
              <a:defRPr sz="2800"/>
            </a:lvl1pPr>
          </a:lstStyle>
          <a:p>
            <a:pPr lvl="0"/>
            <a:r>
              <a:rPr lang="en-US" altLang="en-US" noProof="0" dirty="0"/>
              <a:t>Click to edit Master title style</a:t>
            </a:r>
            <a:endParaRPr lang="en-US" altLang="en-US" noProof="0" dirty="0"/>
          </a:p>
        </p:txBody>
      </p:sp>
      <p:sp>
        <p:nvSpPr>
          <p:cNvPr id="5125" name="Rectangle 5"/>
          <p:cNvSpPr>
            <a:spLocks noGrp="1" noChangeArrowheads="1"/>
          </p:cNvSpPr>
          <p:nvPr>
            <p:ph type="subTitle" idx="1" hasCustomPrompt="1"/>
          </p:nvPr>
        </p:nvSpPr>
        <p:spPr>
          <a:xfrm>
            <a:off x="742950" y="5143500"/>
            <a:ext cx="6931025" cy="838200"/>
          </a:xfrm>
        </p:spPr>
        <p:txBody>
          <a:bodyPr anchor="b"/>
          <a:lstStyle>
            <a:lvl1pPr>
              <a:spcBef>
                <a:spcPct val="10000"/>
              </a:spcBef>
              <a:spcAft>
                <a:spcPct val="0"/>
              </a:spcAft>
              <a:defRPr sz="1800"/>
            </a:lvl1pPr>
          </a:lstStyle>
          <a:p>
            <a:pPr lvl="0"/>
            <a:r>
              <a:rPr lang="en-US" altLang="en-US" noProof="0"/>
              <a:t>Click to edit Master subtitle</a:t>
            </a:r>
            <a:endParaRPr lang="en-US"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5024438" y="1476375"/>
            <a:ext cx="4624387"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325" y="80963"/>
            <a:ext cx="2349500" cy="601503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247650" y="80963"/>
            <a:ext cx="6899275" cy="601503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Table Placeholder 2"/>
          <p:cNvSpPr>
            <a:spLocks noGrp="1"/>
          </p:cNvSpPr>
          <p:nvPr>
            <p:ph type="tbl" idx="1"/>
          </p:nvPr>
        </p:nvSpPr>
        <p:spPr>
          <a:xfrm>
            <a:off x="247650" y="1476375"/>
            <a:ext cx="9401175" cy="4619625"/>
          </a:xfrm>
        </p:spPr>
        <p:txBody>
          <a:bodyPr/>
          <a:lstStyle/>
          <a:p>
            <a:pPr lvl="0"/>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quarter" idx="1"/>
          </p:nvPr>
        </p:nvSpPr>
        <p:spPr>
          <a:xfrm>
            <a:off x="247650" y="1476375"/>
            <a:ext cx="4624388"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247650" y="3862388"/>
            <a:ext cx="4624388"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391" y="981075"/>
            <a:ext cx="9371911" cy="1762126"/>
          </a:xfrm>
        </p:spPr>
        <p:txBody>
          <a:bodyPr/>
          <a:lstStyle>
            <a:lvl1pPr>
              <a:defRPr>
                <a:latin typeface="华文楷体" panose="02010600040101010101" pitchFamily="2" charset="-122"/>
                <a:ea typeface="华文楷体" panose="02010600040101010101" pitchFamily="2" charset="-122"/>
              </a:defRPr>
            </a:lvl1pPr>
            <a:lvl2pPr>
              <a:defRPr>
                <a:latin typeface="华文楷体" panose="02010600040101010101" pitchFamily="2" charset="-122"/>
                <a:ea typeface="华文楷体" panose="02010600040101010101" pitchFamily="2" charset="-122"/>
              </a:defRPr>
            </a:lvl2pPr>
            <a:lvl3pPr>
              <a:defRPr>
                <a:latin typeface="华文楷体" panose="02010600040101010101" pitchFamily="2" charset="-122"/>
                <a:ea typeface="华文楷体" panose="02010600040101010101" pitchFamily="2" charset="-122"/>
              </a:defRPr>
            </a:lvl3pPr>
            <a:lvl4pPr>
              <a:defRPr>
                <a:latin typeface="华文楷体" panose="02010600040101010101" pitchFamily="2" charset="-122"/>
                <a:ea typeface="华文楷体" panose="02010600040101010101" pitchFamily="2" charset="-122"/>
              </a:defRPr>
            </a:lvl4pPr>
            <a:lvl5pPr>
              <a:defRPr>
                <a:latin typeface="华文楷体" panose="02010600040101010101" pitchFamily="2" charset="-122"/>
                <a:ea typeface="华文楷体"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Rectangle 5"/>
          <p:cNvSpPr>
            <a:spLocks noGrp="1" noChangeArrowheads="1"/>
          </p:cNvSpPr>
          <p:nvPr>
            <p:ph type="title"/>
          </p:nvPr>
        </p:nvSpPr>
        <p:spPr bwMode="auto">
          <a:xfrm>
            <a:off x="303101" y="236499"/>
            <a:ext cx="8761799" cy="585787"/>
          </a:xfrm>
          <a:prstGeom prst="rect">
            <a:avLst/>
          </a:prstGeom>
          <a:noFill/>
          <a:ln w="9525">
            <a:noFill/>
            <a:miter lim="800000"/>
          </a:ln>
          <a:effectLst/>
        </p:spPr>
        <p:txBody>
          <a:bodyPr/>
          <a:lstStyle>
            <a:lvl1pPr>
              <a:defRPr>
                <a:latin typeface="华文楷体" panose="02010600040101010101" pitchFamily="2" charset="-122"/>
                <a:ea typeface="华文楷体" panose="02010600040101010101" pitchFamily="2" charset="-122"/>
              </a:defRPr>
            </a:lvl1pPr>
          </a:lstStyle>
          <a:p>
            <a:pPr lvl="0"/>
            <a:r>
              <a:rPr lang="zh-CN" altLang="en-US"/>
              <a:t>单击此处编辑母版标题样式</a:t>
            </a:r>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650" y="80963"/>
            <a:ext cx="7161213" cy="939800"/>
          </a:xfrm>
          <a:prstGeom prst="rect">
            <a:avLst/>
          </a:prstGeom>
          <a:noFill/>
          <a:ln w="9525">
            <a:noFill/>
          </a:ln>
        </p:spPr>
        <p:txBody>
          <a:bodyPr vert="horz" wrap="square" lIns="91440" tIns="45720" rIns="91440" bIns="45720" anchor="ctr" anchorCtr="0"/>
          <a:lstStyle/>
          <a:p>
            <a:pPr marL="0" lvl="0" indent="0" defTabSz="914400" latinLnBrk="0">
              <a:lnSpc>
                <a:spcPct val="90000"/>
              </a:lnSpc>
              <a:spcBef>
                <a:spcPts val="1000"/>
              </a:spcBef>
              <a:buClrTx/>
              <a:buSzTx/>
              <a:buFont typeface="Arial" panose="020B0604020202020204" pitchFamily="34" charset="0"/>
              <a:buNone/>
            </a:pPr>
            <a:r>
              <a:rPr lang="en-US" altLang="en-US" dirty="0"/>
              <a:t>Click to edit Master title style</a:t>
            </a:r>
            <a:endParaRPr lang="en-US" altLang="en-US" dirty="0"/>
          </a:p>
        </p:txBody>
      </p:sp>
      <p:sp>
        <p:nvSpPr>
          <p:cNvPr id="1027" name="Rectangle 3"/>
          <p:cNvSpPr>
            <a:spLocks noGrp="1" noChangeArrowheads="1"/>
          </p:cNvSpPr>
          <p:nvPr>
            <p:ph type="body" idx="1"/>
          </p:nvPr>
        </p:nvSpPr>
        <p:spPr bwMode="auto">
          <a:xfrm>
            <a:off x="247650" y="1476375"/>
            <a:ext cx="94011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p:txBody>
      </p:sp>
      <p:sp>
        <p:nvSpPr>
          <p:cNvPr id="1028" name="Rectangle 7"/>
          <p:cNvSpPr>
            <a:spLocks noChangeArrowheads="1"/>
          </p:cNvSpPr>
          <p:nvPr/>
        </p:nvSpPr>
        <p:spPr bwMode="auto">
          <a:xfrm>
            <a:off x="6877050" y="6496050"/>
            <a:ext cx="2778125" cy="285750"/>
          </a:xfrm>
          <a:prstGeom prst="rect">
            <a:avLst/>
          </a:prstGeom>
          <a:noFill/>
          <a:ln>
            <a:noFill/>
          </a:ln>
          <a:effectLst/>
        </p:spPr>
        <p:txBody>
          <a:bodyPr lIns="0" tIns="0" rIns="0" bIns="0" anchor="b"/>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r">
              <a:buClrTx/>
              <a:buFontTx/>
              <a:buNone/>
            </a:pPr>
            <a:r>
              <a:rPr lang="zh-CN" altLang="en-US" sz="1000" dirty="0">
                <a:latin typeface="微软雅黑" panose="020B0503020204020204" pitchFamily="34" charset="-122"/>
                <a:ea typeface="微软雅黑" panose="020B0503020204020204" pitchFamily="34" charset="-122"/>
              </a:rPr>
              <a:t>企业架构培训 </a:t>
            </a:r>
            <a:r>
              <a:rPr lang="en-US" altLang="zh-CN" sz="1000" dirty="0">
                <a:latin typeface="微软雅黑" panose="020B0503020204020204" pitchFamily="34" charset="-122"/>
                <a:ea typeface="微软雅黑" panose="020B0503020204020204" pitchFamily="34" charset="-122"/>
              </a:rPr>
              <a:t>– 2026</a:t>
            </a:r>
            <a:r>
              <a:rPr lang="zh-CN" altLang="en-US" sz="1000" dirty="0">
                <a:latin typeface="微软雅黑" panose="020B0503020204020204" pitchFamily="34" charset="-122"/>
                <a:ea typeface="微软雅黑" panose="020B0503020204020204" pitchFamily="34" charset="-122"/>
              </a:rPr>
              <a:t>年</a:t>
            </a:r>
            <a:r>
              <a:rPr lang="en-US" altLang="zh-CN" sz="1000" dirty="0">
                <a:latin typeface="微软雅黑" panose="020B0503020204020204" pitchFamily="34" charset="-122"/>
                <a:ea typeface="微软雅黑" panose="020B0503020204020204" pitchFamily="34" charset="-122"/>
              </a:rPr>
              <a:t>4</a:t>
            </a:r>
            <a:r>
              <a:rPr lang="zh-CN" altLang="en-US" sz="1000" dirty="0">
                <a:latin typeface="微软雅黑" panose="020B0503020204020204" pitchFamily="34" charset="-122"/>
                <a:ea typeface="微软雅黑" panose="020B0503020204020204" pitchFamily="34" charset="-122"/>
              </a:rPr>
              <a:t>月</a:t>
            </a:r>
            <a:r>
              <a:rPr lang="en-US" altLang="en-US" sz="1000" dirty="0">
                <a:latin typeface="微软雅黑" panose="020B0503020204020204" pitchFamily="34" charset="-122"/>
                <a:ea typeface="微软雅黑" panose="020B0503020204020204" pitchFamily="34" charset="-122"/>
              </a:rPr>
              <a:t>       </a:t>
            </a:r>
            <a:fld id="{F7EC66D7-C41E-4E1A-9E6E-A7C6C5F78646}" type="slidenum">
              <a:rPr lang="en-US" altLang="en-US" sz="1000">
                <a:latin typeface="微软雅黑" panose="020B0503020204020204" pitchFamily="34" charset="-122"/>
                <a:ea typeface="微软雅黑" panose="020B0503020204020204" pitchFamily="34" charset="-122"/>
              </a:rPr>
            </a:fld>
            <a:endParaRPr lang="en-US" altLang="en-US" sz="1000" dirty="0">
              <a:latin typeface="微软雅黑" panose="020B0503020204020204" pitchFamily="34" charset="-122"/>
              <a:ea typeface="微软雅黑" panose="020B0503020204020204" pitchFamily="34" charset="-122"/>
            </a:endParaRPr>
          </a:p>
        </p:txBody>
      </p:sp>
      <p:pic>
        <p:nvPicPr>
          <p:cNvPr id="2" name="图片 5" descr="图层 4 拷贝"/>
          <p:cNvPicPr>
            <a:picLocks noChangeAspect="1"/>
          </p:cNvPicPr>
          <p:nvPr userDrawn="1"/>
        </p:nvPicPr>
        <p:blipFill>
          <a:blip r:embed="rId16"/>
          <a:stretch>
            <a:fillRect/>
          </a:stretch>
        </p:blipFill>
        <p:spPr>
          <a:xfrm>
            <a:off x="8412480" y="360680"/>
            <a:ext cx="1236345" cy="554990"/>
          </a:xfrm>
          <a:prstGeom prst="rect">
            <a:avLst/>
          </a:prstGeom>
        </p:spPr>
      </p:pic>
      <p:sp>
        <p:nvSpPr>
          <p:cNvPr id="3" name="矩形 8"/>
          <p:cNvSpPr/>
          <p:nvPr userDrawn="1"/>
        </p:nvSpPr>
        <p:spPr>
          <a:xfrm>
            <a:off x="0" y="1038225"/>
            <a:ext cx="9902825" cy="76200"/>
          </a:xfrm>
          <a:prstGeom prst="rect">
            <a:avLst/>
          </a:prstGeom>
          <a:gradFill>
            <a:gsLst>
              <a:gs pos="0">
                <a:schemeClr val="accent1">
                  <a:lumMod val="5000"/>
                  <a:lumOff val="95000"/>
                </a:schemeClr>
              </a:gs>
              <a:gs pos="37000">
                <a:srgbClr val="80A4C5">
                  <a:alpha val="100000"/>
                </a:srgbClr>
              </a:gs>
              <a:gs pos="75000">
                <a:srgbClr val="0A4F8D"/>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rtl="0" eaLnBrk="0" fontAlgn="base" hangingPunct="0">
        <a:spcBef>
          <a:spcPct val="0"/>
        </a:spcBef>
        <a:spcAft>
          <a:spcPct val="0"/>
        </a:spcAft>
        <a:defRPr lang="en-US" altLang="en-US" sz="2800" b="1" kern="1200" dirty="0">
          <a:solidFill>
            <a:srgbClr val="0A4F8D"/>
          </a:solidFill>
          <a:latin typeface="Impact" panose="020B0806030902050204" charset="0"/>
          <a:ea typeface="微软雅黑" panose="020B0503020204020204" pitchFamily="34" charset="-122"/>
          <a:cs typeface="+mn-cs"/>
        </a:defRPr>
      </a:lvl1pPr>
      <a:lvl2pPr algn="l" rtl="0" eaLnBrk="0" fontAlgn="base" hangingPunct="0">
        <a:spcBef>
          <a:spcPct val="0"/>
        </a:spcBef>
        <a:spcAft>
          <a:spcPct val="0"/>
        </a:spcAft>
        <a:defRPr sz="2400" b="1">
          <a:solidFill>
            <a:schemeClr val="tx2"/>
          </a:solidFill>
          <a:latin typeface="Arial" panose="020B0604020202020204" pitchFamily="34" charset="0"/>
        </a:defRPr>
      </a:lvl2pPr>
      <a:lvl3pPr algn="l" rtl="0" eaLnBrk="0" fontAlgn="base" hangingPunct="0">
        <a:spcBef>
          <a:spcPct val="0"/>
        </a:spcBef>
        <a:spcAft>
          <a:spcPct val="0"/>
        </a:spcAft>
        <a:defRPr sz="2400" b="1">
          <a:solidFill>
            <a:schemeClr val="tx2"/>
          </a:solidFill>
          <a:latin typeface="Arial" panose="020B0604020202020204" pitchFamily="34" charset="0"/>
        </a:defRPr>
      </a:lvl3pPr>
      <a:lvl4pPr algn="l" rtl="0" eaLnBrk="0" fontAlgn="base" hangingPunct="0">
        <a:spcBef>
          <a:spcPct val="0"/>
        </a:spcBef>
        <a:spcAft>
          <a:spcPct val="0"/>
        </a:spcAft>
        <a:defRPr sz="2400" b="1">
          <a:solidFill>
            <a:schemeClr val="tx2"/>
          </a:solidFill>
          <a:latin typeface="Arial" panose="020B0604020202020204" pitchFamily="34" charset="0"/>
        </a:defRPr>
      </a:lvl4pPr>
      <a:lvl5pPr algn="l" rtl="0" eaLnBrk="0" fontAlgn="base" hangingPunct="0">
        <a:spcBef>
          <a:spcPct val="0"/>
        </a:spcBef>
        <a:spcAft>
          <a:spcPct val="0"/>
        </a:spcAft>
        <a:defRPr sz="2400" b="1">
          <a:solidFill>
            <a:schemeClr val="tx2"/>
          </a:solidFill>
          <a:latin typeface="Arial" panose="020B0604020202020204" pitchFamily="34" charset="0"/>
        </a:defRPr>
      </a:lvl5pPr>
      <a:lvl6pPr marL="457200" algn="l" rtl="0" fontAlgn="base">
        <a:spcBef>
          <a:spcPct val="0"/>
        </a:spcBef>
        <a:spcAft>
          <a:spcPct val="0"/>
        </a:spcAft>
        <a:defRPr sz="2400" b="1">
          <a:solidFill>
            <a:schemeClr val="tx2"/>
          </a:solidFill>
          <a:latin typeface="Arial" panose="020B0604020202020204" pitchFamily="34" charset="0"/>
        </a:defRPr>
      </a:lvl6pPr>
      <a:lvl7pPr marL="914400" algn="l" rtl="0" fontAlgn="base">
        <a:spcBef>
          <a:spcPct val="0"/>
        </a:spcBef>
        <a:spcAft>
          <a:spcPct val="0"/>
        </a:spcAft>
        <a:defRPr sz="2400" b="1">
          <a:solidFill>
            <a:schemeClr val="tx2"/>
          </a:solidFill>
          <a:latin typeface="Arial" panose="020B0604020202020204" pitchFamily="34" charset="0"/>
        </a:defRPr>
      </a:lvl7pPr>
      <a:lvl8pPr marL="1371600" algn="l" rtl="0" fontAlgn="base">
        <a:spcBef>
          <a:spcPct val="0"/>
        </a:spcBef>
        <a:spcAft>
          <a:spcPct val="0"/>
        </a:spcAft>
        <a:defRPr sz="2400" b="1">
          <a:solidFill>
            <a:schemeClr val="tx2"/>
          </a:solidFill>
          <a:latin typeface="Arial" panose="020B0604020202020204" pitchFamily="34" charset="0"/>
        </a:defRPr>
      </a:lvl8pPr>
      <a:lvl9pPr marL="1828800" algn="l" rtl="0" fontAlgn="base">
        <a:spcBef>
          <a:spcPct val="0"/>
        </a:spcBef>
        <a:spcAft>
          <a:spcPct val="0"/>
        </a:spcAft>
        <a:defRPr sz="2400" b="1">
          <a:solidFill>
            <a:schemeClr val="tx2"/>
          </a:solidFill>
          <a:latin typeface="Arial" panose="020B0604020202020204" pitchFamily="34" charset="0"/>
        </a:defRPr>
      </a:lvl9pPr>
    </p:titleStyle>
    <p:bodyStyle>
      <a:lvl1pPr marL="342900" indent="-342900" algn="l" rtl="0" eaLnBrk="0" fontAlgn="base" hangingPunct="0">
        <a:spcBef>
          <a:spcPct val="70000"/>
        </a:spcBef>
        <a:spcAft>
          <a:spcPct val="10000"/>
        </a:spcAft>
        <a:buClr>
          <a:schemeClr val="accent1"/>
        </a:buClr>
        <a:buSzPct val="50000"/>
        <a:buFont typeface="Monotype Sorts" pitchFamily="2" charset="2"/>
        <a:defRPr sz="2200" b="1">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50000"/>
        </a:spcBef>
        <a:spcAft>
          <a:spcPct val="10000"/>
        </a:spcAft>
        <a:buClr>
          <a:srgbClr val="0070C0"/>
        </a:buClr>
        <a:buSzPct val="7500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50000"/>
        </a:spcBef>
        <a:spcAft>
          <a:spcPct val="10000"/>
        </a:spcAft>
        <a:buClr>
          <a:srgbClr val="0070C0"/>
        </a:buClr>
        <a:buSzPct val="75000"/>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Times New Roman" panose="02020603050405020304" pitchFamily="18" charset="0"/>
        </a:defRPr>
      </a:lvl6pPr>
      <a:lvl7pPr marL="2971800" indent="-228600" algn="l" rtl="0" fontAlgn="base">
        <a:spcBef>
          <a:spcPct val="20000"/>
        </a:spcBef>
        <a:spcAft>
          <a:spcPct val="0"/>
        </a:spcAft>
        <a:buChar char="»"/>
        <a:defRPr sz="2000">
          <a:solidFill>
            <a:schemeClr val="tx1"/>
          </a:solidFill>
          <a:latin typeface="Times New Roman" panose="02020603050405020304" pitchFamily="18" charset="0"/>
        </a:defRPr>
      </a:lvl7pPr>
      <a:lvl8pPr marL="3429000" indent="-228600" algn="l" rtl="0" fontAlgn="base">
        <a:spcBef>
          <a:spcPct val="20000"/>
        </a:spcBef>
        <a:spcAft>
          <a:spcPct val="0"/>
        </a:spcAft>
        <a:buChar char="»"/>
        <a:defRPr sz="2000">
          <a:solidFill>
            <a:schemeClr val="tx1"/>
          </a:solidFill>
          <a:latin typeface="Times New Roman" panose="02020603050405020304" pitchFamily="18" charset="0"/>
        </a:defRPr>
      </a:lvl8pPr>
      <a:lvl9pPr marL="3886200" indent="-228600" algn="l" rtl="0" fontAlgn="base">
        <a:spcBef>
          <a:spcPct val="20000"/>
        </a:spcBef>
        <a:spcAft>
          <a:spcPct val="0"/>
        </a:spcAft>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098699" y="2276872"/>
            <a:ext cx="7705426" cy="2808783"/>
          </a:xfrm>
          <a:prstGeom prst="rect">
            <a:avLst/>
          </a:prstGeom>
          <a:solidFill>
            <a:srgbClr val="0070C0"/>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SzTx/>
              <a:buFont typeface="Wingdings" panose="05000000000000000000" pitchFamily="2" charset="2"/>
              <a:buChar char="§"/>
            </a:pPr>
            <a:endParaRPr lang="zh-CN" altLang="zh-CN" sz="1800" b="0" dirty="0">
              <a:solidFill>
                <a:schemeClr val="bg1"/>
              </a:solidFill>
              <a:latin typeface="微软雅黑" panose="020B0503020204020204" pitchFamily="34" charset="-122"/>
              <a:ea typeface="宋体" panose="02010600030101010101" pitchFamily="2" charset="-122"/>
            </a:endParaRPr>
          </a:p>
        </p:txBody>
      </p:sp>
      <p:sp>
        <p:nvSpPr>
          <p:cNvPr id="5124" name="Rectangle 4"/>
          <p:cNvSpPr>
            <a:spLocks noGrp="1" noChangeArrowheads="1"/>
          </p:cNvSpPr>
          <p:nvPr>
            <p:ph type="body" idx="1"/>
          </p:nvPr>
        </p:nvSpPr>
        <p:spPr>
          <a:xfrm>
            <a:off x="1707330" y="3049944"/>
            <a:ext cx="6488163" cy="1729779"/>
          </a:xfrm>
        </p:spPr>
        <p:txBody>
          <a:bodyPr/>
          <a:lstStyle/>
          <a:p>
            <a:pPr marL="609600" indent="-609600" algn="ctr">
              <a:buFontTx/>
              <a:buNone/>
            </a:pPr>
            <a:r>
              <a:rPr lang="en-US" altLang="zh-CN" sz="4000" dirty="0">
                <a:solidFill>
                  <a:schemeClr val="bg1"/>
                </a:solidFill>
                <a:ea typeface="宋体" panose="02010600030101010101" pitchFamily="2" charset="-122"/>
              </a:rPr>
              <a:t>4. </a:t>
            </a:r>
            <a:r>
              <a:rPr lang="zh-CN" altLang="en-US" sz="4000" dirty="0">
                <a:solidFill>
                  <a:schemeClr val="bg1"/>
                </a:solidFill>
                <a:ea typeface="宋体" panose="02010600030101010101" pitchFamily="2" charset="-122"/>
              </a:rPr>
              <a:t>数字化时代</a:t>
            </a:r>
            <a:r>
              <a:rPr lang="en-US" altLang="zh-CN" sz="4000" dirty="0">
                <a:solidFill>
                  <a:schemeClr val="bg1"/>
                </a:solidFill>
                <a:ea typeface="宋体" panose="02010600030101010101" pitchFamily="2" charset="-122"/>
              </a:rPr>
              <a:t>IT</a:t>
            </a:r>
            <a:r>
              <a:rPr lang="zh-CN" altLang="en-US" sz="4000" dirty="0">
                <a:solidFill>
                  <a:schemeClr val="bg1"/>
                </a:solidFill>
                <a:ea typeface="宋体" panose="02010600030101010101" pitchFamily="2" charset="-122"/>
              </a:rPr>
              <a:t>架构设计</a:t>
            </a:r>
            <a:endParaRPr lang="zh-CN" altLang="en-US" sz="3200" dirty="0">
              <a:solidFill>
                <a:schemeClr val="bg1"/>
              </a:solidFill>
              <a:ea typeface="宋体" panose="02010600030101010101" pitchFamily="2" charset="-122"/>
            </a:endParaRPr>
          </a:p>
          <a:p>
            <a:pPr marL="609600" indent="-609600" algn="ctr">
              <a:buFontTx/>
              <a:buNone/>
            </a:pPr>
            <a:endParaRPr lang="en-US" altLang="zh-CN" sz="4000" dirty="0">
              <a:ea typeface="宋体" panose="02010600030101010101" pitchFamily="2" charset="-122"/>
            </a:endParaRPr>
          </a:p>
        </p:txBody>
      </p:sp>
      <p:sp>
        <p:nvSpPr>
          <p:cNvPr id="2" name="Title 1"/>
          <p:cNvSpPr>
            <a:spLocks noGrp="1"/>
          </p:cNvSpPr>
          <p:nvPr>
            <p:ph type="title"/>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86916" y="1484784"/>
            <a:ext cx="9277506" cy="4358668"/>
          </a:xfrm>
          <a:prstGeom prst="rect">
            <a:avLst/>
          </a:prstGeom>
        </p:spPr>
      </p:pic>
      <p:sp>
        <p:nvSpPr>
          <p:cNvPr id="2" name="Title 1"/>
          <p:cNvSpPr>
            <a:spLocks noGrp="1"/>
          </p:cNvSpPr>
          <p:nvPr>
            <p:ph type="title"/>
          </p:nvPr>
        </p:nvSpPr>
        <p:spPr/>
        <p:txBody>
          <a:bodyPr/>
          <a:lstStyle/>
          <a:p>
            <a:r>
              <a:rPr lang="en-US" altLang="zh-CN" dirty="0"/>
              <a:t>2025</a:t>
            </a:r>
            <a:r>
              <a:rPr lang="zh-CN" altLang="en-US" dirty="0"/>
              <a:t>年中国行业数字化成熟度与</a:t>
            </a:r>
            <a:r>
              <a:rPr lang="en-US" altLang="zh-CN" dirty="0"/>
              <a:t>AI</a:t>
            </a:r>
            <a:r>
              <a:rPr lang="zh-CN" altLang="en-US" dirty="0"/>
              <a:t>应用图谱</a:t>
            </a:r>
            <a:endParaRPr lang="zh-CN" altLang="en-US" dirty="0"/>
          </a:p>
        </p:txBody>
      </p:sp>
      <p:sp>
        <p:nvSpPr>
          <p:cNvPr id="5" name="TextBox 4"/>
          <p:cNvSpPr txBox="1"/>
          <p:nvPr/>
        </p:nvSpPr>
        <p:spPr>
          <a:xfrm>
            <a:off x="1567036" y="1673599"/>
            <a:ext cx="5112568" cy="1354217"/>
          </a:xfrm>
          <a:prstGeom prst="rect">
            <a:avLst/>
          </a:prstGeom>
          <a:noFill/>
        </p:spPr>
        <p:txBody>
          <a:bodyPr wrap="square" rtlCol="0">
            <a:spAutoFit/>
          </a:bodyPr>
          <a:lstStyle/>
          <a:p>
            <a:r>
              <a:rPr lang="zh-CN" altLang="zh-CN" sz="1600" dirty="0"/>
              <a:t>在这次数字化浪潮中，多家咨询公司调查的结果表明：</a:t>
            </a:r>
            <a:r>
              <a:rPr lang="en-US" altLang="zh-CN" sz="1600" dirty="0"/>
              <a:t>80%~90%</a:t>
            </a:r>
            <a:r>
              <a:rPr lang="zh-CN" altLang="zh-CN" sz="1600" dirty="0"/>
              <a:t>的企业都急迫地使用数字化和智能化技术，但是已经具有这些能力的企业只占</a:t>
            </a:r>
            <a:r>
              <a:rPr lang="en-US" altLang="zh-CN" sz="1600" dirty="0"/>
              <a:t>10%</a:t>
            </a:r>
            <a:r>
              <a:rPr lang="zh-CN" altLang="zh-CN" sz="1600" dirty="0"/>
              <a:t>。这说明很多企业在线上和线下业务数字化和智能化的道路任重道远。</a:t>
            </a:r>
            <a:endParaRPr lang="zh-CN" altLang="zh-CN" sz="1600"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050"/>
          <p:cNvSpPr>
            <a:spLocks noGrp="1" noChangeArrowheads="1"/>
          </p:cNvSpPr>
          <p:nvPr>
            <p:ph type="title"/>
          </p:nvPr>
        </p:nvSpPr>
        <p:spPr>
          <a:xfrm>
            <a:off x="410264" y="368144"/>
            <a:ext cx="7959278" cy="61595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latin typeface="微软雅黑" panose="020B0503020204020204" pitchFamily="34" charset="-122"/>
                <a:ea typeface="微软雅黑" panose="020B0503020204020204" pitchFamily="34" charset="-122"/>
              </a:rPr>
              <a:t>模式</a:t>
            </a:r>
            <a:r>
              <a:rPr lang="en-US" altLang="zh-CN" dirty="0">
                <a:latin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：数字化时代的业务</a:t>
            </a:r>
            <a:r>
              <a:rPr lang="en-US" altLang="zh-CN" dirty="0">
                <a:latin typeface="微软雅黑" panose="020B0503020204020204" pitchFamily="34" charset="-122"/>
                <a:ea typeface="微软雅黑" panose="020B0503020204020204" pitchFamily="34" charset="-122"/>
              </a:rPr>
              <a:t>/IT</a:t>
            </a:r>
            <a:r>
              <a:rPr lang="zh-CN" altLang="en-US" dirty="0">
                <a:latin typeface="微软雅黑" panose="020B0503020204020204" pitchFamily="34" charset="-122"/>
                <a:ea typeface="微软雅黑" panose="020B0503020204020204" pitchFamily="34" charset="-122"/>
              </a:rPr>
              <a:t>紧密结合，快速迭代的转型</a:t>
            </a:r>
            <a:endParaRPr lang="zh-CN" altLang="en-US" dirty="0">
              <a:latin typeface="微软雅黑" panose="020B0503020204020204" pitchFamily="34" charset="-122"/>
              <a:ea typeface="微软雅黑" panose="020B0503020204020204" pitchFamily="34" charset="-122"/>
            </a:endParaRPr>
          </a:p>
        </p:txBody>
      </p:sp>
      <p:grpSp>
        <p:nvGrpSpPr>
          <p:cNvPr id="182275" name="组合 4"/>
          <p:cNvGrpSpPr/>
          <p:nvPr/>
        </p:nvGrpSpPr>
        <p:grpSpPr bwMode="auto">
          <a:xfrm>
            <a:off x="414908" y="1563688"/>
            <a:ext cx="8669337" cy="4708525"/>
            <a:chOff x="604838" y="1838325"/>
            <a:chExt cx="8669337" cy="4708525"/>
          </a:xfrm>
        </p:grpSpPr>
        <p:sp>
          <p:nvSpPr>
            <p:cNvPr id="182277" name="AutoShape 2052" descr="30%"/>
            <p:cNvSpPr>
              <a:spLocks noChangeArrowheads="1"/>
            </p:cNvSpPr>
            <p:nvPr/>
          </p:nvSpPr>
          <p:spPr bwMode="auto">
            <a:xfrm rot="5400000">
              <a:off x="4406901" y="1679575"/>
              <a:ext cx="1065212" cy="8669337"/>
            </a:xfrm>
            <a:prstGeom prst="chevron">
              <a:avLst>
                <a:gd name="adj" fmla="val 27921"/>
              </a:avLst>
            </a:prstGeom>
            <a:blipFill dpi="0" rotWithShape="0">
              <a:blip r:embed="rId1"/>
              <a:srcRect/>
              <a:tile tx="0" ty="0" sx="100000" sy="100000" flip="none" algn="tl"/>
            </a:blipFill>
            <a:ln>
              <a:noFill/>
            </a:ln>
            <a:effectLst>
              <a:outerShdw dist="35921" dir="2700000" algn="ctr" rotWithShape="0">
                <a:srgbClr val="969696"/>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latin typeface="微软雅黑" panose="020B0503020204020204" pitchFamily="34" charset="-122"/>
                <a:ea typeface="微软雅黑" panose="020B0503020204020204" pitchFamily="34" charset="-122"/>
              </a:endParaRPr>
            </a:p>
          </p:txBody>
        </p:sp>
        <p:sp>
          <p:nvSpPr>
            <p:cNvPr id="182278" name="AutoShape 2053" descr="30%"/>
            <p:cNvSpPr>
              <a:spLocks noChangeArrowheads="1"/>
            </p:cNvSpPr>
            <p:nvPr/>
          </p:nvSpPr>
          <p:spPr bwMode="auto">
            <a:xfrm rot="5400000">
              <a:off x="4229894" y="-1786731"/>
              <a:ext cx="1419225" cy="8669337"/>
            </a:xfrm>
            <a:prstGeom prst="homePlate">
              <a:avLst>
                <a:gd name="adj" fmla="val 21375"/>
              </a:avLst>
            </a:prstGeom>
            <a:blipFill dpi="0" rotWithShape="0">
              <a:blip r:embed="rId1"/>
              <a:srcRect/>
              <a:tile tx="0" ty="0" sx="100000" sy="100000" flip="none" algn="tl"/>
            </a:blipFill>
            <a:ln>
              <a:noFill/>
            </a:ln>
            <a:effectLst>
              <a:outerShdw dist="35921" dir="2700000" algn="ctr" rotWithShape="0">
                <a:srgbClr val="969696"/>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latin typeface="微软雅黑" panose="020B0503020204020204" pitchFamily="34" charset="-122"/>
                <a:ea typeface="微软雅黑" panose="020B0503020204020204" pitchFamily="34" charset="-122"/>
              </a:endParaRPr>
            </a:p>
          </p:txBody>
        </p:sp>
        <p:sp>
          <p:nvSpPr>
            <p:cNvPr id="182279" name="AutoShape 2054" descr="30%"/>
            <p:cNvSpPr>
              <a:spLocks noChangeArrowheads="1"/>
            </p:cNvSpPr>
            <p:nvPr/>
          </p:nvSpPr>
          <p:spPr bwMode="auto">
            <a:xfrm rot="5400000">
              <a:off x="3945732" y="-354806"/>
              <a:ext cx="1987550" cy="8669337"/>
            </a:xfrm>
            <a:prstGeom prst="chevron">
              <a:avLst>
                <a:gd name="adj" fmla="val 15106"/>
              </a:avLst>
            </a:prstGeom>
            <a:blipFill dpi="0" rotWithShape="0">
              <a:blip r:embed="rId1"/>
              <a:srcRect/>
              <a:tile tx="0" ty="0" sx="100000" sy="100000" flip="none" algn="tl"/>
            </a:blipFill>
            <a:ln>
              <a:noFill/>
            </a:ln>
            <a:effectLst>
              <a:outerShdw dist="35921" dir="2700000" algn="ctr" rotWithShape="0">
                <a:srgbClr val="969696"/>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latin typeface="微软雅黑" panose="020B0503020204020204" pitchFamily="34" charset="-122"/>
                <a:ea typeface="微软雅黑" panose="020B0503020204020204" pitchFamily="34" charset="-122"/>
              </a:endParaRPr>
            </a:p>
          </p:txBody>
        </p:sp>
        <p:sp>
          <p:nvSpPr>
            <p:cNvPr id="182280" name="AutoShape 2055" descr="30%"/>
            <p:cNvSpPr>
              <a:spLocks noChangeArrowheads="1"/>
            </p:cNvSpPr>
            <p:nvPr/>
          </p:nvSpPr>
          <p:spPr bwMode="auto">
            <a:xfrm rot="5400000">
              <a:off x="4406901" y="898525"/>
              <a:ext cx="1065212" cy="8669337"/>
            </a:xfrm>
            <a:prstGeom prst="chevron">
              <a:avLst>
                <a:gd name="adj" fmla="val 27921"/>
              </a:avLst>
            </a:prstGeom>
            <a:blipFill dpi="0" rotWithShape="0">
              <a:blip r:embed="rId1"/>
              <a:srcRect/>
              <a:tile tx="0" ty="0" sx="100000" sy="100000" flip="none" algn="tl"/>
            </a:blipFill>
            <a:ln>
              <a:noFill/>
            </a:ln>
            <a:effectLst>
              <a:outerShdw dist="35921" dir="2700000" algn="ctr" rotWithShape="0">
                <a:srgbClr val="969696"/>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latin typeface="微软雅黑" panose="020B0503020204020204" pitchFamily="34" charset="-122"/>
                <a:ea typeface="微软雅黑" panose="020B0503020204020204" pitchFamily="34" charset="-122"/>
              </a:endParaRPr>
            </a:p>
          </p:txBody>
        </p:sp>
        <p:cxnSp>
          <p:nvCxnSpPr>
            <p:cNvPr id="182281" name="AutoShape 2056"/>
            <p:cNvCxnSpPr>
              <a:cxnSpLocks noChangeShapeType="1"/>
              <a:stCxn id="1338381" idx="2"/>
              <a:endCxn id="1338383" idx="0"/>
            </p:cNvCxnSpPr>
            <p:nvPr/>
          </p:nvCxnSpPr>
          <p:spPr bwMode="auto">
            <a:xfrm>
              <a:off x="5076825" y="2389188"/>
              <a:ext cx="0" cy="282575"/>
            </a:xfrm>
            <a:prstGeom prst="straightConnector1">
              <a:avLst/>
            </a:prstGeom>
            <a:noFill/>
            <a:ln w="38100">
              <a:solidFill>
                <a:srgbClr val="808080"/>
              </a:solidFill>
              <a:rou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8377" name="Text Box 2057"/>
            <p:cNvSpPr txBox="1">
              <a:spLocks noChangeArrowheads="1"/>
            </p:cNvSpPr>
            <p:nvPr/>
          </p:nvSpPr>
          <p:spPr bwMode="auto">
            <a:xfrm>
              <a:off x="661988" y="2063750"/>
              <a:ext cx="1481137" cy="584775"/>
            </a:xfrm>
            <a:prstGeom prst="rect">
              <a:avLst/>
            </a:prstGeom>
            <a:noFill/>
            <a:ln>
              <a:noFill/>
            </a:ln>
            <a:effectLst/>
          </p:spPr>
          <p:txBody>
            <a:bodyPr>
              <a:spAutoFit/>
            </a:bodyPr>
            <a:lstStyle/>
            <a:p>
              <a:pPr algn="ctr">
                <a:spcBef>
                  <a:spcPct val="50000"/>
                </a:spcBef>
                <a:buClr>
                  <a:schemeClr val="accent1"/>
                </a:buClr>
                <a:buFont typeface="Wingdings" panose="05000000000000000000" pitchFamily="2" charset="2"/>
                <a:buNone/>
                <a:defRPr/>
              </a:pP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数字化战略明晰</a:t>
              </a:r>
              <a:endPar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38378" name="Text Box 2058"/>
            <p:cNvSpPr txBox="1">
              <a:spLocks noChangeArrowheads="1"/>
            </p:cNvSpPr>
            <p:nvPr/>
          </p:nvSpPr>
          <p:spPr bwMode="auto">
            <a:xfrm>
              <a:off x="660400" y="4781550"/>
              <a:ext cx="1481138" cy="338554"/>
            </a:xfrm>
            <a:prstGeom prst="rect">
              <a:avLst/>
            </a:prstGeom>
            <a:noFill/>
            <a:ln>
              <a:noFill/>
            </a:ln>
            <a:effectLst/>
          </p:spPr>
          <p:txBody>
            <a:bodyPr>
              <a:spAutoFit/>
            </a:bodyPr>
            <a:lstStyle/>
            <a:p>
              <a:pPr algn="ctr">
                <a:spcBef>
                  <a:spcPct val="50000"/>
                </a:spcBef>
                <a:buClr>
                  <a:schemeClr val="accent1"/>
                </a:buClr>
                <a:buFont typeface="Wingdings" panose="05000000000000000000" pitchFamily="2" charset="2"/>
                <a:buNone/>
                <a:defRPr/>
              </a:pP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项目管理</a:t>
              </a:r>
              <a:endPar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38379" name="Text Box 2059"/>
            <p:cNvSpPr txBox="1">
              <a:spLocks noChangeArrowheads="1"/>
            </p:cNvSpPr>
            <p:nvPr/>
          </p:nvSpPr>
          <p:spPr bwMode="auto">
            <a:xfrm>
              <a:off x="660400" y="5562600"/>
              <a:ext cx="1481138" cy="584775"/>
            </a:xfrm>
            <a:prstGeom prst="rect">
              <a:avLst/>
            </a:prstGeom>
            <a:noFill/>
            <a:ln>
              <a:noFill/>
            </a:ln>
            <a:effectLst/>
          </p:spPr>
          <p:txBody>
            <a:bodyPr>
              <a:spAutoFit/>
            </a:bodyPr>
            <a:lstStyle/>
            <a:p>
              <a:pPr algn="ctr">
                <a:spcBef>
                  <a:spcPct val="50000"/>
                </a:spcBef>
                <a:buClr>
                  <a:schemeClr val="accent1"/>
                </a:buClr>
                <a:buFont typeface="Wingdings" panose="05000000000000000000" pitchFamily="2" charset="2"/>
                <a:buNone/>
                <a:defRPr/>
              </a:pP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业务和</a:t>
              </a:r>
              <a:r>
                <a:rPr lang="en-US" altLang="zh-CN"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IT</a:t>
              </a: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实施计划</a:t>
              </a:r>
              <a:endPar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38380" name="Text Box 2060"/>
            <p:cNvSpPr txBox="1">
              <a:spLocks noChangeArrowheads="1"/>
            </p:cNvSpPr>
            <p:nvPr/>
          </p:nvSpPr>
          <p:spPr bwMode="auto">
            <a:xfrm>
              <a:off x="660400" y="3509963"/>
              <a:ext cx="1481138" cy="584775"/>
            </a:xfrm>
            <a:prstGeom prst="rect">
              <a:avLst/>
            </a:prstGeom>
            <a:noFill/>
            <a:ln>
              <a:noFill/>
            </a:ln>
            <a:effectLst/>
          </p:spPr>
          <p:txBody>
            <a:bodyPr>
              <a:spAutoFit/>
            </a:bodyPr>
            <a:lstStyle/>
            <a:p>
              <a:pPr algn="ctr">
                <a:spcBef>
                  <a:spcPct val="50000"/>
                </a:spcBef>
                <a:buClr>
                  <a:schemeClr val="accent1"/>
                </a:buClr>
                <a:buFont typeface="Wingdings" panose="05000000000000000000" pitchFamily="2" charset="2"/>
                <a:buNone/>
                <a:defRPr/>
              </a:pP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业务</a:t>
              </a:r>
              <a:r>
                <a:rPr lang="en-US" altLang="zh-CN"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/IT</a:t>
              </a:r>
              <a:r>
                <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系统蓝图架构</a:t>
              </a:r>
              <a:endParaRPr lang="zh-CN" altLang="en-US" sz="160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38381" name="Rectangle 2061"/>
            <p:cNvSpPr>
              <a:spLocks noChangeArrowheads="1"/>
            </p:cNvSpPr>
            <p:nvPr/>
          </p:nvSpPr>
          <p:spPr bwMode="auto">
            <a:xfrm>
              <a:off x="4127500" y="1962150"/>
              <a:ext cx="1898650" cy="427038"/>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业务战略</a:t>
              </a:r>
              <a:endParaRPr lang="zh-CN" altLang="en-US" sz="16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2" name="Rectangle 2062"/>
            <p:cNvSpPr>
              <a:spLocks noChangeArrowheads="1"/>
            </p:cNvSpPr>
            <p:nvPr/>
          </p:nvSpPr>
          <p:spPr bwMode="auto">
            <a:xfrm>
              <a:off x="6521450" y="1962150"/>
              <a:ext cx="1898650" cy="427038"/>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现状需求分析</a:t>
              </a:r>
              <a:endParaRPr lang="en-US" sz="16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3" name="Rectangle 2063"/>
            <p:cNvSpPr>
              <a:spLocks noChangeArrowheads="1"/>
            </p:cNvSpPr>
            <p:nvPr/>
          </p:nvSpPr>
          <p:spPr bwMode="auto">
            <a:xfrm>
              <a:off x="4127500" y="2671763"/>
              <a:ext cx="1898650" cy="427037"/>
            </a:xfrm>
            <a:prstGeom prst="rect">
              <a:avLst/>
            </a:prstGeom>
            <a:solidFill>
              <a:schemeClr val="bg1">
                <a:lumMod val="85000"/>
              </a:schemeClr>
            </a:solidFill>
            <a:ln w="9525">
              <a:solidFill>
                <a:srgbClr val="969696"/>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数字化</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/AI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战略</a:t>
              </a:r>
              <a:endParaRPr 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4" name="Rectangle 2064"/>
            <p:cNvSpPr>
              <a:spLocks noChangeArrowheads="1"/>
            </p:cNvSpPr>
            <p:nvPr/>
          </p:nvSpPr>
          <p:spPr bwMode="auto">
            <a:xfrm>
              <a:off x="2228850" y="3646488"/>
              <a:ext cx="6191250" cy="354012"/>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整体规划</a:t>
              </a:r>
              <a:endParaRPr 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5" name="Rectangle 2065"/>
            <p:cNvSpPr>
              <a:spLocks noChangeArrowheads="1"/>
            </p:cNvSpPr>
            <p:nvPr/>
          </p:nvSpPr>
          <p:spPr bwMode="auto">
            <a:xfrm>
              <a:off x="2228850" y="4000500"/>
              <a:ext cx="1898650" cy="355600"/>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流程</a:t>
              </a:r>
              <a:endParaRPr 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6" name="Rectangle 2066"/>
            <p:cNvSpPr>
              <a:spLocks noChangeArrowheads="1"/>
            </p:cNvSpPr>
            <p:nvPr/>
          </p:nvSpPr>
          <p:spPr bwMode="auto">
            <a:xfrm>
              <a:off x="4127500" y="4000500"/>
              <a:ext cx="1898650" cy="355600"/>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组织</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7" name="Rectangle 2067"/>
            <p:cNvSpPr>
              <a:spLocks noChangeArrowheads="1"/>
            </p:cNvSpPr>
            <p:nvPr/>
          </p:nvSpPr>
          <p:spPr bwMode="auto">
            <a:xfrm>
              <a:off x="6026150" y="4000500"/>
              <a:ext cx="2393950" cy="355600"/>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IT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架构</a:t>
              </a:r>
              <a:endParaRPr 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8" name="Rectangle 2068"/>
            <p:cNvSpPr>
              <a:spLocks noChangeArrowheads="1"/>
            </p:cNvSpPr>
            <p:nvPr/>
          </p:nvSpPr>
          <p:spPr bwMode="auto">
            <a:xfrm>
              <a:off x="4127500" y="5065713"/>
              <a:ext cx="1898650" cy="425450"/>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PMO</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管理</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38389" name="Rectangle 2069"/>
            <p:cNvSpPr>
              <a:spLocks noChangeArrowheads="1"/>
            </p:cNvSpPr>
            <p:nvPr/>
          </p:nvSpPr>
          <p:spPr bwMode="auto">
            <a:xfrm>
              <a:off x="4127500" y="5846763"/>
              <a:ext cx="1898650" cy="425450"/>
            </a:xfrm>
            <a:prstGeom prst="rect">
              <a:avLst/>
            </a:prstGeom>
            <a:solidFill>
              <a:schemeClr val="bg1">
                <a:lumMod val="85000"/>
              </a:schemeClr>
            </a:solidFill>
            <a:ln w="9525">
              <a:solidFill>
                <a:srgbClr val="C0C0C0"/>
              </a:solidFill>
              <a:miter lim="800000"/>
            </a:ln>
            <a:effectLst>
              <a:outerShdw dist="35921" dir="2700000" algn="ctr" rotWithShape="0">
                <a:schemeClr val="tx2"/>
              </a:outerShdw>
            </a:effectLst>
          </p:spPr>
          <p:txBody>
            <a:bodyPr wrap="none" anchor="ctr"/>
            <a:lstStyle/>
            <a:p>
              <a:pPr algn="ctr">
                <a:spcBef>
                  <a:spcPct val="50000"/>
                </a:spcBef>
                <a:buClr>
                  <a:schemeClr val="accent1"/>
                </a:buClr>
                <a:buFont typeface="Wingdings" panose="05000000000000000000" pitchFamily="2" charset="2"/>
                <a:buNone/>
                <a:defRPr/>
              </a:pP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整体实施计划</a:t>
              </a:r>
              <a:endParaRPr lang="zh-CN" altLang="en-US" sz="16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82295" name="AutoShape 2070"/>
            <p:cNvCxnSpPr>
              <a:cxnSpLocks noChangeShapeType="1"/>
              <a:stCxn id="1338383" idx="2"/>
            </p:cNvCxnSpPr>
            <p:nvPr/>
          </p:nvCxnSpPr>
          <p:spPr bwMode="auto">
            <a:xfrm>
              <a:off x="5076825" y="3098800"/>
              <a:ext cx="0" cy="547688"/>
            </a:xfrm>
            <a:prstGeom prst="straightConnector1">
              <a:avLst/>
            </a:prstGeom>
            <a:noFill/>
            <a:ln w="38100">
              <a:solidFill>
                <a:srgbClr val="808080"/>
              </a:solidFill>
              <a:rou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296" name="AutoShape 2071"/>
            <p:cNvCxnSpPr>
              <a:cxnSpLocks noChangeShapeType="1"/>
              <a:stCxn id="1338382" idx="2"/>
              <a:endCxn id="1338383" idx="3"/>
            </p:cNvCxnSpPr>
            <p:nvPr/>
          </p:nvCxnSpPr>
          <p:spPr bwMode="auto">
            <a:xfrm rot="5400000">
              <a:off x="6500813" y="1914525"/>
              <a:ext cx="496887" cy="1446213"/>
            </a:xfrm>
            <a:prstGeom prst="bentConnector2">
              <a:avLst/>
            </a:prstGeom>
            <a:noFill/>
            <a:ln w="38100">
              <a:solidFill>
                <a:srgbClr val="808080"/>
              </a:solidFill>
              <a:miter lim="800000"/>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297" name="AutoShape 2072"/>
            <p:cNvCxnSpPr>
              <a:cxnSpLocks noChangeShapeType="1"/>
              <a:stCxn id="1338381" idx="3"/>
              <a:endCxn id="1338382" idx="1"/>
            </p:cNvCxnSpPr>
            <p:nvPr/>
          </p:nvCxnSpPr>
          <p:spPr bwMode="auto">
            <a:xfrm>
              <a:off x="6026150" y="2176463"/>
              <a:ext cx="495300" cy="0"/>
            </a:xfrm>
            <a:prstGeom prst="straightConnector1">
              <a:avLst/>
            </a:prstGeom>
            <a:noFill/>
            <a:ln w="38100">
              <a:solidFill>
                <a:srgbClr val="808080"/>
              </a:solidFill>
              <a:rou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298" name="AutoShape 2073"/>
            <p:cNvCxnSpPr>
              <a:cxnSpLocks noChangeShapeType="1"/>
              <a:stCxn id="1338386" idx="2"/>
              <a:endCxn id="1338388" idx="0"/>
            </p:cNvCxnSpPr>
            <p:nvPr/>
          </p:nvCxnSpPr>
          <p:spPr bwMode="auto">
            <a:xfrm>
              <a:off x="5076825" y="4356100"/>
              <a:ext cx="0" cy="709613"/>
            </a:xfrm>
            <a:prstGeom prst="straightConnector1">
              <a:avLst/>
            </a:prstGeom>
            <a:noFill/>
            <a:ln w="38100">
              <a:solidFill>
                <a:srgbClr val="808080"/>
              </a:solidFill>
              <a:rou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299" name="AutoShape 2074"/>
            <p:cNvCxnSpPr>
              <a:cxnSpLocks noChangeShapeType="1"/>
              <a:stCxn id="1338388" idx="2"/>
              <a:endCxn id="1338389" idx="0"/>
            </p:cNvCxnSpPr>
            <p:nvPr/>
          </p:nvCxnSpPr>
          <p:spPr bwMode="auto">
            <a:xfrm>
              <a:off x="5076825" y="5491163"/>
              <a:ext cx="0" cy="355600"/>
            </a:xfrm>
            <a:prstGeom prst="straightConnector1">
              <a:avLst/>
            </a:prstGeom>
            <a:noFill/>
            <a:ln w="38100">
              <a:solidFill>
                <a:srgbClr val="808080"/>
              </a:solidFill>
              <a:rou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Arrow: Circular 16"/>
          <p:cNvSpPr/>
          <p:nvPr/>
        </p:nvSpPr>
        <p:spPr bwMode="auto">
          <a:xfrm rot="11320786">
            <a:off x="2039555" y="3489689"/>
            <a:ext cx="4053802" cy="1079771"/>
          </a:xfrm>
          <a:prstGeom prst="circularArrow">
            <a:avLst>
              <a:gd name="adj1" fmla="val 13146"/>
              <a:gd name="adj2" fmla="val 696447"/>
              <a:gd name="adj3" fmla="val 19041356"/>
              <a:gd name="adj4" fmla="val 10459100"/>
              <a:gd name="adj5" fmla="val 22499"/>
            </a:avLst>
          </a:prstGeom>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18" name="TextBox 17"/>
          <p:cNvSpPr txBox="1"/>
          <p:nvPr/>
        </p:nvSpPr>
        <p:spPr>
          <a:xfrm>
            <a:off x="4378057" y="4238973"/>
            <a:ext cx="1005403" cy="338554"/>
          </a:xfrm>
          <a:prstGeom prst="rect">
            <a:avLst/>
          </a:prstGeom>
          <a:noFill/>
        </p:spPr>
        <p:txBody>
          <a:bodyPr wrap="none" rtlCol="0">
            <a:spAutoFit/>
          </a:bodyPr>
          <a:lstStyle/>
          <a:p>
            <a:r>
              <a:rPr lang="zh-CN" altLang="en-US" sz="1600" dirty="0"/>
              <a:t>快速迭代</a:t>
            </a:r>
            <a:endParaRPr lang="en-GB" sz="1600" dirty="0"/>
          </a:p>
        </p:txBody>
      </p:sp>
      <p:sp>
        <p:nvSpPr>
          <p:cNvPr id="3" name="TextBox 2"/>
          <p:cNvSpPr txBox="1"/>
          <p:nvPr/>
        </p:nvSpPr>
        <p:spPr>
          <a:xfrm>
            <a:off x="5961359" y="4156611"/>
            <a:ext cx="2804182" cy="646331"/>
          </a:xfrm>
          <a:prstGeom prst="rect">
            <a:avLst/>
          </a:prstGeom>
          <a:noFill/>
        </p:spPr>
        <p:txBody>
          <a:bodyPr wrap="square" rtlCol="0">
            <a:spAutoFit/>
          </a:bodyPr>
          <a:lstStyle/>
          <a:p>
            <a:r>
              <a:rPr lang="zh-CN" altLang="en-US" b="1" dirty="0"/>
              <a:t>业务和</a:t>
            </a:r>
            <a:r>
              <a:rPr lang="en-US" altLang="zh-CN" b="1" dirty="0"/>
              <a:t>IT</a:t>
            </a:r>
            <a:r>
              <a:rPr lang="zh-CN" altLang="en-US" b="1" dirty="0"/>
              <a:t>整体优化能够达到更高的投资回报率</a:t>
            </a:r>
            <a:endParaRPr lang="en-GB"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Rectangle 9"/>
          <p:cNvSpPr>
            <a:spLocks noChangeArrowheads="1"/>
          </p:cNvSpPr>
          <p:nvPr/>
        </p:nvSpPr>
        <p:spPr bwMode="auto">
          <a:xfrm>
            <a:off x="263526" y="257176"/>
            <a:ext cx="7227037" cy="67786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5" rIns="91430" bIns="45715" numCol="1" anchor="b" anchorCtr="0" compatLnSpc="1"/>
          <a:lstStyle/>
          <a:p>
            <a:r>
              <a:rPr lang="zh-CN" altLang="en-US" sz="2800" b="1" dirty="0">
                <a:solidFill>
                  <a:srgbClr val="0A4F8D"/>
                </a:solidFill>
                <a:latin typeface="微软雅黑" panose="020B0503020204020204" pitchFamily="34" charset="-122"/>
                <a:ea typeface="微软雅黑" panose="020B0503020204020204" pitchFamily="34" charset="-122"/>
              </a:rPr>
              <a:t>企业数字化需要业务和</a:t>
            </a:r>
            <a:r>
              <a:rPr lang="en-US" altLang="zh-CN" sz="2800" b="1" dirty="0">
                <a:solidFill>
                  <a:srgbClr val="0A4F8D"/>
                </a:solidFill>
                <a:latin typeface="微软雅黑" panose="020B0503020204020204" pitchFamily="34" charset="-122"/>
                <a:ea typeface="微软雅黑" panose="020B0503020204020204" pitchFamily="34" charset="-122"/>
              </a:rPr>
              <a:t>IT</a:t>
            </a:r>
            <a:r>
              <a:rPr lang="zh-CN" altLang="en-US" sz="2800" b="1" dirty="0">
                <a:solidFill>
                  <a:srgbClr val="0A4F8D"/>
                </a:solidFill>
                <a:latin typeface="微软雅黑" panose="020B0503020204020204" pitchFamily="34" charset="-122"/>
                <a:ea typeface="微软雅黑" panose="020B0503020204020204" pitchFamily="34" charset="-122"/>
              </a:rPr>
              <a:t>的同步转型</a:t>
            </a:r>
            <a:endParaRPr lang="zh-CN" altLang="en-US" sz="2800" b="1" dirty="0">
              <a:solidFill>
                <a:srgbClr val="0A4F8D"/>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746815" y="1356802"/>
            <a:ext cx="7207355" cy="5168542"/>
            <a:chOff x="746815" y="1572825"/>
            <a:chExt cx="7207355" cy="5168541"/>
          </a:xfrm>
        </p:grpSpPr>
        <p:sp>
          <p:nvSpPr>
            <p:cNvPr id="5127" name="AutoShape 7"/>
            <p:cNvSpPr>
              <a:spLocks noChangeArrowheads="1"/>
            </p:cNvSpPr>
            <p:nvPr/>
          </p:nvSpPr>
          <p:spPr bwMode="auto">
            <a:xfrm flipV="1">
              <a:off x="2215108" y="2132856"/>
              <a:ext cx="792088" cy="171450"/>
            </a:xfrm>
            <a:prstGeom prst="triangle">
              <a:avLst>
                <a:gd name="adj" fmla="val 50000"/>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zh-CN">
                <a:ea typeface="宋体" panose="02010600030101010101" pitchFamily="2" charset="-122"/>
              </a:endParaRPr>
            </a:p>
          </p:txBody>
        </p:sp>
        <p:sp>
          <p:nvSpPr>
            <p:cNvPr id="5137" name="AutoShape 23"/>
            <p:cNvSpPr>
              <a:spLocks noChangeArrowheads="1"/>
            </p:cNvSpPr>
            <p:nvPr/>
          </p:nvSpPr>
          <p:spPr bwMode="auto">
            <a:xfrm>
              <a:off x="746816" y="1572825"/>
              <a:ext cx="7207354" cy="560031"/>
            </a:xfrm>
            <a:prstGeom prst="roundRect">
              <a:avLst>
                <a:gd name="adj" fmla="val 16667"/>
              </a:avLst>
            </a:prstGeom>
            <a:solidFill>
              <a:srgbClr val="EAEAEA"/>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None/>
              </a:pPr>
              <a:r>
                <a:rPr lang="zh-CN" altLang="en-US" sz="1400" dirty="0">
                  <a:latin typeface="微软雅黑" panose="020B0503020204020204" pitchFamily="34" charset="-122"/>
                  <a:ea typeface="微软雅黑" panose="020B0503020204020204" pitchFamily="34" charset="-122"/>
                </a:rPr>
                <a:t>战略</a:t>
              </a:r>
              <a:endParaRPr lang="zh-CN" altLang="zh-CN" sz="1400" dirty="0">
                <a:latin typeface="微软雅黑" panose="020B0503020204020204" pitchFamily="34" charset="-122"/>
                <a:ea typeface="微软雅黑" panose="020B0503020204020204" pitchFamily="34" charset="-122"/>
              </a:endParaRPr>
            </a:p>
          </p:txBody>
        </p:sp>
        <p:sp>
          <p:nvSpPr>
            <p:cNvPr id="5" name="矩形 4"/>
            <p:cNvSpPr/>
            <p:nvPr/>
          </p:nvSpPr>
          <p:spPr bwMode="auto">
            <a:xfrm>
              <a:off x="4173633" y="1636816"/>
              <a:ext cx="864096"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buNone/>
              </a:pPr>
              <a:r>
                <a:rPr lang="zh-CN" altLang="en-US" sz="1200" dirty="0">
                  <a:solidFill>
                    <a:schemeClr val="tx1"/>
                  </a:solidFill>
                  <a:latin typeface="微软雅黑" panose="020B0503020204020204" pitchFamily="34" charset="-122"/>
                  <a:ea typeface="微软雅黑" panose="020B0503020204020204" pitchFamily="34" charset="-122"/>
                </a:rPr>
                <a:t>业务目标</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bwMode="auto">
            <a:xfrm>
              <a:off x="5311452" y="1636816"/>
              <a:ext cx="864096"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buNone/>
              </a:pPr>
              <a:r>
                <a:rPr lang="zh-CN" altLang="en-US" sz="1200" dirty="0">
                  <a:solidFill>
                    <a:schemeClr val="tx1"/>
                  </a:solidFill>
                  <a:latin typeface="微软雅黑" panose="020B0503020204020204" pitchFamily="34" charset="-122"/>
                  <a:ea typeface="微软雅黑" panose="020B0503020204020204" pitchFamily="34" charset="-122"/>
                </a:rPr>
                <a:t>战略规划</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2" name="AutoShape 23"/>
            <p:cNvSpPr>
              <a:spLocks noChangeArrowheads="1"/>
            </p:cNvSpPr>
            <p:nvPr/>
          </p:nvSpPr>
          <p:spPr bwMode="auto">
            <a:xfrm>
              <a:off x="746815" y="2276872"/>
              <a:ext cx="7207354" cy="560031"/>
            </a:xfrm>
            <a:prstGeom prst="roundRect">
              <a:avLst>
                <a:gd name="adj" fmla="val 16667"/>
              </a:avLst>
            </a:prstGeom>
            <a:solidFill>
              <a:srgbClr val="EAEAEA"/>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None/>
              </a:pPr>
              <a:r>
                <a:rPr lang="zh-CN" altLang="en-US" sz="1400" dirty="0">
                  <a:latin typeface="微软雅黑" panose="020B0503020204020204" pitchFamily="34" charset="-122"/>
                  <a:ea typeface="微软雅黑" panose="020B0503020204020204" pitchFamily="34" charset="-122"/>
                </a:rPr>
                <a:t>数字化转型</a:t>
              </a:r>
              <a:endParaRPr lang="zh-CN" altLang="zh-CN" sz="1400" dirty="0">
                <a:latin typeface="微软雅黑" panose="020B0503020204020204" pitchFamily="34" charset="-122"/>
                <a:ea typeface="微软雅黑" panose="020B0503020204020204" pitchFamily="34" charset="-122"/>
              </a:endParaRPr>
            </a:p>
          </p:txBody>
        </p:sp>
        <p:sp>
          <p:nvSpPr>
            <p:cNvPr id="43" name="矩形 42"/>
            <p:cNvSpPr/>
            <p:nvPr/>
          </p:nvSpPr>
          <p:spPr bwMode="auto">
            <a:xfrm>
              <a:off x="4505854" y="2340863"/>
              <a:ext cx="864096"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buNone/>
              </a:pPr>
              <a:r>
                <a:rPr lang="zh-CN" altLang="en-US" sz="1200" dirty="0">
                  <a:solidFill>
                    <a:schemeClr val="tx1"/>
                  </a:solidFill>
                  <a:latin typeface="微软雅黑" panose="020B0503020204020204" pitchFamily="34" charset="-122"/>
                  <a:ea typeface="微软雅黑" panose="020B0503020204020204" pitchFamily="34" charset="-122"/>
                </a:rPr>
                <a:t>项目计划</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 name="矩形 43"/>
            <p:cNvSpPr/>
            <p:nvPr/>
          </p:nvSpPr>
          <p:spPr bwMode="auto">
            <a:xfrm>
              <a:off x="5525311" y="2340863"/>
              <a:ext cx="864096"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buNone/>
              </a:pPr>
              <a:r>
                <a:rPr lang="zh-CN" altLang="en-US" sz="1200" dirty="0">
                  <a:solidFill>
                    <a:schemeClr val="tx1"/>
                  </a:solidFill>
                  <a:latin typeface="微软雅黑" panose="020B0503020204020204" pitchFamily="34" charset="-122"/>
                  <a:ea typeface="微软雅黑" panose="020B0503020204020204" pitchFamily="34" charset="-122"/>
                </a:rPr>
                <a:t>转型执行</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 name="矩形 44"/>
            <p:cNvSpPr/>
            <p:nvPr/>
          </p:nvSpPr>
          <p:spPr bwMode="auto">
            <a:xfrm>
              <a:off x="6544767" y="2340863"/>
              <a:ext cx="864096"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buNone/>
              </a:pPr>
              <a:r>
                <a:rPr lang="zh-CN" altLang="en-US" sz="1200" dirty="0">
                  <a:solidFill>
                    <a:schemeClr val="tx1"/>
                  </a:solidFill>
                  <a:latin typeface="微软雅黑" panose="020B0503020204020204" pitchFamily="34" charset="-122"/>
                  <a:ea typeface="微软雅黑" panose="020B0503020204020204" pitchFamily="34" charset="-122"/>
                </a:rPr>
                <a:t>考核</a:t>
              </a:r>
              <a:r>
                <a:rPr lang="en-US" altLang="zh-CN" sz="1200" dirty="0">
                  <a:solidFill>
                    <a:schemeClr val="tx1"/>
                  </a:solidFill>
                  <a:latin typeface="微软雅黑" panose="020B0503020204020204" pitchFamily="34" charset="-122"/>
                  <a:ea typeface="微软雅黑" panose="020B0503020204020204" pitchFamily="34" charset="-122"/>
                </a:rPr>
                <a:t>KPI</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 name="矩形 45"/>
            <p:cNvSpPr/>
            <p:nvPr/>
          </p:nvSpPr>
          <p:spPr bwMode="auto">
            <a:xfrm>
              <a:off x="3151212" y="2340863"/>
              <a:ext cx="1199281" cy="432048"/>
            </a:xfrm>
            <a:prstGeom prst="rect">
              <a:avLst/>
            </a:prstGeom>
            <a:ln>
              <a:solidFill>
                <a:schemeClr val="bg2">
                  <a:lumMod val="60000"/>
                  <a:lumOff val="40000"/>
                </a:schemeClr>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lstStyle/>
            <a:p>
              <a:pPr algn="ctr" defTabSz="914400"/>
              <a:r>
                <a:rPr lang="zh-CN" altLang="en-US" sz="1200" dirty="0">
                  <a:solidFill>
                    <a:schemeClr val="tx1"/>
                  </a:solidFill>
                  <a:latin typeface="微软雅黑" panose="020B0503020204020204" pitchFamily="34" charset="-122"/>
                  <a:ea typeface="微软雅黑" panose="020B0503020204020204" pitchFamily="34" charset="-122"/>
                </a:rPr>
                <a:t>数字化战略</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 name="AutoShape 23"/>
            <p:cNvSpPr>
              <a:spLocks noChangeArrowheads="1"/>
            </p:cNvSpPr>
            <p:nvPr/>
          </p:nvSpPr>
          <p:spPr bwMode="auto">
            <a:xfrm>
              <a:off x="2218679" y="3000148"/>
              <a:ext cx="1355706" cy="1292948"/>
            </a:xfrm>
            <a:prstGeom prst="roundRect">
              <a:avLst>
                <a:gd name="adj" fmla="val 16667"/>
              </a:avLst>
            </a:prstGeom>
            <a:noFill/>
            <a:ln>
              <a:solidFill>
                <a:schemeClr val="bg1">
                  <a:lumMod val="65000"/>
                </a:schemeClr>
              </a:solidFill>
            </a:ln>
            <a:effec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None/>
              </a:pPr>
              <a:r>
                <a:rPr lang="zh-CN" altLang="en-US" sz="1400" dirty="0">
                  <a:latin typeface="微软雅黑" panose="020B0503020204020204" pitchFamily="34" charset="-122"/>
                  <a:ea typeface="微软雅黑" panose="020B0503020204020204" pitchFamily="34" charset="-122"/>
                </a:rPr>
                <a:t>数字化</a:t>
              </a:r>
              <a:endParaRPr lang="en-US" altLang="zh-CN" sz="1400" dirty="0">
                <a:latin typeface="微软雅黑" panose="020B0503020204020204" pitchFamily="34" charset="-122"/>
                <a:ea typeface="微软雅黑" panose="020B0503020204020204" pitchFamily="34" charset="-122"/>
              </a:endParaRPr>
            </a:p>
            <a:p>
              <a:pPr algn="ctr" eaLnBrk="1" hangingPunct="1">
                <a:buNone/>
              </a:pPr>
              <a:r>
                <a:rPr lang="zh-CN" altLang="en-US" sz="1400" dirty="0">
                  <a:latin typeface="微软雅黑" panose="020B0503020204020204" pitchFamily="34" charset="-122"/>
                  <a:ea typeface="微软雅黑" panose="020B0503020204020204" pitchFamily="34" charset="-122"/>
                </a:rPr>
                <a:t>运营模式</a:t>
              </a:r>
              <a:endParaRPr lang="zh-CN" altLang="zh-CN" sz="1400" dirty="0">
                <a:latin typeface="微软雅黑" panose="020B0503020204020204" pitchFamily="34" charset="-122"/>
                <a:ea typeface="微软雅黑" panose="020B0503020204020204" pitchFamily="34" charset="-122"/>
              </a:endParaRPr>
            </a:p>
          </p:txBody>
        </p:sp>
        <p:sp>
          <p:nvSpPr>
            <p:cNvPr id="49" name="AutoShape 23"/>
            <p:cNvSpPr>
              <a:spLocks noChangeArrowheads="1"/>
            </p:cNvSpPr>
            <p:nvPr/>
          </p:nvSpPr>
          <p:spPr bwMode="auto">
            <a:xfrm>
              <a:off x="758750" y="3000148"/>
              <a:ext cx="1355706" cy="1292948"/>
            </a:xfrm>
            <a:prstGeom prst="roundRect">
              <a:avLst>
                <a:gd name="adj" fmla="val 16667"/>
              </a:avLst>
            </a:prstGeom>
            <a:noFill/>
            <a:ln>
              <a:solidFill>
                <a:schemeClr val="bg1">
                  <a:lumMod val="65000"/>
                </a:schemeClr>
              </a:solidFill>
            </a:ln>
            <a:effec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None/>
              </a:pPr>
              <a:r>
                <a:rPr lang="zh-CN" altLang="en-US" sz="1400" dirty="0">
                  <a:latin typeface="微软雅黑" panose="020B0503020204020204" pitchFamily="34" charset="-122"/>
                  <a:ea typeface="微软雅黑" panose="020B0503020204020204" pitchFamily="34" charset="-122"/>
                </a:rPr>
                <a:t>数字化</a:t>
              </a:r>
              <a:endParaRPr lang="en-US" altLang="zh-CN" sz="1400" dirty="0">
                <a:latin typeface="微软雅黑" panose="020B0503020204020204" pitchFamily="34" charset="-122"/>
                <a:ea typeface="微软雅黑" panose="020B0503020204020204" pitchFamily="34" charset="-122"/>
              </a:endParaRPr>
            </a:p>
            <a:p>
              <a:pPr algn="ctr" eaLnBrk="1" hangingPunct="1">
                <a:buNone/>
              </a:pPr>
              <a:r>
                <a:rPr lang="zh-CN" altLang="en-US" sz="1400" dirty="0">
                  <a:latin typeface="微软雅黑" panose="020B0503020204020204" pitchFamily="34" charset="-122"/>
                  <a:ea typeface="微软雅黑" panose="020B0503020204020204" pitchFamily="34" charset="-122"/>
                </a:rPr>
                <a:t>客户体验</a:t>
              </a:r>
              <a:endParaRPr lang="zh-CN" altLang="zh-CN" sz="1400" dirty="0">
                <a:latin typeface="微软雅黑" panose="020B0503020204020204" pitchFamily="34" charset="-122"/>
                <a:ea typeface="微软雅黑" panose="020B0503020204020204" pitchFamily="34" charset="-122"/>
              </a:endParaRPr>
            </a:p>
          </p:txBody>
        </p:sp>
        <p:sp>
          <p:nvSpPr>
            <p:cNvPr id="50" name="AutoShape 23"/>
            <p:cNvSpPr>
              <a:spLocks noChangeArrowheads="1"/>
            </p:cNvSpPr>
            <p:nvPr/>
          </p:nvSpPr>
          <p:spPr bwMode="auto">
            <a:xfrm>
              <a:off x="3678608" y="2988568"/>
              <a:ext cx="1355706" cy="1292948"/>
            </a:xfrm>
            <a:prstGeom prst="roundRect">
              <a:avLst>
                <a:gd name="adj" fmla="val 16667"/>
              </a:avLst>
            </a:prstGeom>
            <a:noFill/>
            <a:ln>
              <a:solidFill>
                <a:schemeClr val="bg1">
                  <a:lumMod val="65000"/>
                </a:schemeClr>
              </a:solidFill>
            </a:ln>
            <a:effec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None/>
              </a:pPr>
              <a:r>
                <a:rPr lang="zh-CN" altLang="en-US" sz="1400" dirty="0">
                  <a:latin typeface="微软雅黑" panose="020B0503020204020204" pitchFamily="34" charset="-122"/>
                  <a:ea typeface="微软雅黑" panose="020B0503020204020204" pitchFamily="34" charset="-122"/>
                </a:rPr>
                <a:t>数字化技术和数据</a:t>
              </a:r>
              <a:r>
                <a:rPr lang="en-US" altLang="zh-CN" sz="1400" dirty="0">
                  <a:latin typeface="微软雅黑" panose="020B0503020204020204" pitchFamily="34" charset="-122"/>
                  <a:ea typeface="微软雅黑" panose="020B0503020204020204" pitchFamily="34" charset="-122"/>
                </a:rPr>
                <a:t>+AI</a:t>
              </a:r>
              <a:endParaRPr lang="zh-CN" altLang="zh-CN" sz="1400" dirty="0">
                <a:latin typeface="微软雅黑" panose="020B0503020204020204" pitchFamily="34" charset="-122"/>
                <a:ea typeface="微软雅黑" panose="020B0503020204020204" pitchFamily="34" charset="-122"/>
              </a:endParaRPr>
            </a:p>
          </p:txBody>
        </p:sp>
        <p:sp>
          <p:nvSpPr>
            <p:cNvPr id="51" name="AutoShape 23"/>
            <p:cNvSpPr>
              <a:spLocks noChangeArrowheads="1"/>
            </p:cNvSpPr>
            <p:nvPr/>
          </p:nvSpPr>
          <p:spPr bwMode="auto">
            <a:xfrm>
              <a:off x="5138536" y="2988568"/>
              <a:ext cx="1355706" cy="1292948"/>
            </a:xfrm>
            <a:prstGeom prst="roundRect">
              <a:avLst>
                <a:gd name="adj" fmla="val 16667"/>
              </a:avLst>
            </a:prstGeom>
            <a:noFill/>
            <a:ln>
              <a:solidFill>
                <a:schemeClr val="bg1">
                  <a:lumMod val="65000"/>
                </a:schemeClr>
              </a:solidFill>
            </a:ln>
            <a:effec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None/>
              </a:pPr>
              <a:r>
                <a:rPr lang="zh-CN" altLang="en-US" sz="1400" dirty="0">
                  <a:latin typeface="微软雅黑" panose="020B0503020204020204" pitchFamily="34" charset="-122"/>
                  <a:ea typeface="微软雅黑" panose="020B0503020204020204" pitchFamily="34" charset="-122"/>
                </a:rPr>
                <a:t>数字化</a:t>
              </a:r>
              <a:endParaRPr lang="en-US" altLang="zh-CN" sz="1400" dirty="0">
                <a:latin typeface="微软雅黑" panose="020B0503020204020204" pitchFamily="34" charset="-122"/>
                <a:ea typeface="微软雅黑" panose="020B0503020204020204" pitchFamily="34" charset="-122"/>
              </a:endParaRPr>
            </a:p>
            <a:p>
              <a:pPr algn="ctr" eaLnBrk="1" hangingPunct="1">
                <a:buNone/>
              </a:pPr>
              <a:r>
                <a:rPr lang="zh-CN" altLang="en-US" sz="1400" dirty="0">
                  <a:latin typeface="微软雅黑" panose="020B0503020204020204" pitchFamily="34" charset="-122"/>
                  <a:ea typeface="微软雅黑" panose="020B0503020204020204" pitchFamily="34" charset="-122"/>
                </a:rPr>
                <a:t>工作资源</a:t>
              </a:r>
              <a:endParaRPr lang="zh-CN" altLang="zh-CN" sz="1400" dirty="0">
                <a:latin typeface="微软雅黑" panose="020B0503020204020204" pitchFamily="34" charset="-122"/>
                <a:ea typeface="微软雅黑" panose="020B0503020204020204" pitchFamily="34" charset="-122"/>
              </a:endParaRPr>
            </a:p>
          </p:txBody>
        </p:sp>
        <p:sp>
          <p:nvSpPr>
            <p:cNvPr id="52" name="AutoShape 23"/>
            <p:cNvSpPr>
              <a:spLocks noChangeArrowheads="1"/>
            </p:cNvSpPr>
            <p:nvPr/>
          </p:nvSpPr>
          <p:spPr bwMode="auto">
            <a:xfrm>
              <a:off x="6598464" y="2988568"/>
              <a:ext cx="1355706" cy="1292948"/>
            </a:xfrm>
            <a:prstGeom prst="roundRect">
              <a:avLst>
                <a:gd name="adj" fmla="val 16667"/>
              </a:avLst>
            </a:prstGeom>
            <a:noFill/>
            <a:ln>
              <a:solidFill>
                <a:schemeClr val="bg1">
                  <a:lumMod val="65000"/>
                </a:schemeClr>
              </a:solidFill>
            </a:ln>
            <a:effec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None/>
              </a:pPr>
              <a:r>
                <a:rPr lang="zh-CN" altLang="en-US" sz="1400" dirty="0">
                  <a:latin typeface="微软雅黑" panose="020B0503020204020204" pitchFamily="34" charset="-122"/>
                  <a:ea typeface="微软雅黑" panose="020B0503020204020204" pitchFamily="34" charset="-122"/>
                </a:rPr>
                <a:t>数字化</a:t>
              </a:r>
              <a:endParaRPr lang="en-US" altLang="zh-CN" sz="1400" dirty="0">
                <a:latin typeface="微软雅黑" panose="020B0503020204020204" pitchFamily="34" charset="-122"/>
                <a:ea typeface="微软雅黑" panose="020B0503020204020204" pitchFamily="34" charset="-122"/>
              </a:endParaRPr>
            </a:p>
            <a:p>
              <a:pPr algn="ctr" eaLnBrk="1" hangingPunct="1">
                <a:buNone/>
              </a:pPr>
              <a:r>
                <a:rPr lang="zh-CN" altLang="en-US" sz="1400" dirty="0">
                  <a:latin typeface="微软雅黑" panose="020B0503020204020204" pitchFamily="34" charset="-122"/>
                  <a:ea typeface="微软雅黑" panose="020B0503020204020204" pitchFamily="34" charset="-122"/>
                </a:rPr>
                <a:t>领导力</a:t>
              </a:r>
              <a:endParaRPr lang="zh-CN" altLang="zh-CN" sz="1400" dirty="0">
                <a:latin typeface="微软雅黑" panose="020B0503020204020204" pitchFamily="34" charset="-122"/>
                <a:ea typeface="微软雅黑" panose="020B0503020204020204" pitchFamily="34" charset="-122"/>
              </a:endParaRPr>
            </a:p>
          </p:txBody>
        </p:sp>
        <p:pic>
          <p:nvPicPr>
            <p:cNvPr id="829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40605" y="3717032"/>
              <a:ext cx="510607" cy="455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9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8976" y="3721920"/>
              <a:ext cx="574564" cy="499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9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2194" y="3756200"/>
              <a:ext cx="479178" cy="392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9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1472" y="3717032"/>
              <a:ext cx="552228" cy="477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9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5029" y="3736947"/>
              <a:ext cx="454015" cy="397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 name="AutoShape 7"/>
            <p:cNvSpPr>
              <a:spLocks noChangeArrowheads="1"/>
            </p:cNvSpPr>
            <p:nvPr/>
          </p:nvSpPr>
          <p:spPr bwMode="auto">
            <a:xfrm rot="10800000" flipV="1">
              <a:off x="3295228" y="2105421"/>
              <a:ext cx="792088" cy="171450"/>
            </a:xfrm>
            <a:prstGeom prst="triangle">
              <a:avLst>
                <a:gd name="adj" fmla="val 50000"/>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zh-CN">
                <a:ea typeface="宋体" panose="02010600030101010101" pitchFamily="2" charset="-122"/>
              </a:endParaRPr>
            </a:p>
          </p:txBody>
        </p:sp>
        <p:sp>
          <p:nvSpPr>
            <p:cNvPr id="7" name="TextBox 6"/>
            <p:cNvSpPr txBox="1"/>
            <p:nvPr/>
          </p:nvSpPr>
          <p:spPr>
            <a:xfrm>
              <a:off x="846955" y="4437113"/>
              <a:ext cx="1127232" cy="1015663"/>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客户价值</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客户历程</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客户体验</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AI</a:t>
              </a:r>
              <a:r>
                <a:rPr lang="zh-CN" altLang="en-US" sz="1200" dirty="0">
                  <a:latin typeface="微软雅黑" panose="020B0503020204020204" pitchFamily="34" charset="-122"/>
                  <a:ea typeface="微软雅黑" panose="020B0503020204020204" pitchFamily="34" charset="-122"/>
                </a:rPr>
                <a:t>智能客服</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sp>
          <p:nvSpPr>
            <p:cNvPr id="62" name="TextBox 61"/>
            <p:cNvSpPr txBox="1"/>
            <p:nvPr/>
          </p:nvSpPr>
          <p:spPr>
            <a:xfrm>
              <a:off x="2327735" y="4437113"/>
              <a:ext cx="973343" cy="1015663"/>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客户洞察</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数据平台</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算法</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AI</a:t>
              </a:r>
              <a:r>
                <a:rPr lang="zh-CN" altLang="en-US" sz="1200" dirty="0">
                  <a:latin typeface="微软雅黑" panose="020B0503020204020204" pitchFamily="34" charset="-122"/>
                  <a:ea typeface="微软雅黑" panose="020B0503020204020204" pitchFamily="34" charset="-122"/>
                </a:rPr>
                <a:t>决策</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sp>
          <p:nvSpPr>
            <p:cNvPr id="63" name="TextBox 62"/>
            <p:cNvSpPr txBox="1"/>
            <p:nvPr/>
          </p:nvSpPr>
          <p:spPr>
            <a:xfrm>
              <a:off x="3498836" y="4375557"/>
              <a:ext cx="1837362" cy="1200329"/>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技术解决方案</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流程自动化</a:t>
              </a:r>
              <a:r>
                <a:rPr lang="en-US" altLang="zh-CN" sz="1200" dirty="0">
                  <a:latin typeface="微软雅黑" panose="020B0503020204020204" pitchFamily="34" charset="-122"/>
                  <a:ea typeface="微软雅黑" panose="020B0503020204020204" pitchFamily="34" charset="-122"/>
                </a:rPr>
                <a:t>/AI Agent</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开发和运维</a:t>
              </a:r>
              <a:r>
                <a:rPr lang="en-US" altLang="zh-CN" sz="1200" dirty="0">
                  <a:latin typeface="微软雅黑" panose="020B0503020204020204" pitchFamily="34" charset="-122"/>
                  <a:ea typeface="微软雅黑" panose="020B0503020204020204" pitchFamily="34" charset="-122"/>
                </a:rPr>
                <a:t>/ AI</a:t>
              </a:r>
              <a:r>
                <a:rPr lang="zh-CN" altLang="en-US" sz="1200" dirty="0">
                  <a:latin typeface="微软雅黑" panose="020B0503020204020204" pitchFamily="34" charset="-122"/>
                  <a:ea typeface="微软雅黑" panose="020B0503020204020204" pitchFamily="34" charset="-122"/>
                </a:rPr>
                <a:t>助手</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风险和安全</a:t>
              </a:r>
              <a:r>
                <a:rPr lang="en-US" altLang="zh-CN" sz="1200" dirty="0">
                  <a:latin typeface="微软雅黑" panose="020B0503020204020204" pitchFamily="34" charset="-122"/>
                  <a:ea typeface="微软雅黑" panose="020B0503020204020204" pitchFamily="34" charset="-122"/>
                </a:rPr>
                <a:t>/AI</a:t>
              </a:r>
              <a:r>
                <a:rPr lang="zh-CN" altLang="en-US" sz="1200" dirty="0">
                  <a:latin typeface="微软雅黑" panose="020B0503020204020204" pitchFamily="34" charset="-122"/>
                  <a:ea typeface="微软雅黑" panose="020B0503020204020204" pitchFamily="34" charset="-122"/>
                </a:rPr>
                <a:t>风控</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大模型平台</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sp>
          <p:nvSpPr>
            <p:cNvPr id="64" name="TextBox 63"/>
            <p:cNvSpPr txBox="1"/>
            <p:nvPr/>
          </p:nvSpPr>
          <p:spPr>
            <a:xfrm>
              <a:off x="5413874" y="4437113"/>
              <a:ext cx="973343" cy="830997"/>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人才培养</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领导力</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AI</a:t>
              </a:r>
              <a:r>
                <a:rPr lang="zh-CN" altLang="en-US" sz="1200" dirty="0">
                  <a:latin typeface="微软雅黑" panose="020B0503020204020204" pitchFamily="34" charset="-122"/>
                  <a:ea typeface="微软雅黑" panose="020B0503020204020204" pitchFamily="34" charset="-122"/>
                </a:rPr>
                <a:t>技能</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AI</a:t>
              </a:r>
              <a:r>
                <a:rPr lang="zh-CN" altLang="en-US" sz="1200" dirty="0">
                  <a:latin typeface="微软雅黑" panose="020B0503020204020204" pitchFamily="34" charset="-122"/>
                  <a:ea typeface="微软雅黑" panose="020B0503020204020204" pitchFamily="34" charset="-122"/>
                </a:rPr>
                <a:t>员工</a:t>
              </a:r>
              <a:endParaRPr lang="en-US" altLang="zh-CN" sz="1200" dirty="0">
                <a:latin typeface="微软雅黑" panose="020B0503020204020204" pitchFamily="34" charset="-122"/>
                <a:ea typeface="微软雅黑" panose="020B0503020204020204" pitchFamily="34" charset="-122"/>
              </a:endParaRPr>
            </a:p>
          </p:txBody>
        </p:sp>
        <p:sp>
          <p:nvSpPr>
            <p:cNvPr id="65" name="TextBox 64"/>
            <p:cNvSpPr txBox="1"/>
            <p:nvPr/>
          </p:nvSpPr>
          <p:spPr>
            <a:xfrm>
              <a:off x="6865071" y="4437113"/>
              <a:ext cx="868699" cy="1200329"/>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治理</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创新</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迭代</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AI First</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sp>
          <p:nvSpPr>
            <p:cNvPr id="66" name="AutoShape 23"/>
            <p:cNvSpPr>
              <a:spLocks noChangeArrowheads="1"/>
            </p:cNvSpPr>
            <p:nvPr/>
          </p:nvSpPr>
          <p:spPr bwMode="auto">
            <a:xfrm>
              <a:off x="767844" y="5571816"/>
              <a:ext cx="7186325" cy="1169550"/>
            </a:xfrm>
            <a:prstGeom prst="roundRect">
              <a:avLst>
                <a:gd name="adj" fmla="val 16667"/>
              </a:avLst>
            </a:prstGeom>
            <a:solidFill>
              <a:schemeClr val="accent3">
                <a:lumMod val="95000"/>
              </a:schemeClr>
            </a:solidFill>
            <a:ln>
              <a:solidFill>
                <a:schemeClr val="bg1">
                  <a:lumMod val="65000"/>
                </a:schemeClr>
              </a:solidFill>
            </a:ln>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marL="285750" indent="-285750" eaLnBrk="1" hangingPunct="1">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数字化不是对现有流程的</a:t>
              </a:r>
              <a:r>
                <a:rPr lang="en-US" altLang="zh-CN" sz="1600" dirty="0">
                  <a:latin typeface="微软雅黑" panose="020B0503020204020204" pitchFamily="34" charset="-122"/>
                  <a:ea typeface="微软雅黑" panose="020B0503020204020204" pitchFamily="34" charset="-122"/>
                </a:rPr>
                <a:t>IT</a:t>
              </a:r>
              <a:r>
                <a:rPr lang="zh-CN" altLang="en-US" sz="1600" dirty="0">
                  <a:latin typeface="微软雅黑" panose="020B0503020204020204" pitchFamily="34" charset="-122"/>
                  <a:ea typeface="微软雅黑" panose="020B0503020204020204" pitchFamily="34" charset="-122"/>
                </a:rPr>
                <a:t>化，而是对流程的简化、客户体验和交互的互联网化</a:t>
              </a:r>
              <a:endParaRPr lang="en-US" altLang="zh-CN" sz="1600" dirty="0">
                <a:latin typeface="微软雅黑" panose="020B0503020204020204" pitchFamily="34" charset="-122"/>
                <a:ea typeface="微软雅黑" panose="020B0503020204020204" pitchFamily="34" charset="-122"/>
              </a:endParaRPr>
            </a:p>
            <a:p>
              <a:pPr marL="285750" indent="-285750" eaLnBrk="1" hangingPunct="1">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“转型”是关键，数字化只是手段，商业本质是提升业务能力。要围绕客户历程“端到端”优化。</a:t>
              </a:r>
              <a:endParaRPr lang="en-US" altLang="zh-CN" sz="1600" dirty="0">
                <a:latin typeface="微软雅黑" panose="020B0503020204020204" pitchFamily="34" charset="-122"/>
                <a:ea typeface="微软雅黑" panose="020B0503020204020204" pitchFamily="34" charset="-122"/>
              </a:endParaRPr>
            </a:p>
          </p:txBody>
        </p:sp>
      </p:grpSp>
      <p:sp>
        <p:nvSpPr>
          <p:cNvPr id="2" name="Arrow: Down 1"/>
          <p:cNvSpPr/>
          <p:nvPr/>
        </p:nvSpPr>
        <p:spPr bwMode="auto">
          <a:xfrm>
            <a:off x="8095403" y="2002558"/>
            <a:ext cx="1150251" cy="3636251"/>
          </a:xfrm>
          <a:prstGeom prst="downArrow">
            <a:avLst/>
          </a:prstGeom>
          <a:solidFill>
            <a:schemeClr val="bg1"/>
          </a:solidFill>
          <a:ln w="9525" cap="flat" cmpd="sng" algn="ctr">
            <a:solidFill>
              <a:schemeClr val="tx1"/>
            </a:solidFill>
            <a:prstDash val="solid"/>
            <a:round/>
            <a:headEnd type="none" w="med" len="med"/>
            <a:tailEnd type="none" w="med" len="med"/>
          </a:ln>
          <a:effectLst>
            <a:outerShdw dist="35921" dir="2700000" algn="ctr" rotWithShape="0">
              <a:schemeClr val="folHlink"/>
            </a:outerShdw>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
                <a:schemeClr val="accent1"/>
              </a:buClr>
              <a:buSzTx/>
              <a:buNone/>
            </a:pPr>
            <a:r>
              <a:rPr kumimoji="0" lang="zh-CN" altLang="en-US" sz="1800" b="0" i="0" u="none" strike="noStrike" cap="none" normalizeH="0" baseline="0" dirty="0">
                <a:ln>
                  <a:noFill/>
                </a:ln>
                <a:solidFill>
                  <a:schemeClr val="tx1"/>
                </a:solidFill>
                <a:effectLst/>
                <a:latin typeface="Arial" panose="020B0604020202020204" pitchFamily="34" charset="0"/>
              </a:rPr>
              <a:t>全面数字化的企业架构设计</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8016130" cy="939800"/>
          </a:xfrm>
        </p:spPr>
        <p:txBody>
          <a:bodyPr/>
          <a:lstStyle/>
          <a:p>
            <a:r>
              <a:rPr lang="zh-CN" altLang="en-US" dirty="0"/>
              <a:t>建立</a:t>
            </a:r>
            <a:r>
              <a:rPr lang="en-GB" dirty="0"/>
              <a:t>“</a:t>
            </a:r>
            <a:r>
              <a:rPr lang="zh-CN" altLang="en-US" dirty="0"/>
              <a:t>架构思维</a:t>
            </a:r>
            <a:r>
              <a:rPr lang="en-GB" dirty="0"/>
              <a:t>”</a:t>
            </a:r>
            <a:r>
              <a:rPr lang="zh-CN" altLang="en-US" dirty="0"/>
              <a:t>，企业整体设计业务和数字化落地</a:t>
            </a:r>
            <a:endParaRPr lang="en-GB" dirty="0"/>
          </a:p>
        </p:txBody>
      </p:sp>
      <p:sp>
        <p:nvSpPr>
          <p:cNvPr id="17" name="Rectangle 17"/>
          <p:cNvSpPr>
            <a:spLocks noChangeArrowheads="1"/>
          </p:cNvSpPr>
          <p:nvPr/>
        </p:nvSpPr>
        <p:spPr bwMode="auto">
          <a:xfrm>
            <a:off x="7658351" y="2220093"/>
            <a:ext cx="73965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zh-CN" altLang="en-US" sz="1400" b="0" dirty="0">
                <a:ea typeface="宋体" panose="02010600030101010101" pitchFamily="2" charset="-122"/>
              </a:rPr>
              <a:t>输出物</a:t>
            </a:r>
            <a:endParaRPr lang="en-GB" altLang="zh-CN" sz="1400" b="0" dirty="0">
              <a:ea typeface="宋体" panose="02010600030101010101" pitchFamily="2" charset="-122"/>
            </a:endParaRPr>
          </a:p>
        </p:txBody>
      </p:sp>
      <p:grpSp>
        <p:nvGrpSpPr>
          <p:cNvPr id="18" name="Group 18"/>
          <p:cNvGrpSpPr/>
          <p:nvPr/>
        </p:nvGrpSpPr>
        <p:grpSpPr bwMode="auto">
          <a:xfrm>
            <a:off x="7128067" y="2755204"/>
            <a:ext cx="1476375" cy="569913"/>
            <a:chOff x="158" y="2840"/>
            <a:chExt cx="930" cy="363"/>
          </a:xfrm>
        </p:grpSpPr>
        <p:sp>
          <p:nvSpPr>
            <p:cNvPr id="19" name="AutoShape 19"/>
            <p:cNvSpPr>
              <a:spLocks noChangeArrowheads="1"/>
            </p:cNvSpPr>
            <p:nvPr/>
          </p:nvSpPr>
          <p:spPr bwMode="auto">
            <a:xfrm>
              <a:off x="363" y="2840"/>
              <a:ext cx="725" cy="363"/>
            </a:xfrm>
            <a:prstGeom prst="flowChartDocumen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5" tIns="10798" rIns="17995" bIns="0"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zh-CN" altLang="en-US" sz="1200" b="0" dirty="0">
                  <a:ea typeface="宋体" panose="02010600030101010101" pitchFamily="2" charset="-122"/>
                </a:rPr>
                <a:t>业务能力图</a:t>
              </a:r>
              <a:endParaRPr lang="en-GB" altLang="zh-CN" sz="1200" b="0" dirty="0">
                <a:ea typeface="宋体" panose="02010600030101010101" pitchFamily="2" charset="-122"/>
              </a:endParaRPr>
            </a:p>
          </p:txBody>
        </p:sp>
        <p:sp>
          <p:nvSpPr>
            <p:cNvPr id="20" name="Rectangle 20"/>
            <p:cNvSpPr>
              <a:spLocks noChangeArrowheads="1"/>
            </p:cNvSpPr>
            <p:nvPr/>
          </p:nvSpPr>
          <p:spPr bwMode="auto">
            <a:xfrm>
              <a:off x="158" y="2886"/>
              <a:ext cx="49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GB" altLang="zh-CN" sz="1800" b="0" dirty="0">
                <a:ea typeface="宋体" panose="02010600030101010101" pitchFamily="2" charset="-122"/>
              </a:endParaRPr>
            </a:p>
          </p:txBody>
        </p:sp>
      </p:grpSp>
      <p:sp>
        <p:nvSpPr>
          <p:cNvPr id="22" name="AutoShape 22"/>
          <p:cNvSpPr>
            <a:spLocks noChangeArrowheads="1"/>
          </p:cNvSpPr>
          <p:nvPr/>
        </p:nvSpPr>
        <p:spPr bwMode="auto">
          <a:xfrm>
            <a:off x="7451917" y="3757811"/>
            <a:ext cx="1152525" cy="639763"/>
          </a:xfrm>
          <a:prstGeom prst="flowChartMultidocumen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7"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zh-CN" altLang="en-US" sz="1200" b="0" dirty="0">
                <a:ea typeface="宋体" panose="02010600030101010101" pitchFamily="2" charset="-122"/>
              </a:rPr>
              <a:t>各领域设计</a:t>
            </a:r>
            <a:endParaRPr lang="en-US" altLang="zh-CN" sz="1200" b="0" dirty="0">
              <a:ea typeface="宋体" panose="02010600030101010101" pitchFamily="2" charset="-122"/>
            </a:endParaRPr>
          </a:p>
          <a:p>
            <a:pPr algn="ctr" eaLnBrk="1" hangingPunct="1">
              <a:spcBef>
                <a:spcPct val="0"/>
              </a:spcBef>
              <a:buFontTx/>
              <a:buNone/>
            </a:pPr>
            <a:r>
              <a:rPr lang="zh-CN" altLang="en-US" sz="1200" b="0" dirty="0">
                <a:ea typeface="宋体" panose="02010600030101010101" pitchFamily="2" charset="-122"/>
              </a:rPr>
              <a:t>文档</a:t>
            </a:r>
            <a:endParaRPr lang="en-GB" altLang="zh-CN" sz="1200" b="0" dirty="0">
              <a:ea typeface="宋体" panose="02010600030101010101" pitchFamily="2" charset="-122"/>
            </a:endParaRPr>
          </a:p>
        </p:txBody>
      </p:sp>
      <p:grpSp>
        <p:nvGrpSpPr>
          <p:cNvPr id="25" name="Group 25"/>
          <p:cNvGrpSpPr/>
          <p:nvPr/>
        </p:nvGrpSpPr>
        <p:grpSpPr bwMode="auto">
          <a:xfrm>
            <a:off x="5834271" y="2055674"/>
            <a:ext cx="1439863" cy="3461558"/>
            <a:chOff x="658" y="754"/>
            <a:chExt cx="907" cy="1746"/>
          </a:xfrm>
        </p:grpSpPr>
        <p:sp>
          <p:nvSpPr>
            <p:cNvPr id="26" name="Rectangle 26"/>
            <p:cNvSpPr>
              <a:spLocks noChangeArrowheads="1"/>
            </p:cNvSpPr>
            <p:nvPr/>
          </p:nvSpPr>
          <p:spPr bwMode="auto">
            <a:xfrm>
              <a:off x="658" y="754"/>
              <a:ext cx="907" cy="1746"/>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endParaRPr lang="zh-CN" altLang="en-US" sz="1200">
                <a:ea typeface="宋体" panose="02010600030101010101" pitchFamily="2" charset="-122"/>
                <a:cs typeface="Arial" panose="020B0604020202020204" pitchFamily="34" charset="0"/>
              </a:endParaRPr>
            </a:p>
          </p:txBody>
        </p:sp>
        <p:sp>
          <p:nvSpPr>
            <p:cNvPr id="27" name="AutoShape 27"/>
            <p:cNvSpPr>
              <a:spLocks noChangeArrowheads="1"/>
            </p:cNvSpPr>
            <p:nvPr/>
          </p:nvSpPr>
          <p:spPr bwMode="auto">
            <a:xfrm>
              <a:off x="766" y="902"/>
              <a:ext cx="691" cy="330"/>
            </a:xfrm>
            <a:prstGeom prst="flowChartPreparation">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200" dirty="0">
                  <a:ea typeface="宋体" panose="02010600030101010101" pitchFamily="2" charset="-122"/>
                  <a:cs typeface="Arial" panose="020B0604020202020204" pitchFamily="34" charset="0"/>
                </a:rPr>
                <a:t>现状</a:t>
              </a:r>
              <a:endParaRPr lang="en-GB" altLang="zh-CN" sz="1200" dirty="0">
                <a:ea typeface="宋体" panose="02010600030101010101" pitchFamily="2" charset="-122"/>
                <a:cs typeface="Arial" panose="020B0604020202020204" pitchFamily="34" charset="0"/>
              </a:endParaRPr>
            </a:p>
          </p:txBody>
        </p:sp>
        <p:sp>
          <p:nvSpPr>
            <p:cNvPr id="28" name="AutoShape 28"/>
            <p:cNvSpPr>
              <a:spLocks noChangeArrowheads="1"/>
            </p:cNvSpPr>
            <p:nvPr/>
          </p:nvSpPr>
          <p:spPr bwMode="auto">
            <a:xfrm>
              <a:off x="766" y="2100"/>
              <a:ext cx="691" cy="330"/>
            </a:xfrm>
            <a:prstGeom prst="flowChartPreparation">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200" dirty="0">
                  <a:ea typeface="宋体" panose="02010600030101010101" pitchFamily="2" charset="-122"/>
                  <a:cs typeface="Arial" panose="020B0604020202020204" pitchFamily="34" charset="0"/>
                </a:rPr>
                <a:t>目标</a:t>
              </a:r>
              <a:endParaRPr lang="en-GB" altLang="zh-CN" sz="1200" dirty="0">
                <a:ea typeface="宋体" panose="02010600030101010101" pitchFamily="2" charset="-122"/>
                <a:cs typeface="Arial" panose="020B0604020202020204" pitchFamily="34" charset="0"/>
              </a:endParaRPr>
            </a:p>
          </p:txBody>
        </p:sp>
        <p:cxnSp>
          <p:nvCxnSpPr>
            <p:cNvPr id="29" name="AutoShape 29"/>
            <p:cNvCxnSpPr>
              <a:cxnSpLocks noChangeShapeType="1"/>
              <a:stCxn id="27" idx="2"/>
              <a:endCxn id="28" idx="0"/>
            </p:cNvCxnSpPr>
            <p:nvPr/>
          </p:nvCxnSpPr>
          <p:spPr bwMode="auto">
            <a:xfrm>
              <a:off x="1112" y="1232"/>
              <a:ext cx="0" cy="868"/>
            </a:xfrm>
            <a:prstGeom prst="straightConnector1">
              <a:avLst/>
            </a:prstGeom>
            <a:solidFill>
              <a:schemeClr val="bg1">
                <a:lumMod val="85000"/>
              </a:schemeClr>
            </a:solidFill>
            <a:ln w="9525">
              <a:solidFill>
                <a:schemeClr val="tx1"/>
              </a:solidFill>
              <a:miter lim="800000"/>
            </a:ln>
            <a:effectLst/>
          </p:spPr>
        </p:cxnSp>
        <p:grpSp>
          <p:nvGrpSpPr>
            <p:cNvPr id="30" name="Group 30"/>
            <p:cNvGrpSpPr/>
            <p:nvPr/>
          </p:nvGrpSpPr>
          <p:grpSpPr bwMode="auto">
            <a:xfrm>
              <a:off x="731" y="1418"/>
              <a:ext cx="790" cy="502"/>
              <a:chOff x="731" y="1418"/>
              <a:chExt cx="790" cy="502"/>
            </a:xfrm>
          </p:grpSpPr>
          <p:sp>
            <p:nvSpPr>
              <p:cNvPr id="31" name="AutoShape 31"/>
              <p:cNvSpPr>
                <a:spLocks noChangeArrowheads="1"/>
              </p:cNvSpPr>
              <p:nvPr/>
            </p:nvSpPr>
            <p:spPr bwMode="auto">
              <a:xfrm>
                <a:off x="731" y="1418"/>
                <a:ext cx="614" cy="296"/>
              </a:xfrm>
              <a:prstGeom prst="flowChartPredefinedProcess">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endParaRPr lang="en-GB" altLang="zh-CN" sz="1200" dirty="0">
                  <a:ea typeface="宋体" panose="02010600030101010101" pitchFamily="2" charset="-122"/>
                  <a:cs typeface="Arial" panose="020B0604020202020204" pitchFamily="34" charset="0"/>
                </a:endParaRPr>
              </a:p>
            </p:txBody>
          </p:sp>
          <p:sp>
            <p:nvSpPr>
              <p:cNvPr id="32" name="AutoShape 32"/>
              <p:cNvSpPr>
                <a:spLocks noChangeArrowheads="1"/>
              </p:cNvSpPr>
              <p:nvPr/>
            </p:nvSpPr>
            <p:spPr bwMode="auto">
              <a:xfrm>
                <a:off x="819" y="1521"/>
                <a:ext cx="614" cy="296"/>
              </a:xfrm>
              <a:prstGeom prst="flowChartPredefinedProcess">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endParaRPr lang="en-GB" altLang="zh-CN" sz="1200" dirty="0">
                  <a:ea typeface="宋体" panose="02010600030101010101" pitchFamily="2" charset="-122"/>
                  <a:cs typeface="Arial" panose="020B0604020202020204" pitchFamily="34" charset="0"/>
                </a:endParaRPr>
              </a:p>
            </p:txBody>
          </p:sp>
          <p:sp>
            <p:nvSpPr>
              <p:cNvPr id="33" name="AutoShape 33"/>
              <p:cNvSpPr>
                <a:spLocks noChangeArrowheads="1"/>
              </p:cNvSpPr>
              <p:nvPr/>
            </p:nvSpPr>
            <p:spPr bwMode="auto">
              <a:xfrm>
                <a:off x="907" y="1624"/>
                <a:ext cx="614" cy="296"/>
              </a:xfrm>
              <a:prstGeom prst="flowChartPredefinedProcess">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200" dirty="0">
                    <a:ea typeface="宋体" panose="02010600030101010101" pitchFamily="2" charset="-122"/>
                    <a:cs typeface="Arial" panose="020B0604020202020204" pitchFamily="34" charset="0"/>
                  </a:rPr>
                  <a:t>转型</a:t>
                </a:r>
                <a:endParaRPr lang="en-US" altLang="zh-CN" sz="1200" dirty="0">
                  <a:ea typeface="宋体" panose="02010600030101010101" pitchFamily="2" charset="-122"/>
                  <a:cs typeface="Arial" panose="020B0604020202020204" pitchFamily="34" charset="0"/>
                </a:endParaRPr>
              </a:p>
              <a:p>
                <a:pPr algn="ctr" eaLnBrk="1" hangingPunct="1"/>
                <a:r>
                  <a:rPr lang="zh-CN" altLang="en-US" sz="1200" dirty="0">
                    <a:ea typeface="宋体" panose="02010600030101010101" pitchFamily="2" charset="-122"/>
                    <a:cs typeface="Arial" panose="020B0604020202020204" pitchFamily="34" charset="0"/>
                  </a:rPr>
                  <a:t>项目</a:t>
                </a:r>
                <a:endParaRPr lang="en-GB" altLang="zh-CN" sz="1200" dirty="0">
                  <a:ea typeface="宋体" panose="02010600030101010101" pitchFamily="2" charset="-122"/>
                  <a:cs typeface="Arial" panose="020B0604020202020204" pitchFamily="34" charset="0"/>
                </a:endParaRPr>
              </a:p>
            </p:txBody>
          </p:sp>
        </p:grpSp>
      </p:grpSp>
      <p:grpSp>
        <p:nvGrpSpPr>
          <p:cNvPr id="23" name="Group 22"/>
          <p:cNvGrpSpPr/>
          <p:nvPr/>
        </p:nvGrpSpPr>
        <p:grpSpPr>
          <a:xfrm>
            <a:off x="738725" y="2081311"/>
            <a:ext cx="4553118" cy="3289300"/>
            <a:chOff x="2711059" y="2026543"/>
            <a:chExt cx="4553118" cy="3289300"/>
          </a:xfrm>
        </p:grpSpPr>
        <p:sp>
          <p:nvSpPr>
            <p:cNvPr id="3" name="Rectangle 3"/>
            <p:cNvSpPr>
              <a:spLocks noChangeArrowheads="1"/>
            </p:cNvSpPr>
            <p:nvPr/>
          </p:nvSpPr>
          <p:spPr bwMode="auto">
            <a:xfrm>
              <a:off x="5011466" y="4939606"/>
              <a:ext cx="2252711" cy="376237"/>
            </a:xfrm>
            <a:prstGeom prst="rect">
              <a:avLst/>
            </a:prstGeom>
            <a:solidFill>
              <a:srgbClr val="2C7FB8"/>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7"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zh-CN" sz="1400" b="0" dirty="0">
                  <a:solidFill>
                    <a:schemeClr val="bg1"/>
                  </a:solidFill>
                  <a:ea typeface="宋体" panose="02010600030101010101" pitchFamily="2" charset="-122"/>
                </a:rPr>
                <a:t>IT</a:t>
              </a:r>
              <a:r>
                <a:rPr lang="zh-CN" altLang="en-US" sz="1400" b="0" dirty="0">
                  <a:solidFill>
                    <a:schemeClr val="bg1"/>
                  </a:solidFill>
                  <a:ea typeface="宋体" panose="02010600030101010101" pitchFamily="2" charset="-122"/>
                </a:rPr>
                <a:t>项目</a:t>
              </a:r>
              <a:endParaRPr lang="en-GB" altLang="zh-CN" sz="1400" b="0" dirty="0">
                <a:solidFill>
                  <a:schemeClr val="bg1"/>
                </a:solidFill>
                <a:ea typeface="宋体" panose="02010600030101010101" pitchFamily="2" charset="-122"/>
              </a:endParaRPr>
            </a:p>
          </p:txBody>
        </p:sp>
        <p:sp>
          <p:nvSpPr>
            <p:cNvPr id="4" name="Rectangle 4"/>
            <p:cNvSpPr>
              <a:spLocks noChangeArrowheads="1"/>
            </p:cNvSpPr>
            <p:nvPr/>
          </p:nvSpPr>
          <p:spPr bwMode="gray">
            <a:xfrm>
              <a:off x="2711059" y="4939606"/>
              <a:ext cx="2185252" cy="371475"/>
            </a:xfrm>
            <a:prstGeom prst="rect">
              <a:avLst/>
            </a:prstGeom>
            <a:solidFill>
              <a:srgbClr val="2C7FB8"/>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7" tIns="45709" rIns="91417" bIns="45709" anchor="ctr"/>
            <a:lstStyle/>
            <a:p>
              <a:pPr algn="ctr" eaLnBrk="1" hangingPunct="1"/>
              <a:r>
                <a:rPr lang="zh-CN" altLang="en-US" sz="1400" dirty="0">
                  <a:solidFill>
                    <a:schemeClr val="bg1"/>
                  </a:solidFill>
                  <a:ea typeface="宋体" panose="02010600030101010101" pitchFamily="2" charset="-122"/>
                  <a:cs typeface="Arial" panose="020B0604020202020204" pitchFamily="34" charset="0"/>
                </a:rPr>
                <a:t>业务转型项目</a:t>
              </a:r>
              <a:endParaRPr lang="en-GB" altLang="zh-CN" sz="1400" dirty="0">
                <a:solidFill>
                  <a:schemeClr val="bg1"/>
                </a:solidFill>
                <a:ea typeface="宋体" panose="02010600030101010101" pitchFamily="2" charset="-122"/>
                <a:cs typeface="Arial" panose="020B0604020202020204" pitchFamily="34" charset="0"/>
              </a:endParaRPr>
            </a:p>
          </p:txBody>
        </p:sp>
        <p:sp>
          <p:nvSpPr>
            <p:cNvPr id="5" name="Rectangle 5"/>
            <p:cNvSpPr>
              <a:spLocks noChangeArrowheads="1"/>
            </p:cNvSpPr>
            <p:nvPr/>
          </p:nvSpPr>
          <p:spPr bwMode="auto">
            <a:xfrm>
              <a:off x="4410314" y="2026543"/>
              <a:ext cx="1185863" cy="442913"/>
            </a:xfrm>
            <a:prstGeom prst="rect">
              <a:avLst/>
            </a:prstGeom>
            <a:solidFill>
              <a:schemeClr val="bg1">
                <a:lumMod val="85000"/>
              </a:schemeClr>
            </a:solidFill>
            <a:ln w="9525">
              <a:solidFill>
                <a:schemeClr val="tx1"/>
              </a:solidFill>
              <a:miter lim="800000"/>
            </a:ln>
            <a:effectLst/>
          </p:spPr>
          <p:txBody>
            <a:bodyPr lIns="91417"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zh-CN" altLang="en-US" sz="1400" b="0" dirty="0">
                  <a:ea typeface="宋体" panose="02010600030101010101" pitchFamily="2" charset="-122"/>
                </a:rPr>
                <a:t>战略</a:t>
              </a:r>
              <a:r>
                <a:rPr lang="en-US" altLang="zh-CN" sz="1400" b="0" dirty="0">
                  <a:ea typeface="宋体" panose="02010600030101010101" pitchFamily="2" charset="-122"/>
                </a:rPr>
                <a:t>/</a:t>
              </a:r>
              <a:r>
                <a:rPr lang="zh-CN" altLang="en-US" sz="1400" b="0" dirty="0">
                  <a:ea typeface="宋体" panose="02010600030101010101" pitchFamily="2" charset="-122"/>
                </a:rPr>
                <a:t>愿景</a:t>
              </a:r>
              <a:endParaRPr lang="en-GB" altLang="zh-CN" sz="1400" b="0" dirty="0">
                <a:ea typeface="宋体" panose="02010600030101010101" pitchFamily="2" charset="-122"/>
              </a:endParaRPr>
            </a:p>
          </p:txBody>
        </p:sp>
        <p:sp>
          <p:nvSpPr>
            <p:cNvPr id="6" name="Rectangle 6"/>
            <p:cNvSpPr>
              <a:spLocks noChangeArrowheads="1"/>
            </p:cNvSpPr>
            <p:nvPr/>
          </p:nvSpPr>
          <p:spPr bwMode="auto">
            <a:xfrm>
              <a:off x="4108178" y="2745681"/>
              <a:ext cx="1806575" cy="371475"/>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400" dirty="0">
                  <a:ea typeface="宋体" panose="02010600030101010101" pitchFamily="2" charset="-122"/>
                  <a:cs typeface="Arial" panose="020B0604020202020204" pitchFamily="34" charset="0"/>
                </a:rPr>
                <a:t>业务能力模型</a:t>
              </a:r>
              <a:endParaRPr lang="en-GB" altLang="zh-CN" sz="1400" dirty="0">
                <a:ea typeface="宋体" panose="02010600030101010101" pitchFamily="2" charset="-122"/>
                <a:cs typeface="Arial" panose="020B0604020202020204" pitchFamily="34" charset="0"/>
              </a:endParaRPr>
            </a:p>
          </p:txBody>
        </p:sp>
        <p:sp>
          <p:nvSpPr>
            <p:cNvPr id="7" name="Rectangle 7"/>
            <p:cNvSpPr>
              <a:spLocks noChangeArrowheads="1"/>
            </p:cNvSpPr>
            <p:nvPr/>
          </p:nvSpPr>
          <p:spPr bwMode="auto">
            <a:xfrm>
              <a:off x="3809728" y="3464818"/>
              <a:ext cx="2403475" cy="371475"/>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400" dirty="0">
                  <a:ea typeface="宋体" panose="02010600030101010101" pitchFamily="2" charset="-122"/>
                  <a:cs typeface="Arial" panose="020B0604020202020204" pitchFamily="34" charset="0"/>
                </a:rPr>
                <a:t>领域专家</a:t>
              </a:r>
              <a:endParaRPr lang="en-GB" altLang="zh-CN" sz="1400" dirty="0">
                <a:ea typeface="宋体" panose="02010600030101010101" pitchFamily="2" charset="-122"/>
                <a:cs typeface="Arial" panose="020B0604020202020204" pitchFamily="34" charset="0"/>
              </a:endParaRPr>
            </a:p>
          </p:txBody>
        </p:sp>
        <p:cxnSp>
          <p:nvCxnSpPr>
            <p:cNvPr id="8" name="AutoShape 8"/>
            <p:cNvCxnSpPr>
              <a:cxnSpLocks noChangeShapeType="1"/>
              <a:stCxn id="5" idx="2"/>
              <a:endCxn id="6" idx="0"/>
            </p:cNvCxnSpPr>
            <p:nvPr/>
          </p:nvCxnSpPr>
          <p:spPr bwMode="auto">
            <a:xfrm>
              <a:off x="5003246" y="2469456"/>
              <a:ext cx="8220" cy="276225"/>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AutoShape 9"/>
            <p:cNvCxnSpPr>
              <a:cxnSpLocks noChangeShapeType="1"/>
              <a:stCxn id="6" idx="2"/>
              <a:endCxn id="7" idx="0"/>
            </p:cNvCxnSpPr>
            <p:nvPr/>
          </p:nvCxnSpPr>
          <p:spPr bwMode="auto">
            <a:xfrm>
              <a:off x="5011466" y="3117156"/>
              <a:ext cx="0" cy="347662"/>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4"/>
            <p:cNvCxnSpPr>
              <a:cxnSpLocks noChangeShapeType="1"/>
              <a:stCxn id="11" idx="0"/>
              <a:endCxn id="7" idx="2"/>
            </p:cNvCxnSpPr>
            <p:nvPr/>
          </p:nvCxnSpPr>
          <p:spPr bwMode="auto">
            <a:xfrm flipV="1">
              <a:off x="3233830" y="3836293"/>
              <a:ext cx="1777636" cy="371475"/>
            </a:xfrm>
            <a:prstGeom prst="straightConnector1">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p:cNvCxnSpPr>
              <a:cxnSpLocks noChangeShapeType="1"/>
              <a:stCxn id="12" idx="0"/>
              <a:endCxn id="7" idx="2"/>
            </p:cNvCxnSpPr>
            <p:nvPr/>
          </p:nvCxnSpPr>
          <p:spPr bwMode="auto">
            <a:xfrm flipV="1">
              <a:off x="4372032" y="3836293"/>
              <a:ext cx="639434" cy="374692"/>
            </a:xfrm>
            <a:prstGeom prst="straightConnector1">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p:cNvCxnSpPr>
              <a:cxnSpLocks noChangeShapeType="1"/>
              <a:stCxn id="13" idx="0"/>
              <a:endCxn id="7" idx="2"/>
            </p:cNvCxnSpPr>
            <p:nvPr/>
          </p:nvCxnSpPr>
          <p:spPr bwMode="auto">
            <a:xfrm flipH="1" flipV="1">
              <a:off x="5011466" y="3836293"/>
              <a:ext cx="535244" cy="374692"/>
            </a:xfrm>
            <a:prstGeom prst="straightConnector1">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16"/>
            <p:cNvCxnSpPr>
              <a:cxnSpLocks noChangeShapeType="1"/>
              <a:stCxn id="38" idx="0"/>
              <a:endCxn id="7" idx="2"/>
            </p:cNvCxnSpPr>
            <p:nvPr/>
          </p:nvCxnSpPr>
          <p:spPr bwMode="auto">
            <a:xfrm flipH="1" flipV="1">
              <a:off x="5011466" y="3836293"/>
              <a:ext cx="1724655" cy="375062"/>
            </a:xfrm>
            <a:prstGeom prst="straightConnector1">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0" name="Group 39"/>
            <p:cNvGrpSpPr/>
            <p:nvPr/>
          </p:nvGrpSpPr>
          <p:grpSpPr>
            <a:xfrm>
              <a:off x="2719164" y="4207768"/>
              <a:ext cx="4545013" cy="490355"/>
              <a:chOff x="3114675" y="3613150"/>
              <a:chExt cx="6196496" cy="716505"/>
            </a:xfrm>
          </p:grpSpPr>
          <p:sp>
            <p:nvSpPr>
              <p:cNvPr id="11" name="Rectangle 11"/>
              <p:cNvSpPr>
                <a:spLocks noChangeArrowheads="1"/>
              </p:cNvSpPr>
              <p:nvPr/>
            </p:nvSpPr>
            <p:spPr bwMode="auto">
              <a:xfrm>
                <a:off x="3114675" y="3613150"/>
                <a:ext cx="1403350" cy="711263"/>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400" dirty="0">
                    <a:ea typeface="宋体" panose="02010600030101010101" pitchFamily="2" charset="-122"/>
                    <a:cs typeface="Arial" panose="020B0604020202020204" pitchFamily="34" charset="0"/>
                  </a:rPr>
                  <a:t>业务流程优化</a:t>
                </a:r>
                <a:endParaRPr lang="en-GB" altLang="zh-CN" sz="1400" dirty="0">
                  <a:ea typeface="宋体" panose="02010600030101010101" pitchFamily="2" charset="-122"/>
                  <a:cs typeface="Arial" panose="020B0604020202020204" pitchFamily="34" charset="0"/>
                </a:endParaRPr>
              </a:p>
            </p:txBody>
          </p:sp>
          <p:sp>
            <p:nvSpPr>
              <p:cNvPr id="12" name="Rectangle 12"/>
              <p:cNvSpPr>
                <a:spLocks noChangeArrowheads="1"/>
              </p:cNvSpPr>
              <p:nvPr/>
            </p:nvSpPr>
            <p:spPr bwMode="auto">
              <a:xfrm>
                <a:off x="4648200" y="3617850"/>
                <a:ext cx="1439863" cy="711263"/>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400" dirty="0">
                    <a:ea typeface="宋体" panose="02010600030101010101" pitchFamily="2" charset="-122"/>
                    <a:cs typeface="Arial" panose="020B0604020202020204" pitchFamily="34" charset="0"/>
                  </a:rPr>
                  <a:t>数字化建设规划</a:t>
                </a:r>
                <a:endParaRPr lang="en-GB" altLang="zh-CN" sz="1400" dirty="0">
                  <a:ea typeface="宋体" panose="02010600030101010101" pitchFamily="2" charset="-122"/>
                  <a:cs typeface="Arial" panose="020B0604020202020204" pitchFamily="34" charset="0"/>
                </a:endParaRPr>
              </a:p>
            </p:txBody>
          </p:sp>
          <p:sp>
            <p:nvSpPr>
              <p:cNvPr id="13" name="Rectangle 13"/>
              <p:cNvSpPr>
                <a:spLocks noChangeArrowheads="1"/>
              </p:cNvSpPr>
              <p:nvPr/>
            </p:nvSpPr>
            <p:spPr bwMode="auto">
              <a:xfrm>
                <a:off x="6219825" y="3617851"/>
                <a:ext cx="1499635" cy="711264"/>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zh-CN" altLang="en-US" sz="1200" dirty="0">
                    <a:ea typeface="宋体" panose="02010600030101010101" pitchFamily="2" charset="-122"/>
                    <a:cs typeface="Arial" panose="020B0604020202020204" pitchFamily="34" charset="0"/>
                  </a:rPr>
                  <a:t>组织架构</a:t>
                </a:r>
                <a:r>
                  <a:rPr lang="en-US" altLang="zh-CN" sz="1200" dirty="0">
                    <a:ea typeface="宋体" panose="02010600030101010101" pitchFamily="2" charset="-122"/>
                    <a:cs typeface="Arial" panose="020B0604020202020204" pitchFamily="34" charset="0"/>
                  </a:rPr>
                  <a:t>/</a:t>
                </a:r>
                <a:endParaRPr lang="en-US" altLang="zh-CN" sz="1200" dirty="0">
                  <a:ea typeface="宋体" panose="02010600030101010101" pitchFamily="2" charset="-122"/>
                  <a:cs typeface="Arial" panose="020B0604020202020204" pitchFamily="34" charset="0"/>
                </a:endParaRPr>
              </a:p>
              <a:p>
                <a:pPr algn="ctr" eaLnBrk="1" hangingPunct="1"/>
                <a:r>
                  <a:rPr lang="zh-CN" altLang="en-US" sz="1200" dirty="0">
                    <a:ea typeface="宋体" panose="02010600030101010101" pitchFamily="2" charset="-122"/>
                    <a:cs typeface="Arial" panose="020B0604020202020204" pitchFamily="34" charset="0"/>
                  </a:rPr>
                  <a:t>人力资源设计</a:t>
                </a:r>
                <a:endParaRPr lang="en-GB" altLang="zh-CN" sz="1200" dirty="0">
                  <a:ea typeface="宋体" panose="02010600030101010101" pitchFamily="2" charset="-122"/>
                  <a:cs typeface="Arial" panose="020B0604020202020204" pitchFamily="34" charset="0"/>
                </a:endParaRPr>
              </a:p>
            </p:txBody>
          </p:sp>
          <p:sp>
            <p:nvSpPr>
              <p:cNvPr id="38" name="Rectangle 13"/>
              <p:cNvSpPr>
                <a:spLocks noChangeArrowheads="1"/>
              </p:cNvSpPr>
              <p:nvPr/>
            </p:nvSpPr>
            <p:spPr bwMode="auto">
              <a:xfrm>
                <a:off x="7871308" y="3618392"/>
                <a:ext cx="1439863" cy="711263"/>
              </a:xfrm>
              <a:prstGeom prst="rect">
                <a:avLst/>
              </a:prstGeom>
              <a:solidFill>
                <a:schemeClr val="bg1">
                  <a:lumMod val="85000"/>
                </a:schemeClr>
              </a:solidFill>
              <a:ln w="9525">
                <a:solidFill>
                  <a:schemeClr val="tx1"/>
                </a:solidFill>
                <a:miter lim="800000"/>
              </a:ln>
              <a:effectLst/>
            </p:spPr>
            <p:txBody>
              <a:bodyPr lIns="91417" tIns="45709" rIns="91417" bIns="45709" anchor="ctr"/>
              <a:lstStyle/>
              <a:p>
                <a:pPr algn="ctr" eaLnBrk="1" hangingPunct="1"/>
                <a:r>
                  <a:rPr lang="en-US" altLang="zh-CN" sz="1400" dirty="0">
                    <a:ea typeface="宋体" panose="02010600030101010101" pitchFamily="2" charset="-122"/>
                    <a:cs typeface="Arial" panose="020B0604020202020204" pitchFamily="34" charset="0"/>
                  </a:rPr>
                  <a:t>……</a:t>
                </a:r>
                <a:endParaRPr lang="en-US" altLang="zh-CN" sz="1400" dirty="0">
                  <a:ea typeface="宋体" panose="02010600030101010101" pitchFamily="2" charset="-122"/>
                  <a:cs typeface="Arial" panose="020B0604020202020204" pitchFamily="34" charset="0"/>
                </a:endParaRPr>
              </a:p>
            </p:txBody>
          </p:sp>
        </p:grpSp>
      </p:grpSp>
      <p:sp>
        <p:nvSpPr>
          <p:cNvPr id="44" name="AutoShape 22"/>
          <p:cNvSpPr>
            <a:spLocks noChangeArrowheads="1"/>
          </p:cNvSpPr>
          <p:nvPr/>
        </p:nvSpPr>
        <p:spPr bwMode="auto">
          <a:xfrm>
            <a:off x="7480223" y="4805461"/>
            <a:ext cx="1152525" cy="639763"/>
          </a:xfrm>
          <a:prstGeom prst="flowChartMultidocumen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7" tIns="45709" rIns="91417" bIns="45709"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zh-CN" altLang="en-US" sz="1200" b="0" dirty="0">
                <a:ea typeface="宋体" panose="02010600030101010101" pitchFamily="2" charset="-122"/>
              </a:rPr>
              <a:t>各项目设计</a:t>
            </a:r>
            <a:endParaRPr lang="en-US" altLang="zh-CN" sz="1200" b="0" dirty="0">
              <a:ea typeface="宋体" panose="02010600030101010101" pitchFamily="2" charset="-122"/>
            </a:endParaRPr>
          </a:p>
          <a:p>
            <a:pPr algn="ctr" eaLnBrk="1" hangingPunct="1">
              <a:spcBef>
                <a:spcPct val="0"/>
              </a:spcBef>
              <a:buFontTx/>
              <a:buNone/>
            </a:pPr>
            <a:r>
              <a:rPr lang="zh-CN" altLang="en-US" sz="1200" b="0" dirty="0">
                <a:ea typeface="宋体" panose="02010600030101010101" pitchFamily="2" charset="-122"/>
              </a:rPr>
              <a:t>文档</a:t>
            </a:r>
            <a:endParaRPr lang="en-GB" altLang="zh-CN" sz="1200" b="0" dirty="0">
              <a:ea typeface="宋体" panose="02010600030101010101" pitchFamily="2" charset="-122"/>
            </a:endParaRPr>
          </a:p>
        </p:txBody>
      </p:sp>
      <p:sp>
        <p:nvSpPr>
          <p:cNvPr id="10" name="TextBox 9"/>
          <p:cNvSpPr txBox="1"/>
          <p:nvPr/>
        </p:nvSpPr>
        <p:spPr>
          <a:xfrm>
            <a:off x="608103" y="1184275"/>
            <a:ext cx="8555987" cy="707886"/>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t>领域专家是企业业务转型项目和数字化项目的主要参与者和执行者</a:t>
            </a:r>
            <a:endParaRPr lang="en-US" altLang="zh-CN" sz="2000" dirty="0"/>
          </a:p>
          <a:p>
            <a:pPr marL="285750" indent="-285750">
              <a:buFont typeface="Arial" panose="020B0604020202020204" pitchFamily="34" charset="0"/>
              <a:buChar char="•"/>
            </a:pPr>
            <a:r>
              <a:rPr lang="zh-CN" altLang="en-US" sz="2000" dirty="0"/>
              <a:t>需要掌握卓越绩效、业务架构、数字化等企业规划和管理技能</a:t>
            </a:r>
            <a:endParaRPr lang="en-GB" sz="2000" dirty="0"/>
          </a:p>
        </p:txBody>
      </p:sp>
      <p:sp>
        <p:nvSpPr>
          <p:cNvPr id="24" name="Isosceles Triangle 23"/>
          <p:cNvSpPr/>
          <p:nvPr/>
        </p:nvSpPr>
        <p:spPr bwMode="auto">
          <a:xfrm rot="5400000">
            <a:off x="4726549" y="3558975"/>
            <a:ext cx="1707446" cy="292697"/>
          </a:xfrm>
          <a:prstGeom prst="triangle">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378618" y="392114"/>
            <a:ext cx="8912225" cy="52387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latin typeface="微软雅黑" panose="020B0503020204020204" pitchFamily="34" charset="-122"/>
                <a:ea typeface="微软雅黑" panose="020B0503020204020204" pitchFamily="34" charset="-122"/>
              </a:rPr>
              <a:t>业务能力与应用系统对照图</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展示系统功能的差距、重复和缺失</a:t>
            </a:r>
            <a:endParaRPr lang="zh-CN" altLang="en-US" b="0" dirty="0">
              <a:latin typeface="微软雅黑" panose="020B0503020204020204" pitchFamily="34" charset="-122"/>
              <a:ea typeface="微软雅黑" panose="020B0503020204020204" pitchFamily="34" charset="-122"/>
            </a:endParaRPr>
          </a:p>
        </p:txBody>
      </p:sp>
      <p:sp>
        <p:nvSpPr>
          <p:cNvPr id="11" name="Rectangle 416"/>
          <p:cNvSpPr>
            <a:spLocks noChangeArrowheads="1"/>
          </p:cNvSpPr>
          <p:nvPr/>
        </p:nvSpPr>
        <p:spPr bwMode="auto">
          <a:xfrm>
            <a:off x="8682038" y="1443038"/>
            <a:ext cx="979487"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2" name="Rectangle 420"/>
          <p:cNvSpPr>
            <a:spLocks noChangeArrowheads="1"/>
          </p:cNvSpPr>
          <p:nvPr/>
        </p:nvSpPr>
        <p:spPr bwMode="auto">
          <a:xfrm>
            <a:off x="7683500" y="1443038"/>
            <a:ext cx="979488"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3" name="Rectangle 419"/>
          <p:cNvSpPr>
            <a:spLocks noChangeArrowheads="1"/>
          </p:cNvSpPr>
          <p:nvPr/>
        </p:nvSpPr>
        <p:spPr bwMode="auto">
          <a:xfrm>
            <a:off x="6673850" y="1443038"/>
            <a:ext cx="979488"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4" name="Rectangle 418"/>
          <p:cNvSpPr>
            <a:spLocks noChangeArrowheads="1"/>
          </p:cNvSpPr>
          <p:nvPr/>
        </p:nvSpPr>
        <p:spPr bwMode="auto">
          <a:xfrm>
            <a:off x="5675313" y="1443038"/>
            <a:ext cx="979487"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5" name="Rectangle 417"/>
          <p:cNvSpPr>
            <a:spLocks noChangeArrowheads="1"/>
          </p:cNvSpPr>
          <p:nvPr/>
        </p:nvSpPr>
        <p:spPr bwMode="auto">
          <a:xfrm>
            <a:off x="4675188" y="1443038"/>
            <a:ext cx="979487"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6" name="Rectangle 415"/>
          <p:cNvSpPr>
            <a:spLocks noChangeArrowheads="1"/>
          </p:cNvSpPr>
          <p:nvPr/>
        </p:nvSpPr>
        <p:spPr bwMode="auto">
          <a:xfrm>
            <a:off x="1674813" y="1443038"/>
            <a:ext cx="979487"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7" name="Rectangle 414"/>
          <p:cNvSpPr>
            <a:spLocks noChangeArrowheads="1"/>
          </p:cNvSpPr>
          <p:nvPr/>
        </p:nvSpPr>
        <p:spPr bwMode="auto">
          <a:xfrm>
            <a:off x="3679825" y="1443038"/>
            <a:ext cx="979488"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8" name="Rectangle 413"/>
          <p:cNvSpPr>
            <a:spLocks noChangeArrowheads="1"/>
          </p:cNvSpPr>
          <p:nvPr/>
        </p:nvSpPr>
        <p:spPr bwMode="auto">
          <a:xfrm>
            <a:off x="677863" y="1443038"/>
            <a:ext cx="979487"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56331" name="Rectangle 5"/>
          <p:cNvSpPr>
            <a:spLocks noChangeArrowheads="1"/>
          </p:cNvSpPr>
          <p:nvPr/>
        </p:nvSpPr>
        <p:spPr bwMode="auto">
          <a:xfrm>
            <a:off x="280988" y="1443038"/>
            <a:ext cx="398462" cy="1101725"/>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战略规划</a:t>
            </a:r>
            <a:endParaRPr lang="zh-CN" altLang="en-US" sz="1400" b="1">
              <a:ea typeface="宋体" panose="02010600030101010101" pitchFamily="2" charset="-122"/>
            </a:endParaRPr>
          </a:p>
        </p:txBody>
      </p:sp>
      <p:sp>
        <p:nvSpPr>
          <p:cNvPr id="56332" name="Rectangle 6"/>
          <p:cNvSpPr>
            <a:spLocks noChangeArrowheads="1"/>
          </p:cNvSpPr>
          <p:nvPr/>
        </p:nvSpPr>
        <p:spPr bwMode="auto">
          <a:xfrm>
            <a:off x="280988" y="2544763"/>
            <a:ext cx="398462" cy="1774825"/>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管理控制</a:t>
            </a:r>
            <a:endParaRPr lang="zh-CN" altLang="en-US" sz="1400" b="1">
              <a:ea typeface="宋体" panose="02010600030101010101" pitchFamily="2" charset="-122"/>
            </a:endParaRPr>
          </a:p>
        </p:txBody>
      </p:sp>
      <p:sp>
        <p:nvSpPr>
          <p:cNvPr id="56333" name="Rectangle 7"/>
          <p:cNvSpPr>
            <a:spLocks noChangeArrowheads="1"/>
          </p:cNvSpPr>
          <p:nvPr/>
        </p:nvSpPr>
        <p:spPr bwMode="auto">
          <a:xfrm>
            <a:off x="280988" y="4313238"/>
            <a:ext cx="398462" cy="194945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操作执行</a:t>
            </a:r>
            <a:endParaRPr lang="zh-CN" altLang="en-US" sz="1400" b="1">
              <a:ea typeface="宋体" panose="02010600030101010101" pitchFamily="2" charset="-122"/>
            </a:endParaRPr>
          </a:p>
        </p:txBody>
      </p:sp>
      <p:sp>
        <p:nvSpPr>
          <p:cNvPr id="22" name="Rectangle 41"/>
          <p:cNvSpPr>
            <a:spLocks noChangeArrowheads="1"/>
          </p:cNvSpPr>
          <p:nvPr/>
        </p:nvSpPr>
        <p:spPr bwMode="auto">
          <a:xfrm>
            <a:off x="703263" y="2174875"/>
            <a:ext cx="93186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市场营销计划</a:t>
            </a:r>
            <a:endParaRPr lang="en-US" altLang="zh-CN" sz="800" b="1">
              <a:ea typeface="宋体" panose="02010600030101010101" pitchFamily="2" charset="-122"/>
            </a:endParaRPr>
          </a:p>
        </p:txBody>
      </p:sp>
      <p:sp>
        <p:nvSpPr>
          <p:cNvPr id="23" name="Rectangle 72"/>
          <p:cNvSpPr>
            <a:spLocks noChangeArrowheads="1"/>
          </p:cNvSpPr>
          <p:nvPr/>
        </p:nvSpPr>
        <p:spPr bwMode="auto">
          <a:xfrm>
            <a:off x="3714750" y="2909888"/>
            <a:ext cx="920750"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客户满意度</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管理</a:t>
            </a:r>
            <a:endParaRPr lang="zh-CN" altLang="en-US" sz="800" b="1">
              <a:ea typeface="宋体" panose="02010600030101010101" pitchFamily="2" charset="-122"/>
            </a:endParaRPr>
          </a:p>
        </p:txBody>
      </p:sp>
      <p:sp>
        <p:nvSpPr>
          <p:cNvPr id="56336" name="Rectangle 80"/>
          <p:cNvSpPr>
            <a:spLocks noChangeArrowheads="1"/>
          </p:cNvSpPr>
          <p:nvPr/>
        </p:nvSpPr>
        <p:spPr bwMode="auto">
          <a:xfrm>
            <a:off x="3714750" y="5700713"/>
            <a:ext cx="911225" cy="24765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客户接待</a:t>
            </a:r>
            <a:endParaRPr lang="en-US" altLang="zh-CN" sz="800" b="1">
              <a:ea typeface="宋体" panose="02010600030101010101" pitchFamily="2" charset="-122"/>
            </a:endParaRPr>
          </a:p>
        </p:txBody>
      </p:sp>
      <p:sp>
        <p:nvSpPr>
          <p:cNvPr id="11281" name="Rectangle 39"/>
          <p:cNvSpPr>
            <a:spLocks noChangeArrowheads="1"/>
          </p:cNvSpPr>
          <p:nvPr/>
        </p:nvSpPr>
        <p:spPr bwMode="auto">
          <a:xfrm>
            <a:off x="703263" y="1477963"/>
            <a:ext cx="93186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产品和解决</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方案规划</a:t>
            </a:r>
            <a:endParaRPr lang="zh-CN" altLang="en-US" sz="800" b="1">
              <a:ea typeface="宋体" panose="02010600030101010101" pitchFamily="2" charset="-122"/>
            </a:endParaRPr>
          </a:p>
        </p:txBody>
      </p:sp>
      <p:sp>
        <p:nvSpPr>
          <p:cNvPr id="56338" name="Rectangle 48"/>
          <p:cNvSpPr>
            <a:spLocks noChangeArrowheads="1"/>
          </p:cNvSpPr>
          <p:nvPr/>
        </p:nvSpPr>
        <p:spPr bwMode="auto">
          <a:xfrm>
            <a:off x="703263" y="4338638"/>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市场信息收集</a:t>
            </a:r>
            <a:endParaRPr lang="zh-CN" altLang="en-US" sz="800" b="1">
              <a:ea typeface="宋体" panose="02010600030101010101" pitchFamily="2" charset="-122"/>
            </a:endParaRPr>
          </a:p>
        </p:txBody>
      </p:sp>
      <p:sp>
        <p:nvSpPr>
          <p:cNvPr id="56339" name="Rectangle 50"/>
          <p:cNvSpPr>
            <a:spLocks noChangeArrowheads="1"/>
          </p:cNvSpPr>
          <p:nvPr/>
        </p:nvSpPr>
        <p:spPr bwMode="auto">
          <a:xfrm>
            <a:off x="703263" y="4692650"/>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市场活动</a:t>
            </a:r>
            <a:endParaRPr lang="zh-CN" altLang="en-US" sz="800" b="1">
              <a:ea typeface="宋体" panose="02010600030101010101" pitchFamily="2" charset="-122"/>
            </a:endParaRPr>
          </a:p>
        </p:txBody>
      </p:sp>
      <p:sp>
        <p:nvSpPr>
          <p:cNvPr id="56340" name="Rectangle 58"/>
          <p:cNvSpPr>
            <a:spLocks noChangeArrowheads="1"/>
          </p:cNvSpPr>
          <p:nvPr/>
        </p:nvSpPr>
        <p:spPr bwMode="auto">
          <a:xfrm>
            <a:off x="5699125" y="2557463"/>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800" b="1">
                <a:ea typeface="宋体" panose="02010600030101010101" pitchFamily="2" charset="-122"/>
              </a:rPr>
              <a:t>IT</a:t>
            </a:r>
            <a:r>
              <a:rPr lang="zh-CN" altLang="en-US" sz="800" b="1">
                <a:ea typeface="宋体" panose="02010600030101010101" pitchFamily="2" charset="-122"/>
              </a:rPr>
              <a:t>资产管理</a:t>
            </a:r>
            <a:endParaRPr lang="zh-CN" altLang="en-US" sz="800" b="1">
              <a:ea typeface="宋体" panose="02010600030101010101" pitchFamily="2" charset="-122"/>
            </a:endParaRPr>
          </a:p>
        </p:txBody>
      </p:sp>
      <p:sp>
        <p:nvSpPr>
          <p:cNvPr id="56341" name="Rectangle 59"/>
          <p:cNvSpPr>
            <a:spLocks noChangeArrowheads="1"/>
          </p:cNvSpPr>
          <p:nvPr/>
        </p:nvSpPr>
        <p:spPr bwMode="auto">
          <a:xfrm>
            <a:off x="5699125" y="2903538"/>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性能管理</a:t>
            </a:r>
            <a:endParaRPr lang="zh-CN" altLang="en-US" sz="800" b="1">
              <a:ea typeface="宋体" panose="02010600030101010101" pitchFamily="2" charset="-122"/>
            </a:endParaRPr>
          </a:p>
        </p:txBody>
      </p:sp>
      <p:sp>
        <p:nvSpPr>
          <p:cNvPr id="56342" name="Rectangle 60"/>
          <p:cNvSpPr>
            <a:spLocks noChangeArrowheads="1"/>
          </p:cNvSpPr>
          <p:nvPr/>
        </p:nvSpPr>
        <p:spPr bwMode="auto">
          <a:xfrm>
            <a:off x="5699125" y="3254375"/>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800" b="1">
                <a:ea typeface="宋体" panose="02010600030101010101" pitchFamily="2" charset="-122"/>
              </a:rPr>
              <a:t>IT</a:t>
            </a:r>
            <a:r>
              <a:rPr lang="zh-CN" altLang="en-US" sz="800" b="1">
                <a:ea typeface="宋体" panose="02010600030101010101" pitchFamily="2" charset="-122"/>
              </a:rPr>
              <a:t>系统</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架构设计</a:t>
            </a:r>
            <a:endParaRPr lang="zh-CN" altLang="en-US" sz="800" b="1">
              <a:ea typeface="宋体" panose="02010600030101010101" pitchFamily="2" charset="-122"/>
            </a:endParaRPr>
          </a:p>
        </p:txBody>
      </p:sp>
      <p:sp>
        <p:nvSpPr>
          <p:cNvPr id="56343" name="Rectangle 63"/>
          <p:cNvSpPr>
            <a:spLocks noChangeArrowheads="1"/>
          </p:cNvSpPr>
          <p:nvPr/>
        </p:nvSpPr>
        <p:spPr bwMode="auto">
          <a:xfrm>
            <a:off x="5699125" y="4338638"/>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800" b="1">
                <a:ea typeface="宋体" panose="02010600030101010101" pitchFamily="2" charset="-122"/>
              </a:rPr>
              <a:t>IT</a:t>
            </a:r>
            <a:r>
              <a:rPr lang="zh-CN" altLang="en-US" sz="800" b="1">
                <a:ea typeface="宋体" panose="02010600030101010101" pitchFamily="2" charset="-122"/>
              </a:rPr>
              <a:t>设施运维</a:t>
            </a:r>
            <a:endParaRPr lang="zh-CN" altLang="en-US" sz="800" b="1">
              <a:ea typeface="宋体" panose="02010600030101010101" pitchFamily="2" charset="-122"/>
            </a:endParaRPr>
          </a:p>
        </p:txBody>
      </p:sp>
      <p:sp>
        <p:nvSpPr>
          <p:cNvPr id="56344" name="Rectangle 65"/>
          <p:cNvSpPr>
            <a:spLocks noChangeArrowheads="1"/>
          </p:cNvSpPr>
          <p:nvPr/>
        </p:nvSpPr>
        <p:spPr bwMode="auto">
          <a:xfrm>
            <a:off x="5699125" y="4681538"/>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应用系统实施</a:t>
            </a:r>
            <a:endParaRPr lang="zh-CN" altLang="en-US" sz="800" b="1">
              <a:ea typeface="宋体" panose="02010600030101010101" pitchFamily="2" charset="-122"/>
            </a:endParaRPr>
          </a:p>
        </p:txBody>
      </p:sp>
      <p:sp>
        <p:nvSpPr>
          <p:cNvPr id="56345" name="Rectangle 69"/>
          <p:cNvSpPr>
            <a:spLocks noChangeArrowheads="1"/>
          </p:cNvSpPr>
          <p:nvPr/>
        </p:nvSpPr>
        <p:spPr bwMode="auto">
          <a:xfrm>
            <a:off x="4708525" y="1477963"/>
            <a:ext cx="9207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产品支持</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策略</a:t>
            </a:r>
            <a:endParaRPr lang="zh-CN" altLang="en-US" sz="800" b="1">
              <a:ea typeface="宋体" panose="02010600030101010101" pitchFamily="2" charset="-122"/>
            </a:endParaRPr>
          </a:p>
        </p:txBody>
      </p:sp>
      <p:sp>
        <p:nvSpPr>
          <p:cNvPr id="56346" name="Rectangle 77"/>
          <p:cNvSpPr>
            <a:spLocks noChangeArrowheads="1"/>
          </p:cNvSpPr>
          <p:nvPr/>
        </p:nvSpPr>
        <p:spPr bwMode="auto">
          <a:xfrm>
            <a:off x="4708525" y="4338638"/>
            <a:ext cx="9207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产品问题解答</a:t>
            </a:r>
            <a:endParaRPr lang="zh-CN" altLang="en-US" sz="800" b="1">
              <a:ea typeface="宋体" panose="02010600030101010101" pitchFamily="2" charset="-122"/>
            </a:endParaRPr>
          </a:p>
        </p:txBody>
      </p:sp>
      <p:sp>
        <p:nvSpPr>
          <p:cNvPr id="56347" name="Rectangle 80"/>
          <p:cNvSpPr>
            <a:spLocks noChangeArrowheads="1"/>
          </p:cNvSpPr>
          <p:nvPr/>
        </p:nvSpPr>
        <p:spPr bwMode="auto">
          <a:xfrm>
            <a:off x="4708525" y="5021263"/>
            <a:ext cx="9207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变更</a:t>
            </a:r>
            <a:r>
              <a:rPr lang="en-US" altLang="zh-CN" sz="800" b="1">
                <a:ea typeface="宋体" panose="02010600030101010101" pitchFamily="2" charset="-122"/>
              </a:rPr>
              <a:t>/</a:t>
            </a:r>
            <a:r>
              <a:rPr lang="zh-CN" altLang="en-US" sz="800" b="1">
                <a:ea typeface="宋体" panose="02010600030101010101" pitchFamily="2" charset="-122"/>
              </a:rPr>
              <a:t>版本升级</a:t>
            </a:r>
            <a:endParaRPr lang="en-US" altLang="zh-CN" sz="800" b="1">
              <a:ea typeface="宋体" panose="02010600030101010101" pitchFamily="2" charset="-122"/>
            </a:endParaRPr>
          </a:p>
        </p:txBody>
      </p:sp>
      <p:sp>
        <p:nvSpPr>
          <p:cNvPr id="56348" name="Rectangle 81"/>
          <p:cNvSpPr>
            <a:spLocks noChangeArrowheads="1"/>
          </p:cNvSpPr>
          <p:nvPr/>
        </p:nvSpPr>
        <p:spPr bwMode="auto">
          <a:xfrm>
            <a:off x="4708525" y="5364163"/>
            <a:ext cx="9207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客户需求反馈</a:t>
            </a:r>
            <a:endParaRPr lang="en-US" altLang="zh-CN" sz="800" b="1">
              <a:ea typeface="宋体" panose="02010600030101010101" pitchFamily="2" charset="-122"/>
            </a:endParaRPr>
          </a:p>
        </p:txBody>
      </p:sp>
      <p:sp>
        <p:nvSpPr>
          <p:cNvPr id="56349" name="Rectangle 23"/>
          <p:cNvSpPr>
            <a:spLocks noChangeArrowheads="1"/>
          </p:cNvSpPr>
          <p:nvPr/>
        </p:nvSpPr>
        <p:spPr bwMode="auto">
          <a:xfrm>
            <a:off x="3714750" y="1477963"/>
            <a:ext cx="91757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服务规划</a:t>
            </a:r>
            <a:endParaRPr lang="zh-CN" altLang="en-US" sz="800" b="1">
              <a:ea typeface="宋体" panose="02010600030101010101" pitchFamily="2" charset="-122"/>
            </a:endParaRPr>
          </a:p>
        </p:txBody>
      </p:sp>
      <p:sp>
        <p:nvSpPr>
          <p:cNvPr id="56350" name="Rectangle 34"/>
          <p:cNvSpPr>
            <a:spLocks noChangeArrowheads="1"/>
          </p:cNvSpPr>
          <p:nvPr/>
        </p:nvSpPr>
        <p:spPr bwMode="auto">
          <a:xfrm>
            <a:off x="3714750" y="5073650"/>
            <a:ext cx="911225" cy="293688"/>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安装</a:t>
            </a:r>
            <a:r>
              <a:rPr lang="en-US" altLang="zh-CN" sz="800" b="1">
                <a:ea typeface="宋体" panose="02010600030101010101" pitchFamily="2" charset="-122"/>
              </a:rPr>
              <a:t>/</a:t>
            </a:r>
            <a:r>
              <a:rPr lang="zh-CN" altLang="en-US" sz="800" b="1">
                <a:ea typeface="宋体" panose="02010600030101010101" pitchFamily="2" charset="-122"/>
              </a:rPr>
              <a:t>实施</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服务</a:t>
            </a:r>
            <a:endParaRPr lang="zh-CN" altLang="en-US" sz="800" b="1">
              <a:ea typeface="宋体" panose="02010600030101010101" pitchFamily="2" charset="-122"/>
            </a:endParaRPr>
          </a:p>
        </p:txBody>
      </p:sp>
      <p:sp>
        <p:nvSpPr>
          <p:cNvPr id="56351" name="Rectangle 35"/>
          <p:cNvSpPr>
            <a:spLocks noChangeArrowheads="1"/>
          </p:cNvSpPr>
          <p:nvPr/>
        </p:nvSpPr>
        <p:spPr bwMode="auto">
          <a:xfrm>
            <a:off x="3714750" y="5399088"/>
            <a:ext cx="911225" cy="27305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投诉处理</a:t>
            </a:r>
            <a:endParaRPr lang="zh-CN" altLang="en-US" sz="800" b="1">
              <a:ea typeface="宋体" panose="02010600030101010101" pitchFamily="2" charset="-122"/>
            </a:endParaRPr>
          </a:p>
        </p:txBody>
      </p:sp>
      <p:sp>
        <p:nvSpPr>
          <p:cNvPr id="40" name="Rectangle 23"/>
          <p:cNvSpPr>
            <a:spLocks noChangeArrowheads="1"/>
          </p:cNvSpPr>
          <p:nvPr/>
        </p:nvSpPr>
        <p:spPr bwMode="auto">
          <a:xfrm>
            <a:off x="703263" y="1825625"/>
            <a:ext cx="92551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市场策略</a:t>
            </a:r>
            <a:endParaRPr lang="zh-CN" altLang="en-US" sz="800" b="1">
              <a:ea typeface="宋体" panose="02010600030101010101" pitchFamily="2" charset="-122"/>
            </a:endParaRPr>
          </a:p>
        </p:txBody>
      </p:sp>
      <p:sp>
        <p:nvSpPr>
          <p:cNvPr id="56353" name="Rectangle 36"/>
          <p:cNvSpPr>
            <a:spLocks noChangeArrowheads="1"/>
          </p:cNvSpPr>
          <p:nvPr/>
        </p:nvSpPr>
        <p:spPr bwMode="auto">
          <a:xfrm>
            <a:off x="1717675" y="4983163"/>
            <a:ext cx="904875" cy="29210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系统开发</a:t>
            </a:r>
            <a:endParaRPr lang="zh-CN" altLang="en-US" sz="800" b="1">
              <a:ea typeface="宋体" panose="02010600030101010101" pitchFamily="2" charset="-122"/>
            </a:endParaRPr>
          </a:p>
        </p:txBody>
      </p:sp>
      <p:sp>
        <p:nvSpPr>
          <p:cNvPr id="56354" name="Rectangle 44"/>
          <p:cNvSpPr>
            <a:spLocks noChangeArrowheads="1"/>
          </p:cNvSpPr>
          <p:nvPr/>
        </p:nvSpPr>
        <p:spPr bwMode="auto">
          <a:xfrm>
            <a:off x="3714750" y="2560638"/>
            <a:ext cx="91757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服务管理</a:t>
            </a:r>
            <a:endParaRPr lang="zh-CN" altLang="en-US" sz="800" b="1">
              <a:ea typeface="宋体" panose="02010600030101010101" pitchFamily="2" charset="-122"/>
            </a:endParaRPr>
          </a:p>
        </p:txBody>
      </p:sp>
      <p:sp>
        <p:nvSpPr>
          <p:cNvPr id="56355" name="Rectangle 34"/>
          <p:cNvSpPr>
            <a:spLocks noChangeArrowheads="1"/>
          </p:cNvSpPr>
          <p:nvPr/>
        </p:nvSpPr>
        <p:spPr bwMode="auto">
          <a:xfrm>
            <a:off x="1717675" y="5305425"/>
            <a:ext cx="904875" cy="29210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系统测试</a:t>
            </a:r>
            <a:endParaRPr lang="en-US" altLang="zh-CN" sz="800" b="1">
              <a:ea typeface="宋体" panose="02010600030101010101" pitchFamily="2" charset="-122"/>
            </a:endParaRPr>
          </a:p>
        </p:txBody>
      </p:sp>
      <p:sp>
        <p:nvSpPr>
          <p:cNvPr id="56356" name="Rectangle 84"/>
          <p:cNvSpPr>
            <a:spLocks noChangeArrowheads="1"/>
          </p:cNvSpPr>
          <p:nvPr/>
        </p:nvSpPr>
        <p:spPr bwMode="auto">
          <a:xfrm>
            <a:off x="5699125" y="1477963"/>
            <a:ext cx="92710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800" b="1">
                <a:ea typeface="宋体" panose="02010600030101010101" pitchFamily="2" charset="-122"/>
              </a:rPr>
              <a:t>IT</a:t>
            </a:r>
            <a:r>
              <a:rPr lang="zh-CN" altLang="en-US" sz="800" b="1">
                <a:ea typeface="宋体" panose="02010600030101010101" pitchFamily="2" charset="-122"/>
              </a:rPr>
              <a:t>规划</a:t>
            </a:r>
            <a:endParaRPr lang="zh-CN" altLang="en-US" sz="800" b="1">
              <a:ea typeface="宋体" panose="02010600030101010101" pitchFamily="2" charset="-122"/>
            </a:endParaRPr>
          </a:p>
        </p:txBody>
      </p:sp>
      <p:sp>
        <p:nvSpPr>
          <p:cNvPr id="11301" name="Rectangle 80"/>
          <p:cNvSpPr>
            <a:spLocks noChangeArrowheads="1"/>
          </p:cNvSpPr>
          <p:nvPr/>
        </p:nvSpPr>
        <p:spPr bwMode="auto">
          <a:xfrm>
            <a:off x="1717675" y="2903538"/>
            <a:ext cx="900113" cy="317500"/>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解决方案设计</a:t>
            </a:r>
            <a:endParaRPr lang="zh-CN" altLang="en-US" sz="800" b="1">
              <a:ea typeface="宋体" panose="02010600030101010101" pitchFamily="2" charset="-122"/>
            </a:endParaRPr>
          </a:p>
        </p:txBody>
      </p:sp>
      <p:sp>
        <p:nvSpPr>
          <p:cNvPr id="11302" name="Rectangle 77"/>
          <p:cNvSpPr>
            <a:spLocks noChangeArrowheads="1"/>
          </p:cNvSpPr>
          <p:nvPr/>
        </p:nvSpPr>
        <p:spPr bwMode="auto">
          <a:xfrm>
            <a:off x="1717675" y="2557463"/>
            <a:ext cx="900113"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产品体系架构</a:t>
            </a:r>
            <a:endParaRPr lang="zh-CN" altLang="en-US"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设计</a:t>
            </a:r>
            <a:endParaRPr lang="zh-CN" altLang="en-US" sz="800" b="1">
              <a:ea typeface="宋体" panose="02010600030101010101" pitchFamily="2" charset="-122"/>
            </a:endParaRPr>
          </a:p>
        </p:txBody>
      </p:sp>
      <p:sp>
        <p:nvSpPr>
          <p:cNvPr id="56359" name="Rectangle 23"/>
          <p:cNvSpPr>
            <a:spLocks noChangeArrowheads="1"/>
          </p:cNvSpPr>
          <p:nvPr/>
        </p:nvSpPr>
        <p:spPr bwMode="auto">
          <a:xfrm>
            <a:off x="1717675" y="1477963"/>
            <a:ext cx="9080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研发规划</a:t>
            </a:r>
            <a:endParaRPr lang="zh-CN" altLang="en-US" sz="800" b="1">
              <a:ea typeface="宋体" panose="02010600030101010101" pitchFamily="2" charset="-122"/>
            </a:endParaRPr>
          </a:p>
        </p:txBody>
      </p:sp>
      <p:sp>
        <p:nvSpPr>
          <p:cNvPr id="56360" name="Rectangle 36"/>
          <p:cNvSpPr>
            <a:spLocks noChangeArrowheads="1"/>
          </p:cNvSpPr>
          <p:nvPr/>
        </p:nvSpPr>
        <p:spPr bwMode="auto">
          <a:xfrm>
            <a:off x="1717675" y="4338638"/>
            <a:ext cx="904875" cy="29210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产品需求分析</a:t>
            </a:r>
            <a:endParaRPr lang="zh-CN" altLang="en-US" sz="800" b="1">
              <a:ea typeface="宋体" panose="02010600030101010101" pitchFamily="2" charset="-122"/>
            </a:endParaRPr>
          </a:p>
        </p:txBody>
      </p:sp>
      <p:sp>
        <p:nvSpPr>
          <p:cNvPr id="56361" name="Rectangle 81"/>
          <p:cNvSpPr>
            <a:spLocks noChangeArrowheads="1"/>
          </p:cNvSpPr>
          <p:nvPr/>
        </p:nvSpPr>
        <p:spPr bwMode="auto">
          <a:xfrm>
            <a:off x="1717675" y="3597275"/>
            <a:ext cx="90011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项目管理</a:t>
            </a:r>
            <a:endParaRPr lang="en-US" altLang="zh-CN" sz="800" b="1">
              <a:ea typeface="宋体" panose="02010600030101010101" pitchFamily="2" charset="-122"/>
            </a:endParaRPr>
          </a:p>
        </p:txBody>
      </p:sp>
      <p:sp>
        <p:nvSpPr>
          <p:cNvPr id="56362" name="Rectangle 32"/>
          <p:cNvSpPr>
            <a:spLocks noChangeArrowheads="1"/>
          </p:cNvSpPr>
          <p:nvPr/>
        </p:nvSpPr>
        <p:spPr bwMode="auto">
          <a:xfrm>
            <a:off x="3714750" y="4724400"/>
            <a:ext cx="91122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订单和商务处理</a:t>
            </a:r>
            <a:endParaRPr lang="zh-CN" altLang="en-US" sz="800" b="1">
              <a:ea typeface="宋体" panose="02010600030101010101" pitchFamily="2" charset="-122"/>
            </a:endParaRPr>
          </a:p>
        </p:txBody>
      </p:sp>
      <p:sp>
        <p:nvSpPr>
          <p:cNvPr id="56363" name="Rectangle 36"/>
          <p:cNvSpPr>
            <a:spLocks noChangeArrowheads="1"/>
          </p:cNvSpPr>
          <p:nvPr/>
        </p:nvSpPr>
        <p:spPr bwMode="auto">
          <a:xfrm>
            <a:off x="1717675" y="4660900"/>
            <a:ext cx="901700" cy="292100"/>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系统设计</a:t>
            </a:r>
            <a:endParaRPr lang="zh-CN" altLang="en-US" sz="800" b="1">
              <a:ea typeface="宋体" panose="02010600030101010101" pitchFamily="2" charset="-122"/>
            </a:endParaRPr>
          </a:p>
        </p:txBody>
      </p:sp>
      <p:sp>
        <p:nvSpPr>
          <p:cNvPr id="60" name="Rectangle 44"/>
          <p:cNvSpPr>
            <a:spLocks noChangeArrowheads="1"/>
          </p:cNvSpPr>
          <p:nvPr/>
        </p:nvSpPr>
        <p:spPr bwMode="auto">
          <a:xfrm>
            <a:off x="703263" y="2557463"/>
            <a:ext cx="93186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市场分析</a:t>
            </a:r>
            <a:endParaRPr lang="zh-CN" altLang="en-US" sz="800" b="1">
              <a:ea typeface="宋体" panose="02010600030101010101" pitchFamily="2" charset="-122"/>
            </a:endParaRPr>
          </a:p>
        </p:txBody>
      </p:sp>
      <p:sp>
        <p:nvSpPr>
          <p:cNvPr id="56365" name="Rectangle 129"/>
          <p:cNvSpPr>
            <a:spLocks noChangeArrowheads="1"/>
          </p:cNvSpPr>
          <p:nvPr/>
        </p:nvSpPr>
        <p:spPr bwMode="auto">
          <a:xfrm>
            <a:off x="7702550" y="468788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固定资产管理</a:t>
            </a:r>
            <a:endParaRPr lang="zh-CN" altLang="en-US" sz="800" b="1">
              <a:ea typeface="宋体" panose="02010600030101010101" pitchFamily="2" charset="-122"/>
            </a:endParaRPr>
          </a:p>
        </p:txBody>
      </p:sp>
      <p:sp>
        <p:nvSpPr>
          <p:cNvPr id="56366" name="Rectangle 122"/>
          <p:cNvSpPr>
            <a:spLocks noChangeArrowheads="1"/>
          </p:cNvSpPr>
          <p:nvPr/>
        </p:nvSpPr>
        <p:spPr bwMode="auto">
          <a:xfrm>
            <a:off x="7702550" y="1477963"/>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财务规划</a:t>
            </a:r>
            <a:endParaRPr lang="zh-CN" altLang="en-US" sz="800" b="1">
              <a:ea typeface="宋体" panose="02010600030101010101" pitchFamily="2" charset="-122"/>
            </a:endParaRPr>
          </a:p>
        </p:txBody>
      </p:sp>
      <p:sp>
        <p:nvSpPr>
          <p:cNvPr id="56367" name="Rectangle 126"/>
          <p:cNvSpPr>
            <a:spLocks noChangeArrowheads="1"/>
          </p:cNvSpPr>
          <p:nvPr/>
        </p:nvSpPr>
        <p:spPr bwMode="auto">
          <a:xfrm>
            <a:off x="7702550" y="2557463"/>
            <a:ext cx="931863" cy="284162"/>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财务制度管理</a:t>
            </a:r>
            <a:endParaRPr lang="zh-CN" altLang="en-US" sz="800" b="1">
              <a:ea typeface="宋体" panose="02010600030101010101" pitchFamily="2" charset="-122"/>
            </a:endParaRPr>
          </a:p>
        </p:txBody>
      </p:sp>
      <p:sp>
        <p:nvSpPr>
          <p:cNvPr id="56368" name="Rectangle 131"/>
          <p:cNvSpPr>
            <a:spLocks noChangeArrowheads="1"/>
          </p:cNvSpPr>
          <p:nvPr/>
        </p:nvSpPr>
        <p:spPr bwMode="auto">
          <a:xfrm>
            <a:off x="7702550" y="3176588"/>
            <a:ext cx="931863" cy="284162"/>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成本控制和分析</a:t>
            </a:r>
            <a:endParaRPr lang="zh-CN" altLang="en-US" sz="800" b="1">
              <a:ea typeface="宋体" panose="02010600030101010101" pitchFamily="2" charset="-122"/>
            </a:endParaRPr>
          </a:p>
        </p:txBody>
      </p:sp>
      <p:sp>
        <p:nvSpPr>
          <p:cNvPr id="56369" name="Rectangle 133"/>
          <p:cNvSpPr>
            <a:spLocks noChangeArrowheads="1"/>
          </p:cNvSpPr>
          <p:nvPr/>
        </p:nvSpPr>
        <p:spPr bwMode="auto">
          <a:xfrm>
            <a:off x="7702550" y="433863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收付处理</a:t>
            </a:r>
            <a:endParaRPr lang="en-US" altLang="zh-CN" sz="800" b="1">
              <a:ea typeface="宋体" panose="02010600030101010101" pitchFamily="2" charset="-122"/>
            </a:endParaRPr>
          </a:p>
        </p:txBody>
      </p:sp>
      <p:sp>
        <p:nvSpPr>
          <p:cNvPr id="56370" name="Rectangle 137"/>
          <p:cNvSpPr>
            <a:spLocks noChangeArrowheads="1"/>
          </p:cNvSpPr>
          <p:nvPr/>
        </p:nvSpPr>
        <p:spPr bwMode="auto">
          <a:xfrm>
            <a:off x="7702550" y="503078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税务</a:t>
            </a:r>
            <a:endParaRPr lang="zh-CN" altLang="en-US" sz="800" b="1">
              <a:ea typeface="宋体" panose="02010600030101010101" pitchFamily="2" charset="-122"/>
            </a:endParaRPr>
          </a:p>
        </p:txBody>
      </p:sp>
      <p:sp>
        <p:nvSpPr>
          <p:cNvPr id="56371" name="Rectangle 139"/>
          <p:cNvSpPr>
            <a:spLocks noChangeArrowheads="1"/>
          </p:cNvSpPr>
          <p:nvPr/>
        </p:nvSpPr>
        <p:spPr bwMode="auto">
          <a:xfrm>
            <a:off x="7702550" y="3489325"/>
            <a:ext cx="931863" cy="255588"/>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资金计划</a:t>
            </a:r>
            <a:endParaRPr lang="zh-CN" altLang="en-US" sz="800" b="1">
              <a:ea typeface="宋体" panose="02010600030101010101" pitchFamily="2" charset="-122"/>
            </a:endParaRPr>
          </a:p>
        </p:txBody>
      </p:sp>
      <p:sp>
        <p:nvSpPr>
          <p:cNvPr id="56372" name="Rectangle 141"/>
          <p:cNvSpPr>
            <a:spLocks noChangeArrowheads="1"/>
          </p:cNvSpPr>
          <p:nvPr/>
        </p:nvSpPr>
        <p:spPr bwMode="auto">
          <a:xfrm>
            <a:off x="7702550" y="5378450"/>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会计核算</a:t>
            </a:r>
            <a:endParaRPr lang="zh-CN" altLang="en-US" sz="800" b="1">
              <a:ea typeface="宋体" panose="02010600030101010101" pitchFamily="2" charset="-122"/>
            </a:endParaRPr>
          </a:p>
        </p:txBody>
      </p:sp>
      <p:sp>
        <p:nvSpPr>
          <p:cNvPr id="56373" name="Rectangle 126"/>
          <p:cNvSpPr>
            <a:spLocks noChangeArrowheads="1"/>
          </p:cNvSpPr>
          <p:nvPr/>
        </p:nvSpPr>
        <p:spPr bwMode="auto">
          <a:xfrm>
            <a:off x="7681913" y="2878138"/>
            <a:ext cx="931862" cy="284162"/>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财务预算管理</a:t>
            </a:r>
            <a:endParaRPr lang="zh-CN" altLang="en-US" sz="800" b="1">
              <a:ea typeface="宋体" panose="02010600030101010101" pitchFamily="2" charset="-122"/>
            </a:endParaRPr>
          </a:p>
        </p:txBody>
      </p:sp>
      <p:sp>
        <p:nvSpPr>
          <p:cNvPr id="56374" name="Rectangle 140"/>
          <p:cNvSpPr>
            <a:spLocks noChangeArrowheads="1"/>
          </p:cNvSpPr>
          <p:nvPr/>
        </p:nvSpPr>
        <p:spPr bwMode="auto">
          <a:xfrm>
            <a:off x="8709025" y="4060825"/>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安全管理</a:t>
            </a:r>
            <a:endParaRPr lang="zh-CN" altLang="en-US" sz="800" b="1">
              <a:ea typeface="宋体" panose="02010600030101010101" pitchFamily="2" charset="-122"/>
            </a:endParaRPr>
          </a:p>
        </p:txBody>
      </p:sp>
      <p:sp>
        <p:nvSpPr>
          <p:cNvPr id="56375" name="Rectangle 126"/>
          <p:cNvSpPr>
            <a:spLocks noChangeArrowheads="1"/>
          </p:cNvSpPr>
          <p:nvPr/>
        </p:nvSpPr>
        <p:spPr bwMode="auto">
          <a:xfrm>
            <a:off x="6700838" y="3605213"/>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关键人才管理</a:t>
            </a:r>
            <a:endParaRPr lang="zh-CN" altLang="en-US" sz="800" b="1">
              <a:ea typeface="宋体" panose="02010600030101010101" pitchFamily="2" charset="-122"/>
            </a:endParaRPr>
          </a:p>
        </p:txBody>
      </p:sp>
      <p:sp>
        <p:nvSpPr>
          <p:cNvPr id="56376" name="Rectangle 133"/>
          <p:cNvSpPr>
            <a:spLocks noChangeArrowheads="1"/>
          </p:cNvSpPr>
          <p:nvPr/>
        </p:nvSpPr>
        <p:spPr bwMode="auto">
          <a:xfrm>
            <a:off x="6700838" y="2909888"/>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任职资格管理</a:t>
            </a:r>
            <a:endParaRPr lang="zh-CN" altLang="en-US" sz="800" b="1">
              <a:ea typeface="宋体" panose="02010600030101010101" pitchFamily="2" charset="-122"/>
            </a:endParaRPr>
          </a:p>
        </p:txBody>
      </p:sp>
      <p:sp>
        <p:nvSpPr>
          <p:cNvPr id="56377" name="Rectangle 137"/>
          <p:cNvSpPr>
            <a:spLocks noChangeArrowheads="1"/>
          </p:cNvSpPr>
          <p:nvPr/>
        </p:nvSpPr>
        <p:spPr bwMode="auto">
          <a:xfrm>
            <a:off x="6700838" y="4340225"/>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人员招聘</a:t>
            </a:r>
            <a:r>
              <a:rPr lang="en-US" altLang="zh-CN" sz="800" b="1">
                <a:ea typeface="宋体" panose="02010600030101010101" pitchFamily="2" charset="-122"/>
              </a:rPr>
              <a:t>/</a:t>
            </a:r>
            <a:r>
              <a:rPr lang="zh-CN" altLang="en-US" sz="800" b="1">
                <a:ea typeface="宋体" panose="02010600030101010101" pitchFamily="2" charset="-122"/>
              </a:rPr>
              <a:t>调配</a:t>
            </a:r>
            <a:endParaRPr lang="zh-CN" altLang="en-US" sz="800" b="1">
              <a:ea typeface="宋体" panose="02010600030101010101" pitchFamily="2" charset="-122"/>
            </a:endParaRPr>
          </a:p>
        </p:txBody>
      </p:sp>
      <p:sp>
        <p:nvSpPr>
          <p:cNvPr id="56378" name="Rectangle 139"/>
          <p:cNvSpPr>
            <a:spLocks noChangeArrowheads="1"/>
          </p:cNvSpPr>
          <p:nvPr/>
        </p:nvSpPr>
        <p:spPr bwMode="auto">
          <a:xfrm>
            <a:off x="6700838" y="1482725"/>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人力规划</a:t>
            </a:r>
            <a:endParaRPr lang="zh-CN" altLang="en-US" sz="800" b="1">
              <a:ea typeface="宋体" panose="02010600030101010101" pitchFamily="2" charset="-122"/>
            </a:endParaRPr>
          </a:p>
        </p:txBody>
      </p:sp>
      <p:sp>
        <p:nvSpPr>
          <p:cNvPr id="56379" name="Rectangle 140"/>
          <p:cNvSpPr>
            <a:spLocks noChangeArrowheads="1"/>
          </p:cNvSpPr>
          <p:nvPr/>
        </p:nvSpPr>
        <p:spPr bwMode="auto">
          <a:xfrm>
            <a:off x="6700838" y="3254375"/>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绩效管理</a:t>
            </a:r>
            <a:endParaRPr lang="zh-CN" altLang="en-US" sz="800" b="1">
              <a:ea typeface="宋体" panose="02010600030101010101" pitchFamily="2" charset="-122"/>
            </a:endParaRPr>
          </a:p>
        </p:txBody>
      </p:sp>
      <p:sp>
        <p:nvSpPr>
          <p:cNvPr id="56380" name="Rectangle 141"/>
          <p:cNvSpPr>
            <a:spLocks noChangeArrowheads="1"/>
          </p:cNvSpPr>
          <p:nvPr/>
        </p:nvSpPr>
        <p:spPr bwMode="auto">
          <a:xfrm>
            <a:off x="6700838" y="5387975"/>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员工关系和服务</a:t>
            </a:r>
            <a:endParaRPr lang="zh-CN" altLang="en-US" sz="800" b="1">
              <a:ea typeface="宋体" panose="02010600030101010101" pitchFamily="2" charset="-122"/>
            </a:endParaRPr>
          </a:p>
        </p:txBody>
      </p:sp>
      <p:sp>
        <p:nvSpPr>
          <p:cNvPr id="56381" name="Rectangle 126"/>
          <p:cNvSpPr>
            <a:spLocks noChangeArrowheads="1"/>
          </p:cNvSpPr>
          <p:nvPr/>
        </p:nvSpPr>
        <p:spPr bwMode="auto">
          <a:xfrm>
            <a:off x="6694488" y="5037138"/>
            <a:ext cx="93027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薪酬福利</a:t>
            </a:r>
            <a:endParaRPr lang="zh-CN" altLang="en-US" sz="800" b="1">
              <a:ea typeface="宋体" panose="02010600030101010101" pitchFamily="2" charset="-122"/>
            </a:endParaRPr>
          </a:p>
        </p:txBody>
      </p:sp>
      <p:sp>
        <p:nvSpPr>
          <p:cNvPr id="56382" name="Rectangle 123"/>
          <p:cNvSpPr>
            <a:spLocks noChangeArrowheads="1"/>
          </p:cNvSpPr>
          <p:nvPr/>
        </p:nvSpPr>
        <p:spPr bwMode="auto">
          <a:xfrm>
            <a:off x="8709025" y="2179638"/>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业务规划和预算</a:t>
            </a:r>
            <a:endParaRPr lang="zh-CN" altLang="en-US" sz="800" b="1">
              <a:ea typeface="宋体" panose="02010600030101010101" pitchFamily="2" charset="-122"/>
            </a:endParaRPr>
          </a:p>
        </p:txBody>
      </p:sp>
      <p:sp>
        <p:nvSpPr>
          <p:cNvPr id="56383" name="Rectangle 122"/>
          <p:cNvSpPr>
            <a:spLocks noChangeArrowheads="1"/>
          </p:cNvSpPr>
          <p:nvPr/>
        </p:nvSpPr>
        <p:spPr bwMode="auto">
          <a:xfrm>
            <a:off x="8709025" y="1477963"/>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业务战略</a:t>
            </a:r>
            <a:endParaRPr lang="zh-CN" altLang="en-US" sz="800" b="1">
              <a:ea typeface="宋体" panose="02010600030101010101" pitchFamily="2" charset="-122"/>
            </a:endParaRPr>
          </a:p>
        </p:txBody>
      </p:sp>
      <p:sp>
        <p:nvSpPr>
          <p:cNvPr id="56384" name="Rectangle 123"/>
          <p:cNvSpPr>
            <a:spLocks noChangeArrowheads="1"/>
          </p:cNvSpPr>
          <p:nvPr/>
        </p:nvSpPr>
        <p:spPr bwMode="auto">
          <a:xfrm>
            <a:off x="8709025" y="1827213"/>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运营模式设计</a:t>
            </a:r>
            <a:endParaRPr lang="zh-CN" altLang="en-US" sz="800" b="1">
              <a:ea typeface="宋体" panose="02010600030101010101" pitchFamily="2" charset="-122"/>
            </a:endParaRPr>
          </a:p>
        </p:txBody>
      </p:sp>
      <p:sp>
        <p:nvSpPr>
          <p:cNvPr id="56385" name="Rectangle 126"/>
          <p:cNvSpPr>
            <a:spLocks noChangeArrowheads="1"/>
          </p:cNvSpPr>
          <p:nvPr/>
        </p:nvSpPr>
        <p:spPr bwMode="auto">
          <a:xfrm>
            <a:off x="8709025" y="2549525"/>
            <a:ext cx="915988" cy="236538"/>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采购管理</a:t>
            </a:r>
            <a:endParaRPr lang="zh-CN" altLang="en-US" sz="800" b="1">
              <a:ea typeface="宋体" panose="02010600030101010101" pitchFamily="2" charset="-122"/>
            </a:endParaRPr>
          </a:p>
        </p:txBody>
      </p:sp>
      <p:sp>
        <p:nvSpPr>
          <p:cNvPr id="56386" name="Rectangle 131"/>
          <p:cNvSpPr>
            <a:spLocks noChangeArrowheads="1"/>
          </p:cNvSpPr>
          <p:nvPr/>
        </p:nvSpPr>
        <p:spPr bwMode="auto">
          <a:xfrm>
            <a:off x="8709025" y="3294063"/>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审计和合规</a:t>
            </a:r>
            <a:endParaRPr lang="zh-CN" altLang="en-US" sz="800" b="1">
              <a:ea typeface="宋体" panose="02010600030101010101" pitchFamily="2" charset="-122"/>
            </a:endParaRPr>
          </a:p>
        </p:txBody>
      </p:sp>
      <p:sp>
        <p:nvSpPr>
          <p:cNvPr id="56387" name="Rectangle 139"/>
          <p:cNvSpPr>
            <a:spLocks noChangeArrowheads="1"/>
          </p:cNvSpPr>
          <p:nvPr/>
        </p:nvSpPr>
        <p:spPr bwMode="auto">
          <a:xfrm>
            <a:off x="8709025" y="3544888"/>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公共</a:t>
            </a:r>
            <a:r>
              <a:rPr lang="en-US" altLang="zh-CN" sz="800" b="1">
                <a:ea typeface="宋体" panose="02010600030101010101" pitchFamily="2" charset="-122"/>
              </a:rPr>
              <a:t>/</a:t>
            </a:r>
            <a:r>
              <a:rPr lang="zh-CN" altLang="en-US" sz="800" b="1">
                <a:ea typeface="宋体" panose="02010600030101010101" pitchFamily="2" charset="-122"/>
              </a:rPr>
              <a:t>投资关系</a:t>
            </a:r>
            <a:endParaRPr lang="zh-CN" altLang="en-US" sz="800" b="1">
              <a:ea typeface="宋体" panose="02010600030101010101" pitchFamily="2" charset="-122"/>
            </a:endParaRPr>
          </a:p>
        </p:txBody>
      </p:sp>
      <p:sp>
        <p:nvSpPr>
          <p:cNvPr id="56388" name="Rectangle 140"/>
          <p:cNvSpPr>
            <a:spLocks noChangeArrowheads="1"/>
          </p:cNvSpPr>
          <p:nvPr/>
        </p:nvSpPr>
        <p:spPr bwMode="auto">
          <a:xfrm>
            <a:off x="8709025" y="3802063"/>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品牌管理</a:t>
            </a:r>
            <a:endParaRPr lang="zh-CN" altLang="en-US" sz="800" b="1">
              <a:ea typeface="宋体" panose="02010600030101010101" pitchFamily="2" charset="-122"/>
            </a:endParaRPr>
          </a:p>
        </p:txBody>
      </p:sp>
      <p:sp>
        <p:nvSpPr>
          <p:cNvPr id="56389" name="Rectangle 141"/>
          <p:cNvSpPr>
            <a:spLocks noChangeArrowheads="1"/>
          </p:cNvSpPr>
          <p:nvPr/>
        </p:nvSpPr>
        <p:spPr bwMode="auto">
          <a:xfrm>
            <a:off x="8709025" y="5035550"/>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知识管理</a:t>
            </a:r>
            <a:endParaRPr lang="zh-CN" altLang="en-US" sz="800" b="1">
              <a:ea typeface="宋体" panose="02010600030101010101" pitchFamily="2" charset="-122"/>
            </a:endParaRPr>
          </a:p>
        </p:txBody>
      </p:sp>
      <p:sp>
        <p:nvSpPr>
          <p:cNvPr id="56390" name="Rectangle 126"/>
          <p:cNvSpPr>
            <a:spLocks noChangeArrowheads="1"/>
          </p:cNvSpPr>
          <p:nvPr/>
        </p:nvSpPr>
        <p:spPr bwMode="auto">
          <a:xfrm>
            <a:off x="8709025" y="3044825"/>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流程管理</a:t>
            </a:r>
            <a:endParaRPr lang="zh-CN" altLang="en-US" sz="800" b="1">
              <a:ea typeface="宋体" panose="02010600030101010101" pitchFamily="2" charset="-122"/>
            </a:endParaRPr>
          </a:p>
        </p:txBody>
      </p:sp>
      <p:sp>
        <p:nvSpPr>
          <p:cNvPr id="56391" name="Rectangle 129"/>
          <p:cNvSpPr>
            <a:spLocks noChangeArrowheads="1"/>
          </p:cNvSpPr>
          <p:nvPr/>
        </p:nvSpPr>
        <p:spPr bwMode="auto">
          <a:xfrm>
            <a:off x="6700838" y="4683125"/>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培训和发展</a:t>
            </a:r>
            <a:endParaRPr lang="zh-CN" altLang="en-US" sz="800" b="1">
              <a:ea typeface="宋体" panose="02010600030101010101" pitchFamily="2" charset="-122"/>
            </a:endParaRPr>
          </a:p>
        </p:txBody>
      </p:sp>
      <p:sp>
        <p:nvSpPr>
          <p:cNvPr id="56392" name="Rectangle 137"/>
          <p:cNvSpPr>
            <a:spLocks noChangeArrowheads="1"/>
          </p:cNvSpPr>
          <p:nvPr/>
        </p:nvSpPr>
        <p:spPr bwMode="auto">
          <a:xfrm>
            <a:off x="7702550" y="571658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资金管理</a:t>
            </a:r>
            <a:endParaRPr lang="zh-CN" altLang="en-US" sz="800" b="1">
              <a:ea typeface="宋体" panose="02010600030101010101" pitchFamily="2" charset="-122"/>
            </a:endParaRPr>
          </a:p>
        </p:txBody>
      </p:sp>
      <p:sp>
        <p:nvSpPr>
          <p:cNvPr id="56393" name="Rectangle 141"/>
          <p:cNvSpPr>
            <a:spLocks noChangeArrowheads="1"/>
          </p:cNvSpPr>
          <p:nvPr/>
        </p:nvSpPr>
        <p:spPr bwMode="auto">
          <a:xfrm>
            <a:off x="8709025" y="4692650"/>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行政服务</a:t>
            </a:r>
            <a:endParaRPr lang="zh-CN" altLang="en-US" sz="800" b="1">
              <a:ea typeface="宋体" panose="02010600030101010101" pitchFamily="2" charset="-122"/>
            </a:endParaRPr>
          </a:p>
        </p:txBody>
      </p:sp>
      <p:sp>
        <p:nvSpPr>
          <p:cNvPr id="56394" name="Rectangle 141"/>
          <p:cNvSpPr>
            <a:spLocks noChangeArrowheads="1"/>
          </p:cNvSpPr>
          <p:nvPr/>
        </p:nvSpPr>
        <p:spPr bwMode="auto">
          <a:xfrm>
            <a:off x="6708775" y="2559050"/>
            <a:ext cx="91440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企业文化建设</a:t>
            </a:r>
            <a:endParaRPr lang="zh-CN" altLang="en-US" sz="800" b="1">
              <a:ea typeface="宋体" panose="02010600030101010101" pitchFamily="2" charset="-122"/>
            </a:endParaRPr>
          </a:p>
        </p:txBody>
      </p:sp>
      <p:sp>
        <p:nvSpPr>
          <p:cNvPr id="56395" name="Rectangle 40"/>
          <p:cNvSpPr>
            <a:spLocks noChangeArrowheads="1"/>
          </p:cNvSpPr>
          <p:nvPr/>
        </p:nvSpPr>
        <p:spPr bwMode="auto">
          <a:xfrm>
            <a:off x="4708525" y="2559050"/>
            <a:ext cx="92392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客户产品沟通</a:t>
            </a:r>
            <a:endParaRPr lang="zh-CN" altLang="en-US" sz="800" b="1">
              <a:ea typeface="宋体" panose="02010600030101010101" pitchFamily="2" charset="-122"/>
            </a:endParaRPr>
          </a:p>
        </p:txBody>
      </p:sp>
      <p:sp>
        <p:nvSpPr>
          <p:cNvPr id="56396" name="Rectangle 37"/>
          <p:cNvSpPr>
            <a:spLocks noChangeArrowheads="1"/>
          </p:cNvSpPr>
          <p:nvPr/>
        </p:nvSpPr>
        <p:spPr bwMode="auto">
          <a:xfrm>
            <a:off x="687388"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市场</a:t>
            </a:r>
            <a:endParaRPr lang="zh-CN" altLang="en-US" sz="1400" b="1">
              <a:ea typeface="宋体" panose="02010600030101010101" pitchFamily="2" charset="-122"/>
            </a:endParaRPr>
          </a:p>
        </p:txBody>
      </p:sp>
      <p:sp>
        <p:nvSpPr>
          <p:cNvPr id="56397" name="Rectangle 54"/>
          <p:cNvSpPr>
            <a:spLocks noChangeArrowheads="1"/>
          </p:cNvSpPr>
          <p:nvPr/>
        </p:nvSpPr>
        <p:spPr bwMode="auto">
          <a:xfrm>
            <a:off x="5681663"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400" b="1">
                <a:ea typeface="宋体" panose="02010600030101010101" pitchFamily="2" charset="-122"/>
              </a:rPr>
              <a:t>IT</a:t>
            </a:r>
            <a:r>
              <a:rPr lang="zh-CN" altLang="en-US" sz="1400" b="1">
                <a:ea typeface="宋体" panose="02010600030101010101" pitchFamily="2" charset="-122"/>
              </a:rPr>
              <a:t>服务</a:t>
            </a:r>
            <a:endParaRPr lang="zh-CN" altLang="en-US" sz="1400" b="1">
              <a:ea typeface="宋体" panose="02010600030101010101" pitchFamily="2" charset="-122"/>
            </a:endParaRPr>
          </a:p>
        </p:txBody>
      </p:sp>
      <p:sp>
        <p:nvSpPr>
          <p:cNvPr id="56398" name="Rectangle 67"/>
          <p:cNvSpPr>
            <a:spLocks noChangeArrowheads="1"/>
          </p:cNvSpPr>
          <p:nvPr/>
        </p:nvSpPr>
        <p:spPr bwMode="auto">
          <a:xfrm>
            <a:off x="4678363"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产品支持</a:t>
            </a:r>
            <a:endParaRPr lang="zh-CN" altLang="en-US" sz="1400" b="1">
              <a:ea typeface="宋体" panose="02010600030101010101" pitchFamily="2" charset="-122"/>
            </a:endParaRPr>
          </a:p>
        </p:txBody>
      </p:sp>
      <p:sp>
        <p:nvSpPr>
          <p:cNvPr id="56399" name="Rectangle 21"/>
          <p:cNvSpPr>
            <a:spLocks noChangeArrowheads="1"/>
          </p:cNvSpPr>
          <p:nvPr/>
        </p:nvSpPr>
        <p:spPr bwMode="auto">
          <a:xfrm>
            <a:off x="3678238" y="1125538"/>
            <a:ext cx="989012"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客户服务</a:t>
            </a:r>
            <a:endParaRPr lang="zh-CN" altLang="en-US" sz="1400" b="1">
              <a:ea typeface="宋体" panose="02010600030101010101" pitchFamily="2" charset="-122"/>
            </a:endParaRPr>
          </a:p>
        </p:txBody>
      </p:sp>
      <p:sp>
        <p:nvSpPr>
          <p:cNvPr id="56400" name="Rectangle 21"/>
          <p:cNvSpPr>
            <a:spLocks noChangeArrowheads="1"/>
          </p:cNvSpPr>
          <p:nvPr/>
        </p:nvSpPr>
        <p:spPr bwMode="auto">
          <a:xfrm>
            <a:off x="1685925"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研发</a:t>
            </a:r>
            <a:endParaRPr lang="zh-CN" altLang="en-US" sz="1400" b="1">
              <a:ea typeface="宋体" panose="02010600030101010101" pitchFamily="2" charset="-122"/>
            </a:endParaRPr>
          </a:p>
        </p:txBody>
      </p:sp>
      <p:sp>
        <p:nvSpPr>
          <p:cNvPr id="56401" name="Rectangle 120"/>
          <p:cNvSpPr>
            <a:spLocks noChangeArrowheads="1"/>
          </p:cNvSpPr>
          <p:nvPr/>
        </p:nvSpPr>
        <p:spPr bwMode="auto">
          <a:xfrm>
            <a:off x="7672388"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财务</a:t>
            </a:r>
            <a:endParaRPr lang="zh-CN" altLang="en-US" sz="1400" b="1">
              <a:ea typeface="宋体" panose="02010600030101010101" pitchFamily="2" charset="-122"/>
            </a:endParaRPr>
          </a:p>
        </p:txBody>
      </p:sp>
      <p:sp>
        <p:nvSpPr>
          <p:cNvPr id="56402" name="Rectangle 120"/>
          <p:cNvSpPr>
            <a:spLocks noChangeArrowheads="1"/>
          </p:cNvSpPr>
          <p:nvPr/>
        </p:nvSpPr>
        <p:spPr bwMode="auto">
          <a:xfrm>
            <a:off x="6683375" y="1125538"/>
            <a:ext cx="989013"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人力资源</a:t>
            </a:r>
            <a:endParaRPr lang="zh-CN" altLang="en-US" sz="1400" b="1">
              <a:ea typeface="宋体" panose="02010600030101010101" pitchFamily="2" charset="-122"/>
            </a:endParaRPr>
          </a:p>
        </p:txBody>
      </p:sp>
      <p:sp>
        <p:nvSpPr>
          <p:cNvPr id="56403" name="Rectangle 120"/>
          <p:cNvSpPr>
            <a:spLocks noChangeArrowheads="1"/>
          </p:cNvSpPr>
          <p:nvPr/>
        </p:nvSpPr>
        <p:spPr bwMode="auto">
          <a:xfrm>
            <a:off x="8672513" y="1125538"/>
            <a:ext cx="989012"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企业职能</a:t>
            </a:r>
            <a:endParaRPr lang="zh-CN" altLang="en-US" sz="1400" b="1">
              <a:ea typeface="宋体" panose="02010600030101010101" pitchFamily="2" charset="-122"/>
            </a:endParaRPr>
          </a:p>
        </p:txBody>
      </p:sp>
      <p:sp>
        <p:nvSpPr>
          <p:cNvPr id="56404" name="Line 422"/>
          <p:cNvSpPr>
            <a:spLocks noChangeShapeType="1"/>
          </p:cNvSpPr>
          <p:nvPr/>
        </p:nvSpPr>
        <p:spPr bwMode="auto">
          <a:xfrm>
            <a:off x="676275" y="2528888"/>
            <a:ext cx="8969375" cy="0"/>
          </a:xfrm>
          <a:prstGeom prst="line">
            <a:avLst/>
          </a:prstGeom>
          <a:noFill/>
          <a:ln w="6350" algn="ctr">
            <a:solidFill>
              <a:schemeClr val="tx1"/>
            </a:solidFill>
            <a:miter lim="800000"/>
          </a:ln>
          <a:extLst>
            <a:ext uri="{909E8E84-426E-40DD-AFC4-6F175D3DCCD1}">
              <a14:hiddenFill xmlns:a14="http://schemas.microsoft.com/office/drawing/2010/main">
                <a:noFill/>
              </a14:hiddenFill>
            </a:ext>
          </a:extLst>
        </p:spPr>
        <p:txBody>
          <a:bodyPr lIns="31750" tIns="31750" rIns="31750" anchor="ctr"/>
          <a:lstStyle/>
          <a:p>
            <a:endParaRPr lang="zh-CN" altLang="en-US"/>
          </a:p>
        </p:txBody>
      </p:sp>
      <p:sp>
        <p:nvSpPr>
          <p:cNvPr id="56405" name="Rectangle 139"/>
          <p:cNvSpPr>
            <a:spLocks noChangeArrowheads="1"/>
          </p:cNvSpPr>
          <p:nvPr/>
        </p:nvSpPr>
        <p:spPr bwMode="auto">
          <a:xfrm>
            <a:off x="7702550" y="3775075"/>
            <a:ext cx="931863" cy="255588"/>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投资融资</a:t>
            </a:r>
            <a:endParaRPr lang="zh-CN" altLang="en-US" sz="800" b="1">
              <a:ea typeface="宋体" panose="02010600030101010101" pitchFamily="2" charset="-122"/>
            </a:endParaRPr>
          </a:p>
        </p:txBody>
      </p:sp>
      <p:sp>
        <p:nvSpPr>
          <p:cNvPr id="56406" name="Rectangle 141"/>
          <p:cNvSpPr>
            <a:spLocks noChangeArrowheads="1"/>
          </p:cNvSpPr>
          <p:nvPr/>
        </p:nvSpPr>
        <p:spPr bwMode="auto">
          <a:xfrm>
            <a:off x="8709025" y="4338638"/>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采购和生产</a:t>
            </a:r>
            <a:endParaRPr lang="zh-CN" altLang="en-US" sz="800" b="1">
              <a:ea typeface="宋体" panose="02010600030101010101" pitchFamily="2" charset="-122"/>
            </a:endParaRPr>
          </a:p>
        </p:txBody>
      </p:sp>
      <p:sp>
        <p:nvSpPr>
          <p:cNvPr id="103" name="Rectangle 427"/>
          <p:cNvSpPr>
            <a:spLocks noChangeArrowheads="1"/>
          </p:cNvSpPr>
          <p:nvPr/>
        </p:nvSpPr>
        <p:spPr bwMode="auto">
          <a:xfrm>
            <a:off x="2678113" y="1443038"/>
            <a:ext cx="981075" cy="4829175"/>
          </a:xfrm>
          <a:prstGeom prst="rect">
            <a:avLst/>
          </a:prstGeom>
          <a:solidFill>
            <a:schemeClr val="accent5">
              <a:lumMod val="40000"/>
              <a:lumOff val="60000"/>
              <a:alpha val="50195"/>
            </a:schemeClr>
          </a:solidFill>
          <a:ln w="6350">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56408" name="Rectangle 53"/>
          <p:cNvSpPr>
            <a:spLocks noChangeArrowheads="1"/>
          </p:cNvSpPr>
          <p:nvPr/>
        </p:nvSpPr>
        <p:spPr bwMode="auto">
          <a:xfrm>
            <a:off x="2695575" y="5772150"/>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合作伙伴培训</a:t>
            </a:r>
            <a:endParaRPr lang="zh-CN" altLang="en-US" sz="800" b="1">
              <a:ea typeface="宋体" panose="02010600030101010101" pitchFamily="2" charset="-122"/>
            </a:endParaRPr>
          </a:p>
        </p:txBody>
      </p:sp>
      <p:sp>
        <p:nvSpPr>
          <p:cNvPr id="56409" name="Rectangle 39"/>
          <p:cNvSpPr>
            <a:spLocks noChangeArrowheads="1"/>
          </p:cNvSpPr>
          <p:nvPr/>
        </p:nvSpPr>
        <p:spPr bwMode="auto">
          <a:xfrm>
            <a:off x="2695575" y="1477963"/>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渠道和销售策略</a:t>
            </a:r>
            <a:endParaRPr lang="zh-CN" altLang="en-US" sz="800" b="1">
              <a:ea typeface="宋体" panose="02010600030101010101" pitchFamily="2" charset="-122"/>
            </a:endParaRPr>
          </a:p>
        </p:txBody>
      </p:sp>
      <p:sp>
        <p:nvSpPr>
          <p:cNvPr id="56410" name="Rectangle 43"/>
          <p:cNvSpPr>
            <a:spLocks noChangeArrowheads="1"/>
          </p:cNvSpPr>
          <p:nvPr/>
        </p:nvSpPr>
        <p:spPr bwMode="auto">
          <a:xfrm>
            <a:off x="2695575" y="2557463"/>
            <a:ext cx="933450"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销售管理</a:t>
            </a:r>
            <a:endParaRPr lang="zh-CN" altLang="en-US" sz="800" b="1">
              <a:ea typeface="宋体" panose="02010600030101010101" pitchFamily="2" charset="-122"/>
            </a:endParaRPr>
          </a:p>
        </p:txBody>
      </p:sp>
      <p:sp>
        <p:nvSpPr>
          <p:cNvPr id="56411" name="Rectangle 44"/>
          <p:cNvSpPr>
            <a:spLocks noChangeArrowheads="1"/>
          </p:cNvSpPr>
          <p:nvPr/>
        </p:nvSpPr>
        <p:spPr bwMode="auto">
          <a:xfrm>
            <a:off x="2695575" y="290353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渠道管理</a:t>
            </a:r>
            <a:endParaRPr lang="zh-CN" altLang="en-US" sz="800" b="1">
              <a:ea typeface="宋体" panose="02010600030101010101" pitchFamily="2" charset="-122"/>
            </a:endParaRPr>
          </a:p>
        </p:txBody>
      </p:sp>
      <p:sp>
        <p:nvSpPr>
          <p:cNvPr id="56412" name="Rectangle 47"/>
          <p:cNvSpPr>
            <a:spLocks noChangeArrowheads="1"/>
          </p:cNvSpPr>
          <p:nvPr/>
        </p:nvSpPr>
        <p:spPr bwMode="auto">
          <a:xfrm>
            <a:off x="2695575" y="4338638"/>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销售支持</a:t>
            </a:r>
            <a:endParaRPr lang="zh-CN" altLang="en-US" sz="800" b="1">
              <a:ea typeface="宋体" panose="02010600030101010101" pitchFamily="2" charset="-122"/>
            </a:endParaRPr>
          </a:p>
        </p:txBody>
      </p:sp>
      <p:sp>
        <p:nvSpPr>
          <p:cNvPr id="56413" name="Rectangle 49"/>
          <p:cNvSpPr>
            <a:spLocks noChangeArrowheads="1"/>
          </p:cNvSpPr>
          <p:nvPr/>
        </p:nvSpPr>
        <p:spPr bwMode="auto">
          <a:xfrm>
            <a:off x="2695575" y="4676775"/>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销售活动</a:t>
            </a:r>
            <a:endParaRPr lang="zh-CN" altLang="en-US" sz="800" b="1">
              <a:ea typeface="宋体" panose="02010600030101010101" pitchFamily="2" charset="-122"/>
            </a:endParaRPr>
          </a:p>
        </p:txBody>
      </p:sp>
      <p:sp>
        <p:nvSpPr>
          <p:cNvPr id="56414" name="Rectangle 52"/>
          <p:cNvSpPr>
            <a:spLocks noChangeArrowheads="1"/>
          </p:cNvSpPr>
          <p:nvPr/>
        </p:nvSpPr>
        <p:spPr bwMode="auto">
          <a:xfrm>
            <a:off x="2690813" y="5430838"/>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工具产品售前服务</a:t>
            </a:r>
            <a:endParaRPr lang="zh-CN" altLang="en-US" sz="800" b="1">
              <a:ea typeface="宋体" panose="02010600030101010101" pitchFamily="2" charset="-122"/>
            </a:endParaRPr>
          </a:p>
        </p:txBody>
      </p:sp>
      <p:sp>
        <p:nvSpPr>
          <p:cNvPr id="56415" name="Rectangle 37"/>
          <p:cNvSpPr>
            <a:spLocks noChangeArrowheads="1"/>
          </p:cNvSpPr>
          <p:nvPr/>
        </p:nvSpPr>
        <p:spPr bwMode="auto">
          <a:xfrm>
            <a:off x="2689225" y="1125538"/>
            <a:ext cx="990600" cy="317500"/>
          </a:xfrm>
          <a:prstGeom prst="rect">
            <a:avLst/>
          </a:prstGeom>
          <a:noFill/>
          <a:ln w="6350"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1400" b="1">
                <a:ea typeface="宋体" panose="02010600030101010101" pitchFamily="2" charset="-122"/>
              </a:rPr>
              <a:t>销售</a:t>
            </a:r>
            <a:endParaRPr lang="zh-CN" altLang="en-US" sz="1400" b="1">
              <a:ea typeface="宋体" panose="02010600030101010101" pitchFamily="2" charset="-122"/>
            </a:endParaRPr>
          </a:p>
        </p:txBody>
      </p:sp>
      <p:sp>
        <p:nvSpPr>
          <p:cNvPr id="11360" name="Rectangle 50"/>
          <p:cNvSpPr>
            <a:spLocks noChangeArrowheads="1"/>
          </p:cNvSpPr>
          <p:nvPr/>
        </p:nvSpPr>
        <p:spPr bwMode="auto">
          <a:xfrm>
            <a:off x="703263" y="3254375"/>
            <a:ext cx="93186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产品预研</a:t>
            </a:r>
            <a:endParaRPr lang="zh-CN" altLang="en-US" sz="800" b="1">
              <a:ea typeface="宋体" panose="02010600030101010101" pitchFamily="2" charset="-122"/>
            </a:endParaRPr>
          </a:p>
        </p:txBody>
      </p:sp>
      <p:sp>
        <p:nvSpPr>
          <p:cNvPr id="11361" name="Rectangle 50"/>
          <p:cNvSpPr>
            <a:spLocks noChangeArrowheads="1"/>
          </p:cNvSpPr>
          <p:nvPr/>
        </p:nvSpPr>
        <p:spPr bwMode="auto">
          <a:xfrm>
            <a:off x="703263" y="2903538"/>
            <a:ext cx="931862"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收益分析</a:t>
            </a:r>
            <a:endParaRPr lang="zh-CN" altLang="en-US" sz="800" b="1">
              <a:ea typeface="宋体" panose="02010600030101010101" pitchFamily="2" charset="-122"/>
            </a:endParaRPr>
          </a:p>
        </p:txBody>
      </p:sp>
      <p:sp>
        <p:nvSpPr>
          <p:cNvPr id="114" name="Rectangle 80"/>
          <p:cNvSpPr>
            <a:spLocks noChangeArrowheads="1"/>
          </p:cNvSpPr>
          <p:nvPr/>
        </p:nvSpPr>
        <p:spPr bwMode="auto">
          <a:xfrm>
            <a:off x="1717675" y="3254375"/>
            <a:ext cx="900113" cy="317500"/>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技术管理</a:t>
            </a:r>
            <a:endParaRPr lang="zh-CN" altLang="en-US" sz="800" b="1">
              <a:ea typeface="宋体" panose="02010600030101010101" pitchFamily="2" charset="-122"/>
            </a:endParaRPr>
          </a:p>
        </p:txBody>
      </p:sp>
      <p:sp>
        <p:nvSpPr>
          <p:cNvPr id="56419" name="Rectangle 44"/>
          <p:cNvSpPr>
            <a:spLocks noChangeArrowheads="1"/>
          </p:cNvSpPr>
          <p:nvPr/>
        </p:nvSpPr>
        <p:spPr bwMode="auto">
          <a:xfrm>
            <a:off x="2695575" y="3254375"/>
            <a:ext cx="9318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价格管理</a:t>
            </a:r>
            <a:endParaRPr lang="zh-CN" altLang="en-US" sz="800" b="1">
              <a:ea typeface="宋体" panose="02010600030101010101" pitchFamily="2" charset="-122"/>
            </a:endParaRPr>
          </a:p>
        </p:txBody>
      </p:sp>
      <p:sp>
        <p:nvSpPr>
          <p:cNvPr id="56420" name="Line 450"/>
          <p:cNvSpPr>
            <a:spLocks noChangeShapeType="1"/>
          </p:cNvSpPr>
          <p:nvPr/>
        </p:nvSpPr>
        <p:spPr bwMode="auto">
          <a:xfrm>
            <a:off x="676275" y="4310063"/>
            <a:ext cx="897890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117" name="Rectangle 80"/>
          <p:cNvSpPr>
            <a:spLocks noChangeArrowheads="1"/>
          </p:cNvSpPr>
          <p:nvPr/>
        </p:nvSpPr>
        <p:spPr bwMode="auto">
          <a:xfrm>
            <a:off x="4708525" y="4678363"/>
            <a:ext cx="920750"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客户产品培训</a:t>
            </a:r>
            <a:endParaRPr lang="en-US" altLang="zh-CN" sz="800" b="1">
              <a:ea typeface="宋体" panose="02010600030101010101" pitchFamily="2" charset="-122"/>
            </a:endParaRPr>
          </a:p>
        </p:txBody>
      </p:sp>
      <p:sp>
        <p:nvSpPr>
          <p:cNvPr id="56422" name="Rectangle 40"/>
          <p:cNvSpPr>
            <a:spLocks noChangeArrowheads="1"/>
          </p:cNvSpPr>
          <p:nvPr/>
        </p:nvSpPr>
        <p:spPr bwMode="auto">
          <a:xfrm>
            <a:off x="4708525" y="2901950"/>
            <a:ext cx="92392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产品维护管理</a:t>
            </a:r>
            <a:endParaRPr lang="zh-CN" altLang="en-US" sz="800" b="1">
              <a:ea typeface="宋体" panose="02010600030101010101" pitchFamily="2" charset="-122"/>
            </a:endParaRPr>
          </a:p>
        </p:txBody>
      </p:sp>
      <p:sp>
        <p:nvSpPr>
          <p:cNvPr id="56423" name="Rectangle 50"/>
          <p:cNvSpPr>
            <a:spLocks noChangeArrowheads="1"/>
          </p:cNvSpPr>
          <p:nvPr/>
        </p:nvSpPr>
        <p:spPr bwMode="auto">
          <a:xfrm>
            <a:off x="703263" y="3606800"/>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产品生命周期</a:t>
            </a:r>
            <a:endParaRPr lang="en-US" altLang="zh-CN" sz="800" b="1">
              <a:ea typeface="宋体" panose="02010600030101010101" pitchFamily="2" charset="-122"/>
            </a:endParaRPr>
          </a:p>
          <a:p>
            <a:pPr algn="ctr" eaLnBrk="1" hangingPunct="1">
              <a:buFont typeface="Wingdings" panose="05000000000000000000" pitchFamily="2" charset="2"/>
              <a:buNone/>
            </a:pPr>
            <a:r>
              <a:rPr lang="zh-CN" altLang="en-US" sz="800" b="1">
                <a:ea typeface="宋体" panose="02010600030101010101" pitchFamily="2" charset="-122"/>
              </a:rPr>
              <a:t>管理</a:t>
            </a:r>
            <a:endParaRPr lang="zh-CN" altLang="en-US" sz="800" b="1">
              <a:ea typeface="宋体" panose="02010600030101010101" pitchFamily="2" charset="-122"/>
            </a:endParaRPr>
          </a:p>
        </p:txBody>
      </p:sp>
      <p:sp>
        <p:nvSpPr>
          <p:cNvPr id="56424" name="Rectangle 44"/>
          <p:cNvSpPr>
            <a:spLocks noChangeArrowheads="1"/>
          </p:cNvSpPr>
          <p:nvPr/>
        </p:nvSpPr>
        <p:spPr bwMode="auto">
          <a:xfrm>
            <a:off x="2695575" y="3597275"/>
            <a:ext cx="295751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客户关系管理</a:t>
            </a:r>
            <a:endParaRPr lang="zh-CN" altLang="en-US" sz="800" b="1">
              <a:ea typeface="宋体" panose="02010600030101010101" pitchFamily="2" charset="-122"/>
            </a:endParaRPr>
          </a:p>
        </p:txBody>
      </p:sp>
      <p:sp>
        <p:nvSpPr>
          <p:cNvPr id="56425" name="Rectangle 141"/>
          <p:cNvSpPr>
            <a:spLocks noChangeArrowheads="1"/>
          </p:cNvSpPr>
          <p:nvPr/>
        </p:nvSpPr>
        <p:spPr bwMode="auto">
          <a:xfrm>
            <a:off x="8709025" y="5387975"/>
            <a:ext cx="91598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公司资产管理</a:t>
            </a:r>
            <a:endParaRPr lang="zh-CN" altLang="en-US" sz="800" b="1">
              <a:ea typeface="宋体" panose="02010600030101010101" pitchFamily="2" charset="-122"/>
            </a:endParaRPr>
          </a:p>
        </p:txBody>
      </p:sp>
      <p:sp>
        <p:nvSpPr>
          <p:cNvPr id="56426" name="Rectangle 32"/>
          <p:cNvSpPr>
            <a:spLocks noChangeArrowheads="1"/>
          </p:cNvSpPr>
          <p:nvPr/>
        </p:nvSpPr>
        <p:spPr bwMode="auto">
          <a:xfrm>
            <a:off x="3708400" y="4338638"/>
            <a:ext cx="91122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服务支持</a:t>
            </a:r>
            <a:endParaRPr lang="zh-CN" altLang="en-US" sz="800" b="1">
              <a:ea typeface="宋体" panose="02010600030101010101" pitchFamily="2" charset="-122"/>
            </a:endParaRPr>
          </a:p>
        </p:txBody>
      </p:sp>
      <p:sp>
        <p:nvSpPr>
          <p:cNvPr id="56427" name="Rectangle 126"/>
          <p:cNvSpPr>
            <a:spLocks noChangeArrowheads="1"/>
          </p:cNvSpPr>
          <p:nvPr/>
        </p:nvSpPr>
        <p:spPr bwMode="auto">
          <a:xfrm>
            <a:off x="8709025" y="2797175"/>
            <a:ext cx="915988" cy="23812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合同管理</a:t>
            </a:r>
            <a:endParaRPr lang="zh-CN" altLang="en-US" sz="800" b="1">
              <a:ea typeface="宋体" panose="02010600030101010101" pitchFamily="2" charset="-122"/>
            </a:endParaRPr>
          </a:p>
        </p:txBody>
      </p:sp>
      <p:sp>
        <p:nvSpPr>
          <p:cNvPr id="56428" name="Rectangle 72"/>
          <p:cNvSpPr>
            <a:spLocks noChangeArrowheads="1"/>
          </p:cNvSpPr>
          <p:nvPr/>
        </p:nvSpPr>
        <p:spPr bwMode="auto">
          <a:xfrm>
            <a:off x="3721100" y="3252788"/>
            <a:ext cx="919163"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实施管理</a:t>
            </a:r>
            <a:endParaRPr lang="zh-CN" altLang="en-US" sz="800" b="1">
              <a:ea typeface="宋体" panose="02010600030101010101" pitchFamily="2" charset="-122"/>
            </a:endParaRPr>
          </a:p>
        </p:txBody>
      </p:sp>
      <p:sp>
        <p:nvSpPr>
          <p:cNvPr id="56429" name="Rectangle 52"/>
          <p:cNvSpPr>
            <a:spLocks noChangeArrowheads="1"/>
          </p:cNvSpPr>
          <p:nvPr/>
        </p:nvSpPr>
        <p:spPr bwMode="auto">
          <a:xfrm>
            <a:off x="2690813" y="5053013"/>
            <a:ext cx="931862"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售前咨询</a:t>
            </a:r>
            <a:endParaRPr lang="zh-CN" altLang="en-US" sz="800" b="1">
              <a:ea typeface="宋体" panose="02010600030101010101" pitchFamily="2" charset="-122"/>
            </a:endParaRPr>
          </a:p>
        </p:txBody>
      </p:sp>
      <p:grpSp>
        <p:nvGrpSpPr>
          <p:cNvPr id="56430" name="组合 120"/>
          <p:cNvGrpSpPr/>
          <p:nvPr/>
        </p:nvGrpSpPr>
        <p:grpSpPr bwMode="auto">
          <a:xfrm>
            <a:off x="701675" y="5053013"/>
            <a:ext cx="936625" cy="320675"/>
            <a:chOff x="611559" y="5085184"/>
            <a:chExt cx="864096" cy="320675"/>
          </a:xfrm>
        </p:grpSpPr>
        <p:sp>
          <p:nvSpPr>
            <p:cNvPr id="11431" name="Rectangle 50"/>
            <p:cNvSpPr>
              <a:spLocks noChangeArrowheads="1"/>
            </p:cNvSpPr>
            <p:nvPr/>
          </p:nvSpPr>
          <p:spPr bwMode="auto">
            <a:xfrm>
              <a:off x="611559" y="5085184"/>
              <a:ext cx="433513"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1432" name="Rectangle 50"/>
            <p:cNvSpPr>
              <a:spLocks noChangeArrowheads="1"/>
            </p:cNvSpPr>
            <p:nvPr/>
          </p:nvSpPr>
          <p:spPr bwMode="auto">
            <a:xfrm>
              <a:off x="1045072" y="5085184"/>
              <a:ext cx="430583"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11433" name="Rectangle 50"/>
            <p:cNvSpPr>
              <a:spLocks noChangeArrowheads="1"/>
            </p:cNvSpPr>
            <p:nvPr/>
          </p:nvSpPr>
          <p:spPr bwMode="auto">
            <a:xfrm>
              <a:off x="611559" y="5085184"/>
              <a:ext cx="861167" cy="320675"/>
            </a:xfrm>
            <a:prstGeom prst="rect">
              <a:avLst/>
            </a:prstGeom>
            <a:solidFill>
              <a:schemeClr val="bg1">
                <a:lumMod val="95000"/>
              </a:scheme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市场需求分析</a:t>
              </a:r>
              <a:endParaRPr lang="zh-CN" altLang="en-US" sz="800" b="1">
                <a:ea typeface="宋体" panose="02010600030101010101" pitchFamily="2" charset="-122"/>
              </a:endParaRPr>
            </a:p>
          </p:txBody>
        </p:sp>
      </p:grpSp>
      <p:grpSp>
        <p:nvGrpSpPr>
          <p:cNvPr id="56431" name="组合 121"/>
          <p:cNvGrpSpPr/>
          <p:nvPr/>
        </p:nvGrpSpPr>
        <p:grpSpPr bwMode="auto">
          <a:xfrm>
            <a:off x="1719263" y="5629275"/>
            <a:ext cx="904875" cy="290513"/>
            <a:chOff x="1547664" y="5988645"/>
            <a:chExt cx="864096" cy="320675"/>
          </a:xfrm>
        </p:grpSpPr>
        <p:sp>
          <p:nvSpPr>
            <p:cNvPr id="56493" name="Rectangle 50"/>
            <p:cNvSpPr>
              <a:spLocks noChangeArrowheads="1"/>
            </p:cNvSpPr>
            <p:nvPr/>
          </p:nvSpPr>
          <p:spPr bwMode="auto">
            <a:xfrm>
              <a:off x="1547665" y="5988645"/>
              <a:ext cx="43204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56494" name="Rectangle 50"/>
            <p:cNvSpPr>
              <a:spLocks noChangeArrowheads="1"/>
            </p:cNvSpPr>
            <p:nvPr/>
          </p:nvSpPr>
          <p:spPr bwMode="auto">
            <a:xfrm>
              <a:off x="1979712" y="5988645"/>
              <a:ext cx="432048"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800" b="1">
                <a:ea typeface="宋体" panose="02010600030101010101" pitchFamily="2" charset="-122"/>
              </a:endParaRPr>
            </a:p>
          </p:txBody>
        </p:sp>
        <p:sp>
          <p:nvSpPr>
            <p:cNvPr id="56495" name="Rectangle 50"/>
            <p:cNvSpPr>
              <a:spLocks noChangeArrowheads="1"/>
            </p:cNvSpPr>
            <p:nvPr/>
          </p:nvSpPr>
          <p:spPr bwMode="auto">
            <a:xfrm>
              <a:off x="1547664" y="5988645"/>
              <a:ext cx="860425" cy="320675"/>
            </a:xfrm>
            <a:prstGeom prst="rect">
              <a:avLst/>
            </a:prstGeom>
            <a:solidFill>
              <a:srgbClr val="EAEAEA"/>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zh-CN" altLang="en-US" sz="800" b="1">
                  <a:ea typeface="宋体" panose="02010600030101010101" pitchFamily="2" charset="-122"/>
                </a:rPr>
                <a:t>技术</a:t>
              </a:r>
              <a:r>
                <a:rPr lang="en-US" altLang="zh-CN" sz="800" b="1">
                  <a:ea typeface="宋体" panose="02010600030101010101" pitchFamily="2" charset="-122"/>
                </a:rPr>
                <a:t>/</a:t>
              </a:r>
              <a:r>
                <a:rPr lang="zh-CN" altLang="en-US" sz="800" b="1">
                  <a:ea typeface="宋体" panose="02010600030101010101" pitchFamily="2" charset="-122"/>
                </a:rPr>
                <a:t>平台研发</a:t>
              </a:r>
              <a:endParaRPr lang="zh-CN" altLang="en-US" sz="800" b="1">
                <a:ea typeface="宋体" panose="02010600030101010101" pitchFamily="2" charset="-122"/>
              </a:endParaRPr>
            </a:p>
          </p:txBody>
        </p:sp>
      </p:grpSp>
      <p:sp>
        <p:nvSpPr>
          <p:cNvPr id="56432" name="Rectangle 23"/>
          <p:cNvSpPr>
            <a:spLocks noChangeArrowheads="1"/>
          </p:cNvSpPr>
          <p:nvPr/>
        </p:nvSpPr>
        <p:spPr bwMode="auto">
          <a:xfrm>
            <a:off x="3703638" y="2574925"/>
            <a:ext cx="923925"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33" name="Rectangle 23"/>
          <p:cNvSpPr>
            <a:spLocks noChangeArrowheads="1"/>
          </p:cNvSpPr>
          <p:nvPr/>
        </p:nvSpPr>
        <p:spPr bwMode="auto">
          <a:xfrm>
            <a:off x="3727450" y="2924175"/>
            <a:ext cx="925513"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34" name="Rectangle 23"/>
          <p:cNvSpPr>
            <a:spLocks noChangeArrowheads="1"/>
          </p:cNvSpPr>
          <p:nvPr/>
        </p:nvSpPr>
        <p:spPr bwMode="auto">
          <a:xfrm>
            <a:off x="3714750" y="4332288"/>
            <a:ext cx="925513"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35" name="Rectangle 23"/>
          <p:cNvSpPr>
            <a:spLocks noChangeArrowheads="1"/>
          </p:cNvSpPr>
          <p:nvPr/>
        </p:nvSpPr>
        <p:spPr bwMode="auto">
          <a:xfrm>
            <a:off x="3703638" y="5383213"/>
            <a:ext cx="923925"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36" name="Rectangle 23"/>
          <p:cNvSpPr>
            <a:spLocks noChangeArrowheads="1"/>
          </p:cNvSpPr>
          <p:nvPr/>
        </p:nvSpPr>
        <p:spPr bwMode="auto">
          <a:xfrm>
            <a:off x="3714750" y="5661025"/>
            <a:ext cx="925513"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125" name="Rectangle 23"/>
          <p:cNvSpPr>
            <a:spLocks noChangeArrowheads="1"/>
          </p:cNvSpPr>
          <p:nvPr/>
        </p:nvSpPr>
        <p:spPr bwMode="auto">
          <a:xfrm>
            <a:off x="2690813" y="2905125"/>
            <a:ext cx="466725" cy="32067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26" name="Rectangle 23"/>
          <p:cNvSpPr>
            <a:spLocks noChangeArrowheads="1"/>
          </p:cNvSpPr>
          <p:nvPr/>
        </p:nvSpPr>
        <p:spPr bwMode="auto">
          <a:xfrm>
            <a:off x="2690813" y="3259138"/>
            <a:ext cx="466725" cy="32067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44" name="Rectangle 23"/>
          <p:cNvSpPr>
            <a:spLocks noChangeArrowheads="1"/>
          </p:cNvSpPr>
          <p:nvPr/>
        </p:nvSpPr>
        <p:spPr bwMode="auto">
          <a:xfrm>
            <a:off x="2768600" y="1484313"/>
            <a:ext cx="466725" cy="320675"/>
          </a:xfrm>
          <a:prstGeom prst="rect">
            <a:avLst/>
          </a:prstGeom>
          <a:solidFill>
            <a:srgbClr val="00B05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DSS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30" name="Rectangle 23"/>
          <p:cNvSpPr>
            <a:spLocks noChangeArrowheads="1"/>
          </p:cNvSpPr>
          <p:nvPr/>
        </p:nvSpPr>
        <p:spPr bwMode="auto">
          <a:xfrm>
            <a:off x="2768600" y="2565400"/>
            <a:ext cx="857250"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34" name="Rectangle 23"/>
          <p:cNvSpPr>
            <a:spLocks noChangeArrowheads="1"/>
          </p:cNvSpPr>
          <p:nvPr/>
        </p:nvSpPr>
        <p:spPr bwMode="auto">
          <a:xfrm>
            <a:off x="8694738" y="5013325"/>
            <a:ext cx="936625" cy="320675"/>
          </a:xfrm>
          <a:prstGeom prst="rect">
            <a:avLst/>
          </a:prstGeom>
          <a:solidFill>
            <a:srgbClr val="00B0F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KMS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41" name="Rectangle 23"/>
          <p:cNvSpPr>
            <a:spLocks noChangeArrowheads="1"/>
          </p:cNvSpPr>
          <p:nvPr/>
        </p:nvSpPr>
        <p:spPr bwMode="auto">
          <a:xfrm>
            <a:off x="8694738" y="3068638"/>
            <a:ext cx="936625" cy="215900"/>
          </a:xfrm>
          <a:prstGeom prst="rect">
            <a:avLst/>
          </a:prstGeom>
          <a:solidFill>
            <a:schemeClr val="accent3">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BPM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45" name="Rectangle 23"/>
          <p:cNvSpPr>
            <a:spLocks noChangeArrowheads="1"/>
          </p:cNvSpPr>
          <p:nvPr/>
        </p:nvSpPr>
        <p:spPr bwMode="auto">
          <a:xfrm>
            <a:off x="3167063" y="2892425"/>
            <a:ext cx="458787"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46" name="Rectangle 23"/>
          <p:cNvSpPr>
            <a:spLocks noChangeArrowheads="1"/>
          </p:cNvSpPr>
          <p:nvPr/>
        </p:nvSpPr>
        <p:spPr bwMode="auto">
          <a:xfrm>
            <a:off x="3157538" y="3252788"/>
            <a:ext cx="460375"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47" name="Rectangle 23"/>
          <p:cNvSpPr>
            <a:spLocks noChangeArrowheads="1"/>
          </p:cNvSpPr>
          <p:nvPr/>
        </p:nvSpPr>
        <p:spPr bwMode="auto">
          <a:xfrm>
            <a:off x="2690813" y="3613150"/>
            <a:ext cx="1325562"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0" name="Rectangle 23"/>
          <p:cNvSpPr>
            <a:spLocks noChangeArrowheads="1"/>
          </p:cNvSpPr>
          <p:nvPr/>
        </p:nvSpPr>
        <p:spPr bwMode="auto">
          <a:xfrm>
            <a:off x="2690813" y="4332288"/>
            <a:ext cx="935037" cy="32067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1" name="Rectangle 23"/>
          <p:cNvSpPr>
            <a:spLocks noChangeArrowheads="1"/>
          </p:cNvSpPr>
          <p:nvPr/>
        </p:nvSpPr>
        <p:spPr bwMode="auto">
          <a:xfrm>
            <a:off x="2690813" y="4678363"/>
            <a:ext cx="935037"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2" name="Rectangle 23"/>
          <p:cNvSpPr>
            <a:spLocks noChangeArrowheads="1"/>
          </p:cNvSpPr>
          <p:nvPr/>
        </p:nvSpPr>
        <p:spPr bwMode="auto">
          <a:xfrm>
            <a:off x="2690813" y="5053013"/>
            <a:ext cx="935037" cy="32067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3" name="Rectangle 23"/>
          <p:cNvSpPr>
            <a:spLocks noChangeArrowheads="1"/>
          </p:cNvSpPr>
          <p:nvPr/>
        </p:nvSpPr>
        <p:spPr bwMode="auto">
          <a:xfrm>
            <a:off x="2690813" y="5411788"/>
            <a:ext cx="935037" cy="32067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4" name="Rectangle 23"/>
          <p:cNvSpPr>
            <a:spLocks noChangeArrowheads="1"/>
          </p:cNvSpPr>
          <p:nvPr/>
        </p:nvSpPr>
        <p:spPr bwMode="auto">
          <a:xfrm>
            <a:off x="2690813" y="5805488"/>
            <a:ext cx="935037" cy="320675"/>
          </a:xfrm>
          <a:prstGeom prst="rect">
            <a:avLst/>
          </a:prstGeom>
          <a:solidFill>
            <a:srgbClr val="FFFF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E-Learning</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55" name="Rectangle 23"/>
          <p:cNvSpPr>
            <a:spLocks noChangeArrowheads="1"/>
          </p:cNvSpPr>
          <p:nvPr/>
        </p:nvSpPr>
        <p:spPr bwMode="auto">
          <a:xfrm>
            <a:off x="3703638" y="1452563"/>
            <a:ext cx="466725" cy="320675"/>
          </a:xfrm>
          <a:prstGeom prst="rect">
            <a:avLst/>
          </a:prstGeom>
          <a:solidFill>
            <a:srgbClr val="00B05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DSS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61" name="Rectangle 23"/>
          <p:cNvSpPr>
            <a:spLocks noChangeArrowheads="1"/>
          </p:cNvSpPr>
          <p:nvPr/>
        </p:nvSpPr>
        <p:spPr bwMode="auto">
          <a:xfrm>
            <a:off x="3703638" y="3284538"/>
            <a:ext cx="936625" cy="320675"/>
          </a:xfrm>
          <a:prstGeom prst="rect">
            <a:avLst/>
          </a:prstGeom>
          <a:solidFill>
            <a:schemeClr val="accent2">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PMP</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63" name="Rectangle 23"/>
          <p:cNvSpPr>
            <a:spLocks noChangeArrowheads="1"/>
          </p:cNvSpPr>
          <p:nvPr/>
        </p:nvSpPr>
        <p:spPr bwMode="auto">
          <a:xfrm>
            <a:off x="3703638" y="4724400"/>
            <a:ext cx="466725"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64" name="Rectangle 23"/>
          <p:cNvSpPr>
            <a:spLocks noChangeArrowheads="1"/>
          </p:cNvSpPr>
          <p:nvPr/>
        </p:nvSpPr>
        <p:spPr bwMode="auto">
          <a:xfrm>
            <a:off x="3703638" y="5053013"/>
            <a:ext cx="936625" cy="320675"/>
          </a:xfrm>
          <a:prstGeom prst="rect">
            <a:avLst/>
          </a:prstGeom>
          <a:solidFill>
            <a:schemeClr val="accent2">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PMP</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65" name="Rectangle 23"/>
          <p:cNvSpPr>
            <a:spLocks noChangeArrowheads="1"/>
          </p:cNvSpPr>
          <p:nvPr/>
        </p:nvSpPr>
        <p:spPr bwMode="auto">
          <a:xfrm>
            <a:off x="4718050" y="1452563"/>
            <a:ext cx="466725"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56457" name="Rectangle 23"/>
          <p:cNvSpPr>
            <a:spLocks noChangeArrowheads="1"/>
          </p:cNvSpPr>
          <p:nvPr/>
        </p:nvSpPr>
        <p:spPr bwMode="auto">
          <a:xfrm>
            <a:off x="4718050" y="2565400"/>
            <a:ext cx="923925"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167" name="Rectangle 23"/>
          <p:cNvSpPr>
            <a:spLocks noChangeArrowheads="1"/>
          </p:cNvSpPr>
          <p:nvPr/>
        </p:nvSpPr>
        <p:spPr bwMode="auto">
          <a:xfrm>
            <a:off x="4718050" y="2924175"/>
            <a:ext cx="857250"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56459" name="Rectangle 23"/>
          <p:cNvSpPr>
            <a:spLocks noChangeArrowheads="1"/>
          </p:cNvSpPr>
          <p:nvPr/>
        </p:nvSpPr>
        <p:spPr bwMode="auto">
          <a:xfrm>
            <a:off x="4727575" y="4332288"/>
            <a:ext cx="925513"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60" name="Rectangle 23"/>
          <p:cNvSpPr>
            <a:spLocks noChangeArrowheads="1"/>
          </p:cNvSpPr>
          <p:nvPr/>
        </p:nvSpPr>
        <p:spPr bwMode="auto">
          <a:xfrm>
            <a:off x="4718050" y="4692650"/>
            <a:ext cx="923925"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56461" name="Rectangle 23"/>
          <p:cNvSpPr>
            <a:spLocks noChangeArrowheads="1"/>
          </p:cNvSpPr>
          <p:nvPr/>
        </p:nvSpPr>
        <p:spPr bwMode="auto">
          <a:xfrm>
            <a:off x="4718050" y="5013325"/>
            <a:ext cx="466725" cy="320675"/>
          </a:xfrm>
          <a:prstGeom prst="rect">
            <a:avLst/>
          </a:prstGeom>
          <a:solidFill>
            <a:srgbClr val="FF0000">
              <a:alpha val="63136"/>
            </a:srgbClr>
          </a:solidFill>
          <a:ln w="6350" algn="ctr">
            <a:solidFill>
              <a:schemeClr val="tx1"/>
            </a:solidFill>
            <a:miter lim="800000"/>
          </a:ln>
        </p:spPr>
        <p:txBody>
          <a:bodyPr lIns="31750" tIns="31750" rIns="317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chemeClr val="bg1"/>
                </a:solidFill>
                <a:ea typeface="宋体" panose="02010600030101010101" pitchFamily="2" charset="-122"/>
              </a:rPr>
              <a:t>CSS</a:t>
            </a:r>
            <a:endParaRPr lang="zh-CN" altLang="en-US" sz="1000" b="1">
              <a:solidFill>
                <a:schemeClr val="bg1"/>
              </a:solidFill>
              <a:ea typeface="宋体" panose="02010600030101010101" pitchFamily="2" charset="-122"/>
            </a:endParaRPr>
          </a:p>
        </p:txBody>
      </p:sp>
      <p:sp>
        <p:nvSpPr>
          <p:cNvPr id="171" name="Rectangle 23"/>
          <p:cNvSpPr>
            <a:spLocks noChangeArrowheads="1"/>
          </p:cNvSpPr>
          <p:nvPr/>
        </p:nvSpPr>
        <p:spPr bwMode="auto">
          <a:xfrm>
            <a:off x="5184775" y="5013325"/>
            <a:ext cx="468313" cy="32067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2" name="Rectangle 23"/>
          <p:cNvSpPr>
            <a:spLocks noChangeArrowheads="1"/>
          </p:cNvSpPr>
          <p:nvPr/>
        </p:nvSpPr>
        <p:spPr bwMode="auto">
          <a:xfrm>
            <a:off x="4718050" y="5373688"/>
            <a:ext cx="935038" cy="320675"/>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3" name="Rectangle 23"/>
          <p:cNvSpPr>
            <a:spLocks noChangeArrowheads="1"/>
          </p:cNvSpPr>
          <p:nvPr/>
        </p:nvSpPr>
        <p:spPr bwMode="auto">
          <a:xfrm>
            <a:off x="5818188" y="1484313"/>
            <a:ext cx="458787" cy="288925"/>
          </a:xfrm>
          <a:prstGeom prst="rect">
            <a:avLst/>
          </a:prstGeom>
          <a:solidFill>
            <a:schemeClr val="accent3">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BPM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4" name="Rectangle 23"/>
          <p:cNvSpPr>
            <a:spLocks noChangeArrowheads="1"/>
          </p:cNvSpPr>
          <p:nvPr/>
        </p:nvSpPr>
        <p:spPr bwMode="auto">
          <a:xfrm>
            <a:off x="5740400" y="2565400"/>
            <a:ext cx="849313" cy="320675"/>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7" name="Rectangle 23"/>
          <p:cNvSpPr>
            <a:spLocks noChangeArrowheads="1"/>
          </p:cNvSpPr>
          <p:nvPr/>
        </p:nvSpPr>
        <p:spPr bwMode="auto">
          <a:xfrm>
            <a:off x="5740400" y="4692650"/>
            <a:ext cx="927100" cy="320675"/>
          </a:xfrm>
          <a:prstGeom prst="rect">
            <a:avLst/>
          </a:prstGeom>
          <a:solidFill>
            <a:schemeClr val="accent2">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PMP</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8" name="Rectangle 23"/>
          <p:cNvSpPr>
            <a:spLocks noChangeArrowheads="1"/>
          </p:cNvSpPr>
          <p:nvPr/>
        </p:nvSpPr>
        <p:spPr bwMode="auto">
          <a:xfrm>
            <a:off x="6745288" y="2925763"/>
            <a:ext cx="936625" cy="660400"/>
          </a:xfrm>
          <a:prstGeom prst="rect">
            <a:avLst/>
          </a:prstGeom>
          <a:solidFill>
            <a:schemeClr val="accent4">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HR</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79" name="Rectangle 23"/>
          <p:cNvSpPr>
            <a:spLocks noChangeArrowheads="1"/>
          </p:cNvSpPr>
          <p:nvPr/>
        </p:nvSpPr>
        <p:spPr bwMode="auto">
          <a:xfrm>
            <a:off x="6745288" y="2565400"/>
            <a:ext cx="936625" cy="320675"/>
          </a:xfrm>
          <a:prstGeom prst="rect">
            <a:avLst/>
          </a:prstGeom>
          <a:solidFill>
            <a:schemeClr val="tx2">
              <a:lumMod val="40000"/>
              <a:lumOff val="6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CAP</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0" name="Rectangle 23"/>
          <p:cNvSpPr>
            <a:spLocks noChangeArrowheads="1"/>
          </p:cNvSpPr>
          <p:nvPr/>
        </p:nvSpPr>
        <p:spPr bwMode="auto">
          <a:xfrm>
            <a:off x="6745288" y="4365625"/>
            <a:ext cx="936625" cy="287338"/>
          </a:xfrm>
          <a:prstGeom prst="rect">
            <a:avLst/>
          </a:prstGeom>
          <a:solidFill>
            <a:schemeClr val="accent4">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HR</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1" name="Rectangle 23"/>
          <p:cNvSpPr>
            <a:spLocks noChangeArrowheads="1"/>
          </p:cNvSpPr>
          <p:nvPr/>
        </p:nvSpPr>
        <p:spPr bwMode="auto">
          <a:xfrm>
            <a:off x="6694488" y="5051425"/>
            <a:ext cx="935037" cy="287338"/>
          </a:xfrm>
          <a:prstGeom prst="rect">
            <a:avLst/>
          </a:prstGeom>
          <a:solidFill>
            <a:schemeClr val="accent4">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HR</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2" name="Rectangle 23"/>
          <p:cNvSpPr>
            <a:spLocks noChangeArrowheads="1"/>
          </p:cNvSpPr>
          <p:nvPr/>
        </p:nvSpPr>
        <p:spPr bwMode="auto">
          <a:xfrm>
            <a:off x="6731000" y="5411788"/>
            <a:ext cx="481013" cy="320675"/>
          </a:xfrm>
          <a:prstGeom prst="rect">
            <a:avLst/>
          </a:prstGeom>
          <a:solidFill>
            <a:schemeClr val="accent4">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HR</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3" name="Rectangle 23"/>
          <p:cNvSpPr>
            <a:spLocks noChangeArrowheads="1"/>
          </p:cNvSpPr>
          <p:nvPr/>
        </p:nvSpPr>
        <p:spPr bwMode="auto">
          <a:xfrm>
            <a:off x="6680200" y="4691063"/>
            <a:ext cx="482600" cy="322262"/>
          </a:xfrm>
          <a:prstGeom prst="rect">
            <a:avLst/>
          </a:prstGeom>
          <a:solidFill>
            <a:schemeClr val="accent4">
              <a:lumMod val="60000"/>
              <a:lumOff val="4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HR</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4" name="Rectangle 23"/>
          <p:cNvSpPr>
            <a:spLocks noChangeArrowheads="1"/>
          </p:cNvSpPr>
          <p:nvPr/>
        </p:nvSpPr>
        <p:spPr bwMode="auto">
          <a:xfrm>
            <a:off x="7134225" y="4692650"/>
            <a:ext cx="476250" cy="320675"/>
          </a:xfrm>
          <a:prstGeom prst="rect">
            <a:avLst/>
          </a:prstGeom>
          <a:solidFill>
            <a:srgbClr val="FFFF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E-Learning</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5" name="Rectangle 23"/>
          <p:cNvSpPr>
            <a:spLocks noChangeArrowheads="1"/>
          </p:cNvSpPr>
          <p:nvPr/>
        </p:nvSpPr>
        <p:spPr bwMode="auto">
          <a:xfrm>
            <a:off x="6667500" y="1484313"/>
            <a:ext cx="466725" cy="320675"/>
          </a:xfrm>
          <a:prstGeom prst="rect">
            <a:avLst/>
          </a:prstGeom>
          <a:solidFill>
            <a:srgbClr val="00B05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DSS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6" name="Rectangle 23"/>
          <p:cNvSpPr>
            <a:spLocks noChangeArrowheads="1"/>
          </p:cNvSpPr>
          <p:nvPr/>
        </p:nvSpPr>
        <p:spPr bwMode="auto">
          <a:xfrm>
            <a:off x="7681913" y="2852738"/>
            <a:ext cx="935037" cy="1152525"/>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1" name="Rectangle 23"/>
          <p:cNvSpPr>
            <a:spLocks noChangeArrowheads="1"/>
          </p:cNvSpPr>
          <p:nvPr/>
        </p:nvSpPr>
        <p:spPr bwMode="auto">
          <a:xfrm>
            <a:off x="7681913" y="4365625"/>
            <a:ext cx="935037" cy="1655763"/>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2" name="Rectangle 23"/>
          <p:cNvSpPr>
            <a:spLocks noChangeArrowheads="1"/>
          </p:cNvSpPr>
          <p:nvPr/>
        </p:nvSpPr>
        <p:spPr bwMode="auto">
          <a:xfrm>
            <a:off x="9163050" y="2492375"/>
            <a:ext cx="468313" cy="288925"/>
          </a:xfrm>
          <a:prstGeom prst="rect">
            <a:avLst/>
          </a:prstGeom>
          <a:solidFill>
            <a:schemeClr val="bg2">
              <a:lumMod val="5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ECM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5" name="Rectangle 23"/>
          <p:cNvSpPr>
            <a:spLocks noChangeArrowheads="1"/>
          </p:cNvSpPr>
          <p:nvPr/>
        </p:nvSpPr>
        <p:spPr bwMode="auto">
          <a:xfrm>
            <a:off x="8226426" y="2781299"/>
            <a:ext cx="1404938" cy="612295"/>
          </a:xfrm>
          <a:prstGeom prst="rect">
            <a:avLst/>
          </a:prstGeom>
          <a:solidFill>
            <a:schemeClr val="accent6">
              <a:lumMod val="75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CRM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6" name="Rectangle 23"/>
          <p:cNvSpPr>
            <a:spLocks noChangeArrowheads="1"/>
          </p:cNvSpPr>
          <p:nvPr/>
        </p:nvSpPr>
        <p:spPr bwMode="auto">
          <a:xfrm>
            <a:off x="712788" y="4343400"/>
            <a:ext cx="495300" cy="320675"/>
          </a:xfrm>
          <a:prstGeom prst="rect">
            <a:avLst/>
          </a:prstGeom>
          <a:solidFill>
            <a:srgbClr val="00B0F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KMS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7" name="Rectangle 23"/>
          <p:cNvSpPr>
            <a:spLocks noChangeArrowheads="1"/>
          </p:cNvSpPr>
          <p:nvPr/>
        </p:nvSpPr>
        <p:spPr bwMode="auto">
          <a:xfrm>
            <a:off x="741363" y="3613150"/>
            <a:ext cx="935037" cy="320675"/>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8" name="Rectangle 23"/>
          <p:cNvSpPr>
            <a:spLocks noChangeArrowheads="1"/>
          </p:cNvSpPr>
          <p:nvPr/>
        </p:nvSpPr>
        <p:spPr bwMode="auto">
          <a:xfrm>
            <a:off x="741363" y="2892425"/>
            <a:ext cx="935037" cy="320675"/>
          </a:xfrm>
          <a:prstGeom prst="rect">
            <a:avLst/>
          </a:prstGeom>
          <a:solidFill>
            <a:srgbClr val="00B05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DSS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00" name="Rectangle 23"/>
          <p:cNvSpPr>
            <a:spLocks noChangeArrowheads="1"/>
          </p:cNvSpPr>
          <p:nvPr/>
        </p:nvSpPr>
        <p:spPr bwMode="auto">
          <a:xfrm>
            <a:off x="741363" y="2565400"/>
            <a:ext cx="466725" cy="320675"/>
          </a:xfrm>
          <a:prstGeom prst="rect">
            <a:avLst/>
          </a:prstGeom>
          <a:solidFill>
            <a:srgbClr val="00B05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DSS</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01" name="Rectangle 23"/>
          <p:cNvSpPr>
            <a:spLocks noChangeArrowheads="1"/>
          </p:cNvSpPr>
          <p:nvPr/>
        </p:nvSpPr>
        <p:spPr bwMode="auto">
          <a:xfrm>
            <a:off x="1676400" y="2565400"/>
            <a:ext cx="935038" cy="320675"/>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02" name="Rectangle 23"/>
          <p:cNvSpPr>
            <a:spLocks noChangeArrowheads="1"/>
          </p:cNvSpPr>
          <p:nvPr/>
        </p:nvSpPr>
        <p:spPr bwMode="auto">
          <a:xfrm>
            <a:off x="1676400" y="3613150"/>
            <a:ext cx="935038" cy="320675"/>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03" name="Rectangle 23"/>
          <p:cNvSpPr>
            <a:spLocks noChangeArrowheads="1"/>
          </p:cNvSpPr>
          <p:nvPr/>
        </p:nvSpPr>
        <p:spPr bwMode="auto">
          <a:xfrm>
            <a:off x="1676400" y="4365625"/>
            <a:ext cx="935038" cy="1223963"/>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05" name="Rectangle 23"/>
          <p:cNvSpPr>
            <a:spLocks noChangeArrowheads="1"/>
          </p:cNvSpPr>
          <p:nvPr/>
        </p:nvSpPr>
        <p:spPr bwMode="auto">
          <a:xfrm>
            <a:off x="8694738" y="4692650"/>
            <a:ext cx="936625" cy="320675"/>
          </a:xfrm>
          <a:prstGeom prst="rect">
            <a:avLst/>
          </a:prstGeom>
          <a:solidFill>
            <a:schemeClr val="tx2">
              <a:lumMod val="40000"/>
              <a:lumOff val="60000"/>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CAP</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7" name="Rectangle 23"/>
          <p:cNvSpPr>
            <a:spLocks noChangeArrowheads="1"/>
          </p:cNvSpPr>
          <p:nvPr/>
        </p:nvSpPr>
        <p:spPr bwMode="auto">
          <a:xfrm>
            <a:off x="1676400" y="5589588"/>
            <a:ext cx="466725" cy="320675"/>
          </a:xfrm>
          <a:prstGeom prst="rect">
            <a:avLst/>
          </a:prstGeom>
          <a:solidFill>
            <a:srgbClr val="FFC000">
              <a:alpha val="6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RDM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8" name="Rectangle 23"/>
          <p:cNvSpPr>
            <a:spLocks noChangeArrowheads="1"/>
          </p:cNvSpPr>
          <p:nvPr/>
        </p:nvSpPr>
        <p:spPr bwMode="auto">
          <a:xfrm>
            <a:off x="5667375" y="3213100"/>
            <a:ext cx="936625" cy="360363"/>
          </a:xfrm>
          <a:prstGeom prst="rect">
            <a:avLst/>
          </a:prstGeom>
          <a:solidFill>
            <a:schemeClr val="accent3">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BPM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89" name="Rectangle 23"/>
          <p:cNvSpPr>
            <a:spLocks noChangeArrowheads="1"/>
          </p:cNvSpPr>
          <p:nvPr/>
        </p:nvSpPr>
        <p:spPr bwMode="auto">
          <a:xfrm>
            <a:off x="8694738" y="5373688"/>
            <a:ext cx="936625" cy="320675"/>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0" name="Rectangle 23"/>
          <p:cNvSpPr>
            <a:spLocks noChangeArrowheads="1"/>
          </p:cNvSpPr>
          <p:nvPr/>
        </p:nvSpPr>
        <p:spPr bwMode="auto">
          <a:xfrm>
            <a:off x="4170363" y="4724400"/>
            <a:ext cx="469900" cy="320675"/>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4" name="Rectangle 23"/>
          <p:cNvSpPr>
            <a:spLocks noChangeArrowheads="1"/>
          </p:cNvSpPr>
          <p:nvPr/>
        </p:nvSpPr>
        <p:spPr bwMode="auto">
          <a:xfrm>
            <a:off x="8694738" y="4332288"/>
            <a:ext cx="936625" cy="320675"/>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199" name="Rectangle 23"/>
          <p:cNvSpPr>
            <a:spLocks noChangeArrowheads="1"/>
          </p:cNvSpPr>
          <p:nvPr/>
        </p:nvSpPr>
        <p:spPr bwMode="auto">
          <a:xfrm>
            <a:off x="8694738" y="2492375"/>
            <a:ext cx="466725" cy="360363"/>
          </a:xfrm>
          <a:prstGeom prst="rect">
            <a:avLst/>
          </a:prstGeom>
          <a:solidFill>
            <a:srgbClr val="C127C1">
              <a:alpha val="66667"/>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000" b="1">
                <a:solidFill>
                  <a:srgbClr val="FFFFFF"/>
                </a:solidFill>
                <a:latin typeface="楷体" panose="02010609060101010101" pitchFamily="49" charset="-122"/>
                <a:ea typeface="楷体" panose="02010609060101010101" pitchFamily="49" charset="-122"/>
              </a:rPr>
              <a:t>FIM</a:t>
            </a:r>
            <a:endParaRPr lang="zh-CN" altLang="en-US" sz="1000" b="1">
              <a:solidFill>
                <a:srgbClr val="FFFFFF"/>
              </a:solidFill>
              <a:latin typeface="楷体" panose="02010609060101010101" pitchFamily="49" charset="-122"/>
              <a:ea typeface="楷体" panose="02010609060101010101" pitchFamily="49" charset="-122"/>
            </a:endParaRPr>
          </a:p>
        </p:txBody>
      </p:sp>
      <p:sp>
        <p:nvSpPr>
          <p:cNvPr id="2" name="Oval 310"/>
          <p:cNvSpPr>
            <a:spLocks noChangeArrowheads="1"/>
          </p:cNvSpPr>
          <p:nvPr/>
        </p:nvSpPr>
        <p:spPr bwMode="auto">
          <a:xfrm>
            <a:off x="3871292" y="3475038"/>
            <a:ext cx="3831258" cy="838200"/>
          </a:xfrm>
          <a:prstGeom prst="ellipse">
            <a:avLst/>
          </a:prstGeom>
          <a:noFill/>
          <a:ln w="25400" algn="ctr">
            <a:solidFill>
              <a:srgbClr val="FF0000"/>
            </a:solidFill>
            <a:prstDash val="sysDot"/>
            <a:round/>
          </a:ln>
          <a:effectLst/>
          <a:extLst>
            <a:ext uri="{909E8E84-426E-40DD-AFC4-6F175D3DCCD1}">
              <a14:hiddenFill xmlns:a14="http://schemas.microsoft.com/office/drawing/2010/main">
                <a:solidFill>
                  <a:srgbClr val="FF0000">
                    <a:alpha val="34901"/>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endParaRPr lang="zh-CN" altLang="en-US">
              <a:ea typeface="宋体" panose="02010600030101010101" pitchFamily="2" charset="-122"/>
            </a:endParaRPr>
          </a:p>
        </p:txBody>
      </p:sp>
      <p:sp>
        <p:nvSpPr>
          <p:cNvPr id="3" name="Text Box 311"/>
          <p:cNvSpPr txBox="1">
            <a:spLocks noChangeArrowheads="1"/>
          </p:cNvSpPr>
          <p:nvPr/>
        </p:nvSpPr>
        <p:spPr bwMode="auto">
          <a:xfrm>
            <a:off x="4785346" y="3322639"/>
            <a:ext cx="1105246" cy="287964"/>
          </a:xfrm>
          <a:prstGeom prst="rect">
            <a:avLst/>
          </a:prstGeom>
          <a:solidFill>
            <a:schemeClr val="bg1"/>
          </a:solidFill>
          <a:ln w="57150">
            <a:solidFill>
              <a:srgbClr val="FF0000"/>
            </a:solidFill>
          </a:ln>
          <a:effectLst/>
        </p:spPr>
        <p:txBody>
          <a:bodyPr wrap="square">
            <a:spAutoFit/>
          </a:bodyP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lnSpc>
                <a:spcPct val="130000"/>
              </a:lnSpc>
              <a:spcBef>
                <a:spcPct val="20000"/>
              </a:spcBef>
              <a:buSzPct val="80000"/>
              <a:buFont typeface="Arial" panose="020B0604020202020204" pitchFamily="34" charset="0"/>
              <a:buNone/>
            </a:pPr>
            <a:r>
              <a:rPr lang="zh-CN" altLang="en-US" sz="1100">
                <a:ea typeface="黑体" panose="02010609060101010101" pitchFamily="49" charset="-122"/>
              </a:rPr>
              <a:t>功能缺失</a:t>
            </a:r>
            <a:endParaRPr lang="zh-CN" altLang="en-US" sz="1100">
              <a:ea typeface="黑体" panose="02010609060101010101" pitchFamily="49" charset="-122"/>
            </a:endParaRPr>
          </a:p>
        </p:txBody>
      </p:sp>
      <p:sp>
        <p:nvSpPr>
          <p:cNvPr id="4" name="Oval 310"/>
          <p:cNvSpPr>
            <a:spLocks noChangeArrowheads="1"/>
          </p:cNvSpPr>
          <p:nvPr/>
        </p:nvSpPr>
        <p:spPr bwMode="auto">
          <a:xfrm>
            <a:off x="7493742" y="2480155"/>
            <a:ext cx="2178896" cy="967896"/>
          </a:xfrm>
          <a:prstGeom prst="ellipse">
            <a:avLst/>
          </a:prstGeom>
          <a:noFill/>
          <a:ln w="25400" algn="ctr">
            <a:solidFill>
              <a:srgbClr val="FF0000"/>
            </a:solidFill>
            <a:prstDash val="sysDot"/>
            <a:round/>
          </a:ln>
          <a:effectLst/>
          <a:extLst>
            <a:ext uri="{909E8E84-426E-40DD-AFC4-6F175D3DCCD1}">
              <a14:hiddenFill xmlns:a14="http://schemas.microsoft.com/office/drawing/2010/main">
                <a:solidFill>
                  <a:srgbClr val="FF0000">
                    <a:alpha val="34901"/>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endParaRPr lang="zh-CN" altLang="en-US">
              <a:ea typeface="宋体" panose="02010600030101010101" pitchFamily="2" charset="-122"/>
            </a:endParaRPr>
          </a:p>
        </p:txBody>
      </p:sp>
      <p:sp>
        <p:nvSpPr>
          <p:cNvPr id="5" name="Text Box 311"/>
          <p:cNvSpPr txBox="1">
            <a:spLocks noChangeArrowheads="1"/>
          </p:cNvSpPr>
          <p:nvPr/>
        </p:nvSpPr>
        <p:spPr bwMode="auto">
          <a:xfrm>
            <a:off x="8407796" y="2327756"/>
            <a:ext cx="1105246" cy="287964"/>
          </a:xfrm>
          <a:prstGeom prst="rect">
            <a:avLst/>
          </a:prstGeom>
          <a:solidFill>
            <a:schemeClr val="bg1"/>
          </a:solidFill>
          <a:ln w="57150">
            <a:solidFill>
              <a:srgbClr val="FF0000"/>
            </a:solidFill>
          </a:ln>
          <a:effectLst/>
        </p:spPr>
        <p:txBody>
          <a:bodyPr wrap="square">
            <a:spAutoFit/>
          </a:bodyP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lnSpc>
                <a:spcPct val="130000"/>
              </a:lnSpc>
              <a:spcBef>
                <a:spcPct val="20000"/>
              </a:spcBef>
              <a:buSzPct val="80000"/>
              <a:buFont typeface="Arial" panose="020B0604020202020204" pitchFamily="34" charset="0"/>
              <a:buNone/>
            </a:pPr>
            <a:r>
              <a:rPr lang="zh-CN" altLang="en-US" sz="1100" dirty="0">
                <a:ea typeface="黑体" panose="02010609060101010101" pitchFamily="49" charset="-122"/>
              </a:rPr>
              <a:t>功能重复</a:t>
            </a:r>
            <a:endParaRPr lang="zh-CN" altLang="en-US" sz="1100" dirty="0">
              <a:ea typeface="黑体" panose="02010609060101010101" pitchFamily="49" charset="-122"/>
            </a:endParaRPr>
          </a:p>
        </p:txBody>
      </p:sp>
      <p:sp>
        <p:nvSpPr>
          <p:cNvPr id="6" name="Oval 310"/>
          <p:cNvSpPr>
            <a:spLocks noChangeArrowheads="1"/>
          </p:cNvSpPr>
          <p:nvPr/>
        </p:nvSpPr>
        <p:spPr bwMode="auto">
          <a:xfrm>
            <a:off x="3644900" y="4633913"/>
            <a:ext cx="2095500" cy="838200"/>
          </a:xfrm>
          <a:prstGeom prst="ellipse">
            <a:avLst/>
          </a:prstGeom>
          <a:noFill/>
          <a:ln w="25400" algn="ctr">
            <a:solidFill>
              <a:srgbClr val="FF0000"/>
            </a:solidFill>
            <a:prstDash val="sysDot"/>
            <a:round/>
          </a:ln>
          <a:effectLst/>
          <a:extLst>
            <a:ext uri="{909E8E84-426E-40DD-AFC4-6F175D3DCCD1}">
              <a14:hiddenFill xmlns:a14="http://schemas.microsoft.com/office/drawing/2010/main">
                <a:solidFill>
                  <a:srgbClr val="FF0000">
                    <a:alpha val="34901"/>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endParaRPr lang="zh-CN" altLang="en-US">
              <a:ea typeface="宋体" panose="02010600030101010101" pitchFamily="2" charset="-122"/>
            </a:endParaRPr>
          </a:p>
        </p:txBody>
      </p:sp>
      <p:sp>
        <p:nvSpPr>
          <p:cNvPr id="7" name="Text Box 311"/>
          <p:cNvSpPr txBox="1">
            <a:spLocks noChangeArrowheads="1"/>
          </p:cNvSpPr>
          <p:nvPr/>
        </p:nvSpPr>
        <p:spPr bwMode="auto">
          <a:xfrm>
            <a:off x="4254811" y="4481514"/>
            <a:ext cx="1105246" cy="287964"/>
          </a:xfrm>
          <a:prstGeom prst="rect">
            <a:avLst/>
          </a:prstGeom>
          <a:solidFill>
            <a:schemeClr val="bg1"/>
          </a:solidFill>
          <a:ln w="57150">
            <a:solidFill>
              <a:srgbClr val="FF0000"/>
            </a:solidFill>
          </a:ln>
          <a:effectLst/>
        </p:spPr>
        <p:txBody>
          <a:bodyPr wrap="square">
            <a:spAutoFit/>
          </a:bodyPr>
          <a:lstStyle>
            <a:lvl1pPr>
              <a:defRPr sz="1000" b="1">
                <a:solidFill>
                  <a:schemeClr val="tx1"/>
                </a:solidFill>
                <a:latin typeface="Arial" panose="020B0604020202020204" pitchFamily="34" charset="0"/>
                <a:cs typeface="Arial" panose="020B0604020202020204" pitchFamily="34" charset="0"/>
              </a:defRPr>
            </a:lvl1pPr>
            <a:lvl2pPr marL="742950" indent="-285750">
              <a:defRPr sz="1000" b="1">
                <a:solidFill>
                  <a:schemeClr val="tx1"/>
                </a:solidFill>
                <a:latin typeface="Arial" panose="020B0604020202020204" pitchFamily="34" charset="0"/>
                <a:cs typeface="Arial" panose="020B0604020202020204" pitchFamily="34" charset="0"/>
              </a:defRPr>
            </a:lvl2pPr>
            <a:lvl3pPr marL="1143000" indent="-228600">
              <a:defRPr sz="1000" b="1">
                <a:solidFill>
                  <a:schemeClr val="tx1"/>
                </a:solidFill>
                <a:latin typeface="Arial" panose="020B0604020202020204" pitchFamily="34" charset="0"/>
                <a:cs typeface="Arial" panose="020B0604020202020204" pitchFamily="34" charset="0"/>
              </a:defRPr>
            </a:lvl3pPr>
            <a:lvl4pPr marL="1600200" indent="-228600">
              <a:defRPr sz="1000" b="1">
                <a:solidFill>
                  <a:schemeClr val="tx1"/>
                </a:solidFill>
                <a:latin typeface="Arial" panose="020B0604020202020204" pitchFamily="34" charset="0"/>
                <a:cs typeface="Arial" panose="020B0604020202020204" pitchFamily="34" charset="0"/>
              </a:defRPr>
            </a:lvl4pPr>
            <a:lvl5pPr marL="2057400" indent="-228600">
              <a:defRPr sz="1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buChar char="•"/>
              <a:defRPr sz="1000" b="1">
                <a:solidFill>
                  <a:schemeClr val="tx1"/>
                </a:solidFill>
                <a:latin typeface="Arial" panose="020B0604020202020204" pitchFamily="34" charset="0"/>
                <a:cs typeface="Arial" panose="020B0604020202020204" pitchFamily="34" charset="0"/>
              </a:defRPr>
            </a:lvl9pPr>
          </a:lstStyle>
          <a:p>
            <a:pPr algn="ctr" eaLnBrk="1" hangingPunct="1">
              <a:lnSpc>
                <a:spcPct val="130000"/>
              </a:lnSpc>
              <a:spcBef>
                <a:spcPct val="20000"/>
              </a:spcBef>
              <a:buSzPct val="80000"/>
              <a:buFont typeface="Arial" panose="020B0604020202020204" pitchFamily="34" charset="0"/>
              <a:buNone/>
            </a:pPr>
            <a:r>
              <a:rPr lang="zh-CN" altLang="en-US" sz="1100" dirty="0">
                <a:ea typeface="黑体" panose="02010609060101010101" pitchFamily="49" charset="-122"/>
              </a:rPr>
              <a:t>功能落后</a:t>
            </a:r>
            <a:r>
              <a:rPr lang="en-US" altLang="zh-CN" sz="1100" dirty="0">
                <a:ea typeface="黑体" panose="02010609060101010101" pitchFamily="49" charset="-122"/>
              </a:rPr>
              <a:t>/</a:t>
            </a:r>
            <a:r>
              <a:rPr lang="zh-CN" altLang="en-US" sz="1100" dirty="0">
                <a:ea typeface="黑体" panose="02010609060101010101" pitchFamily="49" charset="-122"/>
              </a:rPr>
              <a:t>老化</a:t>
            </a:r>
            <a:endParaRPr lang="zh-CN" altLang="en-US" sz="1100" dirty="0">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1" hangingPunct="1">
              <a:buFont typeface="Wingdings" panose="05000000000000000000" pitchFamily="2" charset="2"/>
              <a:buNone/>
            </a:pPr>
            <a:r>
              <a:rPr lang="zh-CN" altLang="en-US" kern="1200" dirty="0">
                <a:latin typeface="微软雅黑" panose="020B0503020204020204" pitchFamily="34" charset="-122"/>
                <a:ea typeface="微软雅黑" panose="020B0503020204020204" pitchFamily="34" charset="-122"/>
                <a:cs typeface="+mn-cs"/>
              </a:rPr>
              <a:t>数字化转型路径</a:t>
            </a:r>
            <a:endParaRPr lang="zh-CN" altLang="en-US" kern="1200" dirty="0">
              <a:latin typeface="微软雅黑" panose="020B0503020204020204" pitchFamily="34" charset="-122"/>
              <a:ea typeface="微软雅黑" panose="020B0503020204020204" pitchFamily="34" charset="-122"/>
              <a:cs typeface="+mn-cs"/>
            </a:endParaRPr>
          </a:p>
        </p:txBody>
      </p:sp>
      <p:sp>
        <p:nvSpPr>
          <p:cNvPr id="23" name="Rectangle 3"/>
          <p:cNvSpPr>
            <a:spLocks noChangeArrowheads="1"/>
          </p:cNvSpPr>
          <p:nvPr/>
        </p:nvSpPr>
        <p:spPr bwMode="auto">
          <a:xfrm>
            <a:off x="1019504" y="2756435"/>
            <a:ext cx="1527174" cy="1120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defTabSz="330200" eaLnBrk="0" hangingPunct="0">
              <a:spcBef>
                <a:spcPct val="70000"/>
              </a:spcBef>
              <a:spcAft>
                <a:spcPct val="10000"/>
              </a:spcAft>
              <a:buSzPct val="50000"/>
              <a:buFont typeface="Monotype Sorts" pitchFamily="2" charset="2"/>
              <a:tabLst>
                <a:tab pos="8521700" algn="r"/>
              </a:tabLst>
              <a:defRPr sz="2200" b="1">
                <a:solidFill>
                  <a:schemeClr val="tx1"/>
                </a:solidFill>
                <a:latin typeface="Arial" panose="020B0604020202020204" pitchFamily="34" charset="0"/>
              </a:defRPr>
            </a:lvl1pPr>
            <a:lvl2pPr marL="190500" indent="-189230" defTabSz="330200" eaLnBrk="0" hangingPunct="0">
              <a:spcBef>
                <a:spcPct val="50000"/>
              </a:spcBef>
              <a:spcAft>
                <a:spcPct val="10000"/>
              </a:spcAft>
              <a:buSzPct val="75000"/>
              <a:buChar char="l"/>
              <a:tabLst>
                <a:tab pos="8521700" algn="r"/>
              </a:tabLst>
              <a:defRPr>
                <a:solidFill>
                  <a:schemeClr val="tx1"/>
                </a:solidFill>
                <a:latin typeface="Arial" panose="020B0604020202020204" pitchFamily="34" charset="0"/>
              </a:defRPr>
            </a:lvl2pPr>
            <a:lvl3pPr marL="371475" indent="-179705" defTabSz="330200" eaLnBrk="0" hangingPunct="0">
              <a:spcBef>
                <a:spcPct val="50000"/>
              </a:spcBef>
              <a:spcAft>
                <a:spcPct val="10000"/>
              </a:spcAft>
              <a:buSzPct val="75000"/>
              <a:buChar char="—"/>
              <a:tabLst>
                <a:tab pos="8521700" algn="r"/>
              </a:tabLst>
              <a:defRPr>
                <a:solidFill>
                  <a:schemeClr val="tx1"/>
                </a:solidFill>
                <a:latin typeface="Arial" panose="020B0604020202020204" pitchFamily="34" charset="0"/>
              </a:defRPr>
            </a:lvl3pPr>
            <a:lvl4pPr marL="548005" indent="-174625" defTabSz="330200" eaLnBrk="0" hangingPunct="0">
              <a:spcBef>
                <a:spcPct val="20000"/>
              </a:spcBef>
              <a:buChar char="–"/>
              <a:tabLst>
                <a:tab pos="8521700" algn="r"/>
              </a:tabLst>
              <a:defRPr sz="2000">
                <a:solidFill>
                  <a:schemeClr val="tx1"/>
                </a:solidFill>
                <a:latin typeface="Times New Roman" panose="02020603050405020304" pitchFamily="18" charset="0"/>
              </a:defRPr>
            </a:lvl4pPr>
            <a:lvl5pPr marL="1511300" indent="-328930" defTabSz="330200" eaLnBrk="0" hangingPunct="0">
              <a:spcBef>
                <a:spcPct val="20000"/>
              </a:spcBef>
              <a:buChar char="»"/>
              <a:tabLst>
                <a:tab pos="8521700" algn="r"/>
              </a:tabLst>
              <a:defRPr sz="2000">
                <a:solidFill>
                  <a:schemeClr val="tx1"/>
                </a:solidFill>
                <a:latin typeface="Times New Roman" panose="02020603050405020304" pitchFamily="18" charset="0"/>
              </a:defRPr>
            </a:lvl5pPr>
            <a:lvl6pPr marL="19685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6pPr>
            <a:lvl7pPr marL="24257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7pPr>
            <a:lvl8pPr marL="28829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8pPr>
            <a:lvl9pPr marL="33401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9pPr>
          </a:lstStyle>
          <a:p>
            <a:pPr lvl="1"/>
            <a:r>
              <a:rPr lang="zh-CN" altLang="en-US" sz="1400" dirty="0">
                <a:ea typeface="宋体" panose="02010600030101010101" pitchFamily="2" charset="-122"/>
              </a:rPr>
              <a:t>行业</a:t>
            </a:r>
            <a:r>
              <a:rPr lang="en-US" altLang="zh-CN" sz="1400" dirty="0">
                <a:ea typeface="宋体" panose="02010600030101010101" pitchFamily="2" charset="-122"/>
              </a:rPr>
              <a:t>/</a:t>
            </a:r>
            <a:r>
              <a:rPr lang="zh-CN" altLang="en-US" sz="1400" dirty="0">
                <a:ea typeface="宋体" panose="02010600030101010101" pitchFamily="2" charset="-122"/>
              </a:rPr>
              <a:t>跨行业分析</a:t>
            </a:r>
            <a:endParaRPr lang="en-US" altLang="zh-CN" sz="1400" dirty="0">
              <a:ea typeface="宋体" panose="02010600030101010101" pitchFamily="2" charset="-122"/>
            </a:endParaRPr>
          </a:p>
          <a:p>
            <a:pPr lvl="1"/>
            <a:r>
              <a:rPr lang="zh-CN" altLang="en-US" sz="1400" dirty="0">
                <a:ea typeface="宋体" panose="02010600030101010101" pitchFamily="2" charset="-122"/>
              </a:rPr>
              <a:t>数字化能力分析</a:t>
            </a:r>
            <a:endParaRPr lang="en-US" altLang="zh-CN" sz="1400" dirty="0">
              <a:ea typeface="宋体" panose="02010600030101010101" pitchFamily="2" charset="-122"/>
            </a:endParaRPr>
          </a:p>
          <a:p>
            <a:pPr lvl="1"/>
            <a:r>
              <a:rPr lang="zh-CN" altLang="en-US" sz="1400" dirty="0">
                <a:ea typeface="宋体" panose="02010600030101010101" pitchFamily="2" charset="-122"/>
              </a:rPr>
              <a:t>发现问题和改进点</a:t>
            </a:r>
            <a:endParaRPr lang="en-US" altLang="zh-CN" sz="1400" dirty="0">
              <a:ea typeface="宋体" panose="02010600030101010101" pitchFamily="2" charset="-122"/>
            </a:endParaRPr>
          </a:p>
        </p:txBody>
      </p:sp>
      <p:sp>
        <p:nvSpPr>
          <p:cNvPr id="26" name="Rectangle 6"/>
          <p:cNvSpPr>
            <a:spLocks noChangeArrowheads="1"/>
          </p:cNvSpPr>
          <p:nvPr/>
        </p:nvSpPr>
        <p:spPr bwMode="auto">
          <a:xfrm>
            <a:off x="929016" y="2667535"/>
            <a:ext cx="1625600" cy="3713792"/>
          </a:xfrm>
          <a:prstGeom prst="rect">
            <a:avLst/>
          </a:prstGeom>
          <a:noFill/>
          <a:ln w="6350">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oAutofit/>
          </a:bodyPr>
          <a:lstStyle/>
          <a:p>
            <a:endParaRPr lang="zh-CN" altLang="en-US">
              <a:ea typeface="宋体" panose="02010600030101010101" pitchFamily="2" charset="-122"/>
            </a:endParaRPr>
          </a:p>
        </p:txBody>
      </p:sp>
      <p:sp>
        <p:nvSpPr>
          <p:cNvPr id="27" name="Rectangle 7"/>
          <p:cNvSpPr>
            <a:spLocks noChangeArrowheads="1"/>
          </p:cNvSpPr>
          <p:nvPr/>
        </p:nvSpPr>
        <p:spPr bwMode="auto">
          <a:xfrm>
            <a:off x="2741940" y="2756435"/>
            <a:ext cx="1543051" cy="2585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defTabSz="330200" eaLnBrk="0" hangingPunct="0">
              <a:spcBef>
                <a:spcPct val="70000"/>
              </a:spcBef>
              <a:spcAft>
                <a:spcPct val="10000"/>
              </a:spcAft>
              <a:buSzPct val="50000"/>
              <a:buFont typeface="Monotype Sorts" pitchFamily="2" charset="2"/>
              <a:tabLst>
                <a:tab pos="8521700" algn="r"/>
              </a:tabLst>
              <a:defRPr sz="2200" b="1">
                <a:solidFill>
                  <a:schemeClr val="tx1"/>
                </a:solidFill>
                <a:latin typeface="Arial" panose="020B0604020202020204" pitchFamily="34" charset="0"/>
              </a:defRPr>
            </a:lvl1pPr>
            <a:lvl2pPr marL="190500" indent="-189230" defTabSz="330200" eaLnBrk="0" hangingPunct="0">
              <a:spcBef>
                <a:spcPct val="50000"/>
              </a:spcBef>
              <a:spcAft>
                <a:spcPct val="10000"/>
              </a:spcAft>
              <a:buSzPct val="75000"/>
              <a:buChar char="l"/>
              <a:tabLst>
                <a:tab pos="8521700" algn="r"/>
              </a:tabLst>
              <a:defRPr>
                <a:solidFill>
                  <a:schemeClr val="tx1"/>
                </a:solidFill>
                <a:latin typeface="Arial" panose="020B0604020202020204" pitchFamily="34" charset="0"/>
              </a:defRPr>
            </a:lvl2pPr>
            <a:lvl3pPr marL="371475" indent="-179705" defTabSz="330200" eaLnBrk="0" hangingPunct="0">
              <a:spcBef>
                <a:spcPct val="50000"/>
              </a:spcBef>
              <a:spcAft>
                <a:spcPct val="10000"/>
              </a:spcAft>
              <a:buSzPct val="75000"/>
              <a:buChar char="—"/>
              <a:tabLst>
                <a:tab pos="8521700" algn="r"/>
              </a:tabLst>
              <a:defRPr>
                <a:solidFill>
                  <a:schemeClr val="tx1"/>
                </a:solidFill>
                <a:latin typeface="Arial" panose="020B0604020202020204" pitchFamily="34" charset="0"/>
              </a:defRPr>
            </a:lvl3pPr>
            <a:lvl4pPr marL="548005" indent="-174625" defTabSz="330200" eaLnBrk="0" hangingPunct="0">
              <a:spcBef>
                <a:spcPct val="20000"/>
              </a:spcBef>
              <a:buChar char="–"/>
              <a:tabLst>
                <a:tab pos="8521700" algn="r"/>
              </a:tabLst>
              <a:defRPr sz="2000">
                <a:solidFill>
                  <a:schemeClr val="tx1"/>
                </a:solidFill>
                <a:latin typeface="Times New Roman" panose="02020603050405020304" pitchFamily="18" charset="0"/>
              </a:defRPr>
            </a:lvl4pPr>
            <a:lvl5pPr marL="1511300" indent="-328930" defTabSz="330200" eaLnBrk="0" hangingPunct="0">
              <a:spcBef>
                <a:spcPct val="20000"/>
              </a:spcBef>
              <a:buChar char="»"/>
              <a:tabLst>
                <a:tab pos="8521700" algn="r"/>
              </a:tabLst>
              <a:defRPr sz="2000">
                <a:solidFill>
                  <a:schemeClr val="tx1"/>
                </a:solidFill>
                <a:latin typeface="Times New Roman" panose="02020603050405020304" pitchFamily="18" charset="0"/>
              </a:defRPr>
            </a:lvl5pPr>
            <a:lvl6pPr marL="19685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6pPr>
            <a:lvl7pPr marL="24257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7pPr>
            <a:lvl8pPr marL="28829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8pPr>
            <a:lvl9pPr marL="33401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9pPr>
          </a:lstStyle>
          <a:p>
            <a:pPr lvl="1"/>
            <a:r>
              <a:rPr lang="zh-CN" altLang="en-US" sz="1400" dirty="0">
                <a:ea typeface="宋体" panose="02010600030101010101" pitchFamily="2" charset="-122"/>
              </a:rPr>
              <a:t>数字化目标</a:t>
            </a:r>
            <a:r>
              <a:rPr lang="en-US" altLang="zh-CN" sz="1400" dirty="0">
                <a:ea typeface="宋体" panose="02010600030101010101" pitchFamily="2" charset="-122"/>
              </a:rPr>
              <a:t>/</a:t>
            </a:r>
            <a:r>
              <a:rPr lang="zh-CN" altLang="en-US" sz="1400" dirty="0">
                <a:ea typeface="宋体" panose="02010600030101010101" pitchFamily="2" charset="-122"/>
              </a:rPr>
              <a:t>路线</a:t>
            </a:r>
            <a:endParaRPr lang="zh-CN" altLang="de-DE" sz="1400" dirty="0">
              <a:ea typeface="宋体" panose="02010600030101010101" pitchFamily="2" charset="-122"/>
            </a:endParaRPr>
          </a:p>
          <a:p>
            <a:pPr lvl="1"/>
            <a:r>
              <a:rPr lang="zh-CN" altLang="en-US" sz="1400" dirty="0">
                <a:ea typeface="宋体" panose="02010600030101010101" pitchFamily="2" charset="-122"/>
              </a:rPr>
              <a:t>重点数字化能力和场景分析</a:t>
            </a:r>
            <a:endParaRPr lang="en-US" altLang="zh-CN" sz="1400" dirty="0">
              <a:ea typeface="宋体" panose="02010600030101010101" pitchFamily="2" charset="-122"/>
            </a:endParaRPr>
          </a:p>
          <a:p>
            <a:pPr lvl="1"/>
            <a:r>
              <a:rPr lang="zh-CN" altLang="en-US" sz="1400" dirty="0">
                <a:ea typeface="宋体" panose="02010600030101010101" pitchFamily="2" charset="-122"/>
              </a:rPr>
              <a:t>组织和技能支持</a:t>
            </a:r>
            <a:endParaRPr lang="en-US" altLang="zh-CN" sz="1400" dirty="0">
              <a:ea typeface="宋体" panose="02010600030101010101" pitchFamily="2" charset="-122"/>
            </a:endParaRPr>
          </a:p>
          <a:p>
            <a:pPr lvl="1"/>
            <a:r>
              <a:rPr lang="zh-CN" altLang="en-US" sz="1400" dirty="0">
                <a:ea typeface="宋体" panose="02010600030101010101" pitchFamily="2" charset="-122"/>
              </a:rPr>
              <a:t>应用</a:t>
            </a:r>
            <a:r>
              <a:rPr lang="en-US" altLang="zh-CN" sz="1400" dirty="0">
                <a:ea typeface="宋体" panose="02010600030101010101" pitchFamily="2" charset="-122"/>
              </a:rPr>
              <a:t>/</a:t>
            </a:r>
            <a:r>
              <a:rPr lang="zh-CN" altLang="en-US" sz="1400" dirty="0">
                <a:ea typeface="宋体" panose="02010600030101010101" pitchFamily="2" charset="-122"/>
              </a:rPr>
              <a:t>数据</a:t>
            </a:r>
            <a:r>
              <a:rPr lang="en-US" altLang="zh-CN" sz="1400" dirty="0">
                <a:ea typeface="宋体" panose="02010600030101010101" pitchFamily="2" charset="-122"/>
              </a:rPr>
              <a:t>/</a:t>
            </a:r>
            <a:r>
              <a:rPr lang="zh-CN" altLang="en-US" sz="1400" dirty="0">
                <a:ea typeface="宋体" panose="02010600030101010101" pitchFamily="2" charset="-122"/>
              </a:rPr>
              <a:t>技术</a:t>
            </a:r>
            <a:r>
              <a:rPr lang="en-US" altLang="zh-CN" sz="1400" dirty="0">
                <a:ea typeface="宋体" panose="02010600030101010101" pitchFamily="2" charset="-122"/>
              </a:rPr>
              <a:t>/</a:t>
            </a:r>
            <a:r>
              <a:rPr lang="zh-CN" altLang="en-US" sz="1400" dirty="0">
                <a:ea typeface="宋体" panose="02010600030101010101" pitchFamily="2" charset="-122"/>
              </a:rPr>
              <a:t>基础设施架构设计</a:t>
            </a:r>
            <a:endParaRPr lang="en-US" altLang="zh-CN" sz="1400" dirty="0">
              <a:ea typeface="宋体" panose="02010600030101010101" pitchFamily="2" charset="-122"/>
            </a:endParaRPr>
          </a:p>
          <a:p>
            <a:pPr lvl="1"/>
            <a:r>
              <a:rPr lang="zh-CN" altLang="en-US" sz="1400" dirty="0">
                <a:ea typeface="宋体" panose="02010600030101010101" pitchFamily="2" charset="-122"/>
              </a:rPr>
              <a:t>数据分析能力</a:t>
            </a:r>
            <a:endParaRPr lang="en-US" altLang="zh-CN" sz="1400" dirty="0">
              <a:ea typeface="宋体" panose="02010600030101010101" pitchFamily="2" charset="-122"/>
            </a:endParaRPr>
          </a:p>
          <a:p>
            <a:pPr lvl="1"/>
            <a:r>
              <a:rPr lang="zh-CN" altLang="en-US" sz="1400" dirty="0">
                <a:ea typeface="宋体" panose="02010600030101010101" pitchFamily="2" charset="-122"/>
              </a:rPr>
              <a:t>项目计划</a:t>
            </a:r>
            <a:endParaRPr lang="zh-CN" altLang="de-DE" sz="1400" dirty="0">
              <a:ea typeface="宋体" panose="02010600030101010101" pitchFamily="2" charset="-122"/>
            </a:endParaRPr>
          </a:p>
        </p:txBody>
      </p:sp>
      <p:sp>
        <p:nvSpPr>
          <p:cNvPr id="30" name="Rectangle 10"/>
          <p:cNvSpPr>
            <a:spLocks noChangeArrowheads="1"/>
          </p:cNvSpPr>
          <p:nvPr/>
        </p:nvSpPr>
        <p:spPr bwMode="auto">
          <a:xfrm>
            <a:off x="2653041" y="2667535"/>
            <a:ext cx="1624013" cy="3713792"/>
          </a:xfrm>
          <a:prstGeom prst="rect">
            <a:avLst/>
          </a:prstGeom>
          <a:noFill/>
          <a:ln w="6350">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oAutofit/>
          </a:bodyPr>
          <a:lstStyle/>
          <a:p>
            <a:endParaRPr lang="zh-CN" altLang="en-US">
              <a:ea typeface="宋体" panose="02010600030101010101" pitchFamily="2" charset="-122"/>
            </a:endParaRPr>
          </a:p>
        </p:txBody>
      </p:sp>
      <p:sp>
        <p:nvSpPr>
          <p:cNvPr id="31" name="Rectangle 11"/>
          <p:cNvSpPr>
            <a:spLocks noChangeArrowheads="1"/>
          </p:cNvSpPr>
          <p:nvPr/>
        </p:nvSpPr>
        <p:spPr bwMode="auto">
          <a:xfrm>
            <a:off x="4383417" y="2756435"/>
            <a:ext cx="2465212" cy="34470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defTabSz="330200" eaLnBrk="0" hangingPunct="0">
              <a:spcBef>
                <a:spcPct val="70000"/>
              </a:spcBef>
              <a:spcAft>
                <a:spcPct val="10000"/>
              </a:spcAft>
              <a:buSzPct val="50000"/>
              <a:buFont typeface="Monotype Sorts" pitchFamily="2" charset="2"/>
              <a:tabLst>
                <a:tab pos="8521700" algn="r"/>
              </a:tabLst>
              <a:defRPr sz="2200" b="1">
                <a:solidFill>
                  <a:schemeClr val="tx1"/>
                </a:solidFill>
                <a:latin typeface="Arial" panose="020B0604020202020204" pitchFamily="34" charset="0"/>
              </a:defRPr>
            </a:lvl1pPr>
            <a:lvl2pPr marL="190500" indent="-189230" defTabSz="330200" eaLnBrk="0" hangingPunct="0">
              <a:spcBef>
                <a:spcPct val="50000"/>
              </a:spcBef>
              <a:spcAft>
                <a:spcPct val="10000"/>
              </a:spcAft>
              <a:buSzPct val="75000"/>
              <a:buChar char="l"/>
              <a:tabLst>
                <a:tab pos="8521700" algn="r"/>
              </a:tabLst>
              <a:defRPr>
                <a:solidFill>
                  <a:schemeClr val="tx1"/>
                </a:solidFill>
                <a:latin typeface="Arial" panose="020B0604020202020204" pitchFamily="34" charset="0"/>
              </a:defRPr>
            </a:lvl2pPr>
            <a:lvl3pPr marL="371475" indent="-179705" defTabSz="330200" eaLnBrk="0" hangingPunct="0">
              <a:spcBef>
                <a:spcPct val="50000"/>
              </a:spcBef>
              <a:spcAft>
                <a:spcPct val="10000"/>
              </a:spcAft>
              <a:buSzPct val="75000"/>
              <a:buChar char="—"/>
              <a:tabLst>
                <a:tab pos="8521700" algn="r"/>
              </a:tabLst>
              <a:defRPr>
                <a:solidFill>
                  <a:schemeClr val="tx1"/>
                </a:solidFill>
                <a:latin typeface="Arial" panose="020B0604020202020204" pitchFamily="34" charset="0"/>
              </a:defRPr>
            </a:lvl3pPr>
            <a:lvl4pPr marL="548005" indent="-174625" defTabSz="330200" eaLnBrk="0" hangingPunct="0">
              <a:spcBef>
                <a:spcPct val="20000"/>
              </a:spcBef>
              <a:buChar char="–"/>
              <a:tabLst>
                <a:tab pos="8521700" algn="r"/>
              </a:tabLst>
              <a:defRPr sz="2000">
                <a:solidFill>
                  <a:schemeClr val="tx1"/>
                </a:solidFill>
                <a:latin typeface="Times New Roman" panose="02020603050405020304" pitchFamily="18" charset="0"/>
              </a:defRPr>
            </a:lvl4pPr>
            <a:lvl5pPr marL="1511300" indent="-328930" defTabSz="330200" eaLnBrk="0" hangingPunct="0">
              <a:spcBef>
                <a:spcPct val="20000"/>
              </a:spcBef>
              <a:buChar char="»"/>
              <a:tabLst>
                <a:tab pos="8521700" algn="r"/>
              </a:tabLst>
              <a:defRPr sz="2000">
                <a:solidFill>
                  <a:schemeClr val="tx1"/>
                </a:solidFill>
                <a:latin typeface="Times New Roman" panose="02020603050405020304" pitchFamily="18" charset="0"/>
              </a:defRPr>
            </a:lvl5pPr>
            <a:lvl6pPr marL="19685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6pPr>
            <a:lvl7pPr marL="24257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7pPr>
            <a:lvl8pPr marL="28829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8pPr>
            <a:lvl9pPr marL="33401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9pPr>
          </a:lstStyle>
          <a:p>
            <a:pPr lvl="1"/>
            <a:r>
              <a:rPr lang="zh-CN" altLang="en-US" sz="1400" dirty="0">
                <a:ea typeface="宋体" panose="02010600030101010101" pitchFamily="2" charset="-122"/>
              </a:rPr>
              <a:t>基础设施云化：计算和服务器向云迁移</a:t>
            </a:r>
            <a:endParaRPr lang="en-US" altLang="zh-CN" sz="1400" dirty="0">
              <a:ea typeface="宋体" panose="02010600030101010101" pitchFamily="2" charset="-122"/>
            </a:endParaRPr>
          </a:p>
          <a:p>
            <a:pPr lvl="1"/>
            <a:r>
              <a:rPr lang="zh-CN" altLang="en-US" sz="1400" dirty="0">
                <a:ea typeface="宋体" panose="02010600030101010101" pitchFamily="2" charset="-122"/>
              </a:rPr>
              <a:t>触点数字化改造：</a:t>
            </a:r>
            <a:r>
              <a:rPr lang="en-US" altLang="zh-CN" sz="1400" dirty="0">
                <a:ea typeface="宋体" panose="02010600030101010101" pitchFamily="2" charset="-122"/>
              </a:rPr>
              <a:t>7x24</a:t>
            </a:r>
            <a:r>
              <a:rPr lang="zh-CN" altLang="en-US" sz="1400" dirty="0">
                <a:ea typeface="宋体" panose="02010600030101010101" pitchFamily="2" charset="-122"/>
              </a:rPr>
              <a:t>与客户、员工、产品、渠道、合作伙伴保持连接</a:t>
            </a:r>
            <a:endParaRPr lang="en-US" altLang="zh-CN" sz="1400" dirty="0">
              <a:ea typeface="宋体" panose="02010600030101010101" pitchFamily="2" charset="-122"/>
            </a:endParaRPr>
          </a:p>
          <a:p>
            <a:pPr lvl="1"/>
            <a:r>
              <a:rPr lang="zh-CN" altLang="en-US" sz="1400" dirty="0">
                <a:ea typeface="宋体" panose="02010600030101010101" pitchFamily="2" charset="-122"/>
              </a:rPr>
              <a:t>业务在线化：系统灵活的支持全业务流程的数字化和业务价值提升</a:t>
            </a:r>
            <a:endParaRPr lang="en-US" altLang="zh-CN" sz="1400" dirty="0">
              <a:ea typeface="宋体" panose="02010600030101010101" pitchFamily="2" charset="-122"/>
            </a:endParaRPr>
          </a:p>
          <a:p>
            <a:pPr lvl="1"/>
            <a:r>
              <a:rPr lang="zh-CN" altLang="en-US" sz="1400" dirty="0">
                <a:ea typeface="宋体" panose="02010600030101010101" pitchFamily="2" charset="-122"/>
              </a:rPr>
              <a:t>运营数字化：发掘和运用数据的企业商业价值</a:t>
            </a:r>
            <a:endParaRPr lang="en-US" altLang="zh-CN" sz="1400" dirty="0">
              <a:ea typeface="宋体" panose="02010600030101010101" pitchFamily="2" charset="-122"/>
            </a:endParaRPr>
          </a:p>
          <a:p>
            <a:pPr lvl="1"/>
            <a:r>
              <a:rPr lang="zh-CN" altLang="en-US" sz="1400" dirty="0">
                <a:ea typeface="宋体" panose="02010600030101010101" pitchFamily="2" charset="-122"/>
              </a:rPr>
              <a:t>决策智能化：算法</a:t>
            </a:r>
            <a:r>
              <a:rPr lang="en-US" altLang="zh-CN" sz="1400" dirty="0">
                <a:ea typeface="宋体" panose="02010600030101010101" pitchFamily="2" charset="-122"/>
              </a:rPr>
              <a:t>/</a:t>
            </a:r>
            <a:r>
              <a:rPr lang="zh-CN" altLang="en-US" sz="1400" dirty="0">
                <a:ea typeface="宋体" panose="02010600030101010101" pitchFamily="2" charset="-122"/>
              </a:rPr>
              <a:t>模型支持推荐、预测、决策</a:t>
            </a:r>
            <a:endParaRPr lang="en-US" altLang="zh-CN" sz="1400" dirty="0">
              <a:ea typeface="宋体" panose="02010600030101010101" pitchFamily="2" charset="-122"/>
            </a:endParaRPr>
          </a:p>
          <a:p>
            <a:pPr lvl="1"/>
            <a:endParaRPr lang="en-US" altLang="zh-CN" sz="1400" dirty="0">
              <a:ea typeface="宋体" panose="02010600030101010101" pitchFamily="2" charset="-122"/>
            </a:endParaRPr>
          </a:p>
        </p:txBody>
      </p:sp>
      <p:sp>
        <p:nvSpPr>
          <p:cNvPr id="34" name="Rectangle 14"/>
          <p:cNvSpPr>
            <a:spLocks noChangeArrowheads="1"/>
          </p:cNvSpPr>
          <p:nvPr/>
        </p:nvSpPr>
        <p:spPr bwMode="auto">
          <a:xfrm>
            <a:off x="4375479" y="2667534"/>
            <a:ext cx="2473150" cy="3713793"/>
          </a:xfrm>
          <a:prstGeom prst="rect">
            <a:avLst/>
          </a:prstGeom>
          <a:noFill/>
          <a:ln w="6350">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o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5" name="Rectangle 15"/>
          <p:cNvSpPr>
            <a:spLocks noChangeArrowheads="1"/>
          </p:cNvSpPr>
          <p:nvPr/>
        </p:nvSpPr>
        <p:spPr bwMode="auto">
          <a:xfrm>
            <a:off x="7029758" y="2754525"/>
            <a:ext cx="1549246" cy="2025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defTabSz="330200" eaLnBrk="0" hangingPunct="0">
              <a:spcBef>
                <a:spcPct val="70000"/>
              </a:spcBef>
              <a:spcAft>
                <a:spcPct val="10000"/>
              </a:spcAft>
              <a:buSzPct val="50000"/>
              <a:buFont typeface="Monotype Sorts" pitchFamily="2" charset="2"/>
              <a:tabLst>
                <a:tab pos="8521700" algn="r"/>
              </a:tabLst>
              <a:defRPr sz="2200" b="1">
                <a:solidFill>
                  <a:schemeClr val="tx1"/>
                </a:solidFill>
                <a:latin typeface="Arial" panose="020B0604020202020204" pitchFamily="34" charset="0"/>
              </a:defRPr>
            </a:lvl1pPr>
            <a:lvl2pPr marL="190500" indent="-189230" defTabSz="330200" eaLnBrk="0" hangingPunct="0">
              <a:spcBef>
                <a:spcPct val="50000"/>
              </a:spcBef>
              <a:spcAft>
                <a:spcPct val="10000"/>
              </a:spcAft>
              <a:buSzPct val="75000"/>
              <a:buChar char="l"/>
              <a:tabLst>
                <a:tab pos="8521700" algn="r"/>
              </a:tabLst>
              <a:defRPr>
                <a:solidFill>
                  <a:schemeClr val="tx1"/>
                </a:solidFill>
                <a:latin typeface="Arial" panose="020B0604020202020204" pitchFamily="34" charset="0"/>
              </a:defRPr>
            </a:lvl2pPr>
            <a:lvl3pPr marL="371475" indent="-179705" defTabSz="330200" eaLnBrk="0" hangingPunct="0">
              <a:spcBef>
                <a:spcPct val="50000"/>
              </a:spcBef>
              <a:spcAft>
                <a:spcPct val="10000"/>
              </a:spcAft>
              <a:buSzPct val="75000"/>
              <a:buChar char="—"/>
              <a:tabLst>
                <a:tab pos="8521700" algn="r"/>
              </a:tabLst>
              <a:defRPr>
                <a:solidFill>
                  <a:schemeClr val="tx1"/>
                </a:solidFill>
                <a:latin typeface="Arial" panose="020B0604020202020204" pitchFamily="34" charset="0"/>
              </a:defRPr>
            </a:lvl3pPr>
            <a:lvl4pPr marL="548005" indent="-174625" defTabSz="330200" eaLnBrk="0" hangingPunct="0">
              <a:spcBef>
                <a:spcPct val="20000"/>
              </a:spcBef>
              <a:buChar char="–"/>
              <a:tabLst>
                <a:tab pos="8521700" algn="r"/>
              </a:tabLst>
              <a:defRPr sz="2000">
                <a:solidFill>
                  <a:schemeClr val="tx1"/>
                </a:solidFill>
                <a:latin typeface="Times New Roman" panose="02020603050405020304" pitchFamily="18" charset="0"/>
              </a:defRPr>
            </a:lvl4pPr>
            <a:lvl5pPr marL="1511300" indent="-328930" defTabSz="330200" eaLnBrk="0" hangingPunct="0">
              <a:spcBef>
                <a:spcPct val="20000"/>
              </a:spcBef>
              <a:buChar char="»"/>
              <a:tabLst>
                <a:tab pos="8521700" algn="r"/>
              </a:tabLst>
              <a:defRPr sz="2000">
                <a:solidFill>
                  <a:schemeClr val="tx1"/>
                </a:solidFill>
                <a:latin typeface="Times New Roman" panose="02020603050405020304" pitchFamily="18" charset="0"/>
              </a:defRPr>
            </a:lvl5pPr>
            <a:lvl6pPr marL="19685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6pPr>
            <a:lvl7pPr marL="24257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7pPr>
            <a:lvl8pPr marL="28829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8pPr>
            <a:lvl9pPr marL="33401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9pPr>
          </a:lstStyle>
          <a:p>
            <a:pPr lvl="1"/>
            <a:r>
              <a:rPr lang="zh-CN" altLang="en-US" sz="1400" dirty="0">
                <a:ea typeface="宋体" panose="02010600030101010101" pitchFamily="2" charset="-122"/>
              </a:rPr>
              <a:t>数字化商业计划</a:t>
            </a:r>
            <a:endParaRPr lang="zh-CN" altLang="de-DE" sz="1400" dirty="0">
              <a:ea typeface="宋体" panose="02010600030101010101" pitchFamily="2" charset="-122"/>
            </a:endParaRPr>
          </a:p>
          <a:p>
            <a:pPr lvl="1"/>
            <a:r>
              <a:rPr lang="zh-CN" altLang="en-US" sz="1400" dirty="0">
                <a:ea typeface="宋体" panose="02010600030101010101" pitchFamily="2" charset="-122"/>
              </a:rPr>
              <a:t>数字化项目立项和管理</a:t>
            </a:r>
            <a:endParaRPr lang="en-US" altLang="zh-CN" sz="1400" dirty="0">
              <a:ea typeface="宋体" panose="02010600030101010101" pitchFamily="2" charset="-122"/>
            </a:endParaRPr>
          </a:p>
          <a:p>
            <a:pPr lvl="1"/>
            <a:r>
              <a:rPr lang="en-US" altLang="zh-CN" sz="1400" dirty="0">
                <a:ea typeface="宋体" panose="02010600030101010101" pitchFamily="2" charset="-122"/>
              </a:rPr>
              <a:t>IT</a:t>
            </a:r>
            <a:r>
              <a:rPr lang="zh-CN" altLang="en-US" sz="1400" dirty="0">
                <a:ea typeface="宋体" panose="02010600030101010101" pitchFamily="2" charset="-122"/>
              </a:rPr>
              <a:t>开发和运维数字化提升</a:t>
            </a:r>
            <a:endParaRPr lang="en-US" altLang="zh-CN" sz="1400" dirty="0">
              <a:ea typeface="宋体" panose="02010600030101010101" pitchFamily="2" charset="-122"/>
            </a:endParaRPr>
          </a:p>
          <a:p>
            <a:pPr lvl="1"/>
            <a:r>
              <a:rPr lang="en-US" altLang="zh-CN" sz="1400" dirty="0">
                <a:ea typeface="宋体" panose="02010600030101010101" pitchFamily="2" charset="-122"/>
              </a:rPr>
              <a:t>PMO</a:t>
            </a:r>
            <a:r>
              <a:rPr lang="zh-CN" altLang="en-US" sz="1400" dirty="0">
                <a:ea typeface="宋体" panose="02010600030101010101" pitchFamily="2" charset="-122"/>
              </a:rPr>
              <a:t>管理数字化</a:t>
            </a:r>
            <a:endParaRPr lang="en-US" altLang="zh-CN" sz="1400" dirty="0">
              <a:ea typeface="宋体" panose="02010600030101010101" pitchFamily="2" charset="-122"/>
            </a:endParaRPr>
          </a:p>
          <a:p>
            <a:pPr lvl="1"/>
            <a:endParaRPr lang="en-US" altLang="zh-CN" sz="1400" dirty="0">
              <a:ea typeface="宋体" panose="02010600030101010101" pitchFamily="2" charset="-122"/>
            </a:endParaRPr>
          </a:p>
        </p:txBody>
      </p:sp>
      <p:grpSp>
        <p:nvGrpSpPr>
          <p:cNvPr id="3" name="Group 2"/>
          <p:cNvGrpSpPr/>
          <p:nvPr/>
        </p:nvGrpSpPr>
        <p:grpSpPr>
          <a:xfrm>
            <a:off x="929016" y="1772816"/>
            <a:ext cx="7649988" cy="796294"/>
            <a:chOff x="929016" y="2130960"/>
            <a:chExt cx="7649988" cy="438150"/>
          </a:xfrm>
        </p:grpSpPr>
        <p:sp>
          <p:nvSpPr>
            <p:cNvPr id="24" name="Rectangle 4"/>
            <p:cNvSpPr>
              <a:spLocks noChangeArrowheads="1"/>
            </p:cNvSpPr>
            <p:nvPr/>
          </p:nvSpPr>
          <p:spPr bwMode="auto">
            <a:xfrm>
              <a:off x="929016" y="2130960"/>
              <a:ext cx="1625600" cy="43815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400">
                <a:ea typeface="宋体" panose="02010600030101010101" pitchFamily="2" charset="-122"/>
              </a:endParaRPr>
            </a:p>
          </p:txBody>
        </p:sp>
        <p:sp>
          <p:nvSpPr>
            <p:cNvPr id="25" name="Text Box 5"/>
            <p:cNvSpPr txBox="1">
              <a:spLocks noChangeArrowheads="1"/>
            </p:cNvSpPr>
            <p:nvPr/>
          </p:nvSpPr>
          <p:spPr bwMode="auto">
            <a:xfrm>
              <a:off x="1048079" y="2213763"/>
              <a:ext cx="1387475" cy="270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en-US" altLang="zh-CN" sz="1600" b="1" dirty="0">
                  <a:ea typeface="宋体" panose="02010600030101010101" pitchFamily="2" charset="-122"/>
                </a:rPr>
                <a:t>As-Is Analysis</a:t>
              </a:r>
              <a:endParaRPr lang="en-US" altLang="zh-CN" sz="1600" b="1" dirty="0">
                <a:ea typeface="宋体" panose="02010600030101010101" pitchFamily="2" charset="-122"/>
              </a:endParaRPr>
            </a:p>
            <a:p>
              <a:pPr algn="ctr">
                <a:buClrTx/>
                <a:buFontTx/>
                <a:buNone/>
              </a:pPr>
              <a:r>
                <a:rPr lang="zh-CN" altLang="en-US" sz="1600" b="1" dirty="0">
                  <a:ea typeface="宋体" panose="02010600030101010101" pitchFamily="2" charset="-122"/>
                </a:rPr>
                <a:t>现状分析</a:t>
              </a:r>
              <a:endParaRPr lang="zh-CN" altLang="en-US" sz="1600" b="1" dirty="0">
                <a:ea typeface="宋体" panose="02010600030101010101" pitchFamily="2" charset="-122"/>
              </a:endParaRPr>
            </a:p>
          </p:txBody>
        </p:sp>
        <p:sp>
          <p:nvSpPr>
            <p:cNvPr id="28" name="Rectangle 8"/>
            <p:cNvSpPr>
              <a:spLocks noChangeArrowheads="1"/>
            </p:cNvSpPr>
            <p:nvPr/>
          </p:nvSpPr>
          <p:spPr bwMode="auto">
            <a:xfrm>
              <a:off x="2653041" y="2130960"/>
              <a:ext cx="1624013" cy="43815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400">
                <a:ea typeface="宋体" panose="02010600030101010101" pitchFamily="2" charset="-122"/>
              </a:endParaRPr>
            </a:p>
          </p:txBody>
        </p:sp>
        <p:sp>
          <p:nvSpPr>
            <p:cNvPr id="29" name="Text Box 9"/>
            <p:cNvSpPr txBox="1">
              <a:spLocks noChangeArrowheads="1"/>
            </p:cNvSpPr>
            <p:nvPr/>
          </p:nvSpPr>
          <p:spPr bwMode="auto">
            <a:xfrm>
              <a:off x="2770516" y="2213763"/>
              <a:ext cx="1387475" cy="270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en-US" altLang="zh-CN" sz="1600" b="1" dirty="0">
                  <a:ea typeface="宋体" panose="02010600030101010101" pitchFamily="2" charset="-122"/>
                </a:rPr>
                <a:t>To-be  Design</a:t>
              </a:r>
              <a:endParaRPr lang="en-US" altLang="zh-CN" sz="1600" b="1" dirty="0">
                <a:ea typeface="宋体" panose="02010600030101010101" pitchFamily="2" charset="-122"/>
              </a:endParaRPr>
            </a:p>
            <a:p>
              <a:pPr algn="ctr">
                <a:buClrTx/>
                <a:buFontTx/>
                <a:buNone/>
              </a:pPr>
              <a:r>
                <a:rPr lang="zh-CN" altLang="en-US" sz="1600" b="1" dirty="0">
                  <a:ea typeface="宋体" panose="02010600030101010101" pitchFamily="2" charset="-122"/>
                </a:rPr>
                <a:t>目标设计</a:t>
              </a:r>
              <a:endParaRPr lang="zh-CN" altLang="en-US" sz="1600" b="1" dirty="0">
                <a:ea typeface="宋体" panose="02010600030101010101" pitchFamily="2" charset="-122"/>
              </a:endParaRPr>
            </a:p>
          </p:txBody>
        </p:sp>
        <p:sp>
          <p:nvSpPr>
            <p:cNvPr id="32" name="Rectangle 12"/>
            <p:cNvSpPr>
              <a:spLocks noChangeArrowheads="1"/>
            </p:cNvSpPr>
            <p:nvPr/>
          </p:nvSpPr>
          <p:spPr bwMode="auto">
            <a:xfrm>
              <a:off x="4375479" y="2130960"/>
              <a:ext cx="2473150" cy="43815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400">
                <a:ea typeface="宋体" panose="02010600030101010101" pitchFamily="2" charset="-122"/>
              </a:endParaRPr>
            </a:p>
          </p:txBody>
        </p:sp>
        <p:sp>
          <p:nvSpPr>
            <p:cNvPr id="33" name="Text Box 13"/>
            <p:cNvSpPr txBox="1">
              <a:spLocks noChangeArrowheads="1"/>
            </p:cNvSpPr>
            <p:nvPr/>
          </p:nvSpPr>
          <p:spPr bwMode="auto">
            <a:xfrm>
              <a:off x="4494541" y="2213763"/>
              <a:ext cx="2110872" cy="270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en-US" altLang="zh-CN" sz="1600" b="1" dirty="0">
                  <a:ea typeface="宋体" panose="02010600030101010101" pitchFamily="2" charset="-122"/>
                </a:rPr>
                <a:t>Project Impl.</a:t>
              </a:r>
              <a:endParaRPr lang="en-US" altLang="zh-CN" sz="1600" b="1" dirty="0">
                <a:ea typeface="宋体" panose="02010600030101010101" pitchFamily="2" charset="-122"/>
              </a:endParaRPr>
            </a:p>
            <a:p>
              <a:pPr algn="ctr">
                <a:buClrTx/>
                <a:buFontTx/>
                <a:buNone/>
              </a:pPr>
              <a:r>
                <a:rPr lang="zh-CN" altLang="en-US" sz="1600" b="1" dirty="0">
                  <a:ea typeface="宋体" panose="02010600030101010101" pitchFamily="2" charset="-122"/>
                </a:rPr>
                <a:t>项目实施</a:t>
              </a:r>
              <a:endParaRPr lang="zh-CN" altLang="en-US" sz="1600" b="1" dirty="0">
                <a:ea typeface="宋体" panose="02010600030101010101" pitchFamily="2" charset="-122"/>
              </a:endParaRPr>
            </a:p>
          </p:txBody>
        </p:sp>
        <p:sp>
          <p:nvSpPr>
            <p:cNvPr id="36" name="Rectangle 16"/>
            <p:cNvSpPr>
              <a:spLocks noChangeArrowheads="1"/>
            </p:cNvSpPr>
            <p:nvPr/>
          </p:nvSpPr>
          <p:spPr bwMode="auto">
            <a:xfrm>
              <a:off x="6954992" y="2130960"/>
              <a:ext cx="1624012" cy="43815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400">
                <a:ea typeface="宋体" panose="02010600030101010101" pitchFamily="2" charset="-122"/>
              </a:endParaRPr>
            </a:p>
          </p:txBody>
        </p:sp>
        <p:sp>
          <p:nvSpPr>
            <p:cNvPr id="37" name="Text Box 17"/>
            <p:cNvSpPr txBox="1">
              <a:spLocks noChangeArrowheads="1"/>
            </p:cNvSpPr>
            <p:nvPr/>
          </p:nvSpPr>
          <p:spPr bwMode="auto">
            <a:xfrm>
              <a:off x="7074054" y="2146023"/>
              <a:ext cx="1387475" cy="406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en-US" altLang="zh-CN" sz="1600" b="1" dirty="0">
                  <a:ea typeface="宋体" panose="02010600030101010101" pitchFamily="2" charset="-122"/>
                </a:rPr>
                <a:t>Ops / Optimization</a:t>
              </a:r>
              <a:endParaRPr lang="en-US" altLang="zh-CN" sz="1600" b="1" dirty="0">
                <a:ea typeface="宋体" panose="02010600030101010101" pitchFamily="2" charset="-122"/>
              </a:endParaRPr>
            </a:p>
            <a:p>
              <a:pPr algn="ctr">
                <a:buClrTx/>
                <a:buFontTx/>
                <a:buNone/>
              </a:pPr>
              <a:r>
                <a:rPr lang="zh-CN" altLang="en-US" sz="1600" b="1" dirty="0">
                  <a:ea typeface="宋体" panose="02010600030101010101" pitchFamily="2" charset="-122"/>
                </a:rPr>
                <a:t>运营和优化</a:t>
              </a:r>
              <a:endParaRPr lang="zh-CN" altLang="en-US" sz="1600" b="1" dirty="0">
                <a:ea typeface="宋体" panose="02010600030101010101" pitchFamily="2" charset="-122"/>
              </a:endParaRPr>
            </a:p>
          </p:txBody>
        </p:sp>
      </p:grpSp>
      <p:sp>
        <p:nvSpPr>
          <p:cNvPr id="38" name="Rectangle 18"/>
          <p:cNvSpPr>
            <a:spLocks noChangeArrowheads="1"/>
          </p:cNvSpPr>
          <p:nvPr/>
        </p:nvSpPr>
        <p:spPr bwMode="auto">
          <a:xfrm>
            <a:off x="6954992" y="2667535"/>
            <a:ext cx="1624012" cy="3713792"/>
          </a:xfrm>
          <a:prstGeom prst="rect">
            <a:avLst/>
          </a:prstGeom>
          <a:noFill/>
          <a:ln w="6350">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oAutofit/>
          </a:bodyPr>
          <a:lstStyle/>
          <a:p>
            <a:endParaRPr lang="zh-CN" altLang="en-US">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884" y="116632"/>
            <a:ext cx="7161213" cy="9398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1" hangingPunct="1">
              <a:buFont typeface="Wingdings" panose="05000000000000000000" pitchFamily="2" charset="2"/>
              <a:buNone/>
            </a:pPr>
            <a:br>
              <a:rPr lang="en-US" altLang="zh-CN" kern="1200" dirty="0">
                <a:latin typeface="微软雅黑" panose="020B0503020204020204" pitchFamily="34" charset="-122"/>
                <a:ea typeface="微软雅黑" panose="020B0503020204020204" pitchFamily="34" charset="-122"/>
                <a:cs typeface="+mn-cs"/>
              </a:rPr>
            </a:br>
            <a:r>
              <a:rPr lang="zh-CN" altLang="en-US" kern="1200" dirty="0">
                <a:latin typeface="微软雅黑" panose="020B0503020204020204" pitchFamily="34" charset="-122"/>
                <a:ea typeface="微软雅黑" panose="020B0503020204020204" pitchFamily="34" charset="-122"/>
                <a:cs typeface="+mn-cs"/>
              </a:rPr>
              <a:t>数字化</a:t>
            </a:r>
            <a:r>
              <a:rPr lang="en-US" altLang="zh-CN" kern="1200" dirty="0">
                <a:latin typeface="微软雅黑" panose="020B0503020204020204" pitchFamily="34" charset="-122"/>
                <a:ea typeface="微软雅黑" panose="020B0503020204020204" pitchFamily="34" charset="-122"/>
                <a:cs typeface="+mn-cs"/>
              </a:rPr>
              <a:t>/IT</a:t>
            </a:r>
            <a:r>
              <a:rPr lang="zh-CN" altLang="en-US" kern="1200" dirty="0">
                <a:latin typeface="微软雅黑" panose="020B0503020204020204" pitchFamily="34" charset="-122"/>
                <a:ea typeface="微软雅黑" panose="020B0503020204020204" pitchFamily="34" charset="-122"/>
                <a:cs typeface="+mn-cs"/>
              </a:rPr>
              <a:t>部门引入新的岗位和人才</a:t>
            </a:r>
            <a:endParaRPr lang="zh-CN" altLang="en-US" kern="1200" dirty="0">
              <a:latin typeface="微软雅黑" panose="020B0503020204020204" pitchFamily="34" charset="-122"/>
              <a:ea typeface="微软雅黑" panose="020B0503020204020204" pitchFamily="34" charset="-122"/>
              <a:cs typeface="+mn-cs"/>
            </a:endParaRPr>
          </a:p>
        </p:txBody>
      </p:sp>
      <p:sp>
        <p:nvSpPr>
          <p:cNvPr id="11" name="Rectangle 8"/>
          <p:cNvSpPr>
            <a:spLocks noChangeArrowheads="1"/>
          </p:cNvSpPr>
          <p:nvPr/>
        </p:nvSpPr>
        <p:spPr bwMode="auto">
          <a:xfrm>
            <a:off x="2581845" y="1981603"/>
            <a:ext cx="7050087" cy="246221"/>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1600">
              <a:latin typeface="+mn-lt"/>
              <a:ea typeface="宋体" panose="02010600030101010101" pitchFamily="2" charset="-122"/>
            </a:endParaRPr>
          </a:p>
        </p:txBody>
      </p:sp>
      <p:sp>
        <p:nvSpPr>
          <p:cNvPr id="13" name="Rectangle 10"/>
          <p:cNvSpPr>
            <a:spLocks noChangeArrowheads="1"/>
          </p:cNvSpPr>
          <p:nvPr/>
        </p:nvSpPr>
        <p:spPr bwMode="auto">
          <a:xfrm>
            <a:off x="2681857" y="1987766"/>
            <a:ext cx="6229995" cy="246221"/>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lvl="1"/>
            <a:r>
              <a:rPr lang="zh-CN" altLang="en-US" sz="1600" dirty="0"/>
              <a:t>产品经理 </a:t>
            </a:r>
            <a:r>
              <a:rPr lang="en-US" altLang="zh-CN" sz="1600" dirty="0"/>
              <a:t>/ </a:t>
            </a:r>
            <a:r>
              <a:rPr lang="zh-CN" altLang="en-US" sz="1600" dirty="0"/>
              <a:t>产品助理 </a:t>
            </a:r>
            <a:r>
              <a:rPr lang="en-US" altLang="zh-CN" sz="1600" dirty="0"/>
              <a:t>/ </a:t>
            </a:r>
            <a:r>
              <a:rPr lang="zh-CN" altLang="en-US" sz="1600" dirty="0"/>
              <a:t>设计师</a:t>
            </a:r>
            <a:r>
              <a:rPr lang="en-US" altLang="zh-CN" sz="1600" dirty="0"/>
              <a:t>UI,UX / </a:t>
            </a:r>
            <a:r>
              <a:rPr lang="zh-CN" altLang="en-US" sz="1600" dirty="0"/>
              <a:t>敏捷</a:t>
            </a:r>
            <a:r>
              <a:rPr lang="en-US" altLang="zh-CN" sz="1600" dirty="0"/>
              <a:t>PM </a:t>
            </a:r>
            <a:r>
              <a:rPr lang="zh-CN" altLang="en-US" sz="1600" dirty="0"/>
              <a:t>（</a:t>
            </a:r>
            <a:r>
              <a:rPr lang="en-US" altLang="zh-CN" sz="1600" dirty="0"/>
              <a:t>Scrum Master</a:t>
            </a:r>
            <a:r>
              <a:rPr lang="zh-CN" altLang="en-US" sz="1600" dirty="0"/>
              <a:t>）</a:t>
            </a:r>
            <a:endParaRPr lang="zh-CN" altLang="de-DE" sz="1600" dirty="0"/>
          </a:p>
        </p:txBody>
      </p:sp>
      <p:sp>
        <p:nvSpPr>
          <p:cNvPr id="17" name="Rectangle 14"/>
          <p:cNvSpPr>
            <a:spLocks noChangeArrowheads="1"/>
          </p:cNvSpPr>
          <p:nvPr/>
        </p:nvSpPr>
        <p:spPr bwMode="auto">
          <a:xfrm>
            <a:off x="2608155" y="3545861"/>
            <a:ext cx="7050087" cy="246221"/>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1600">
              <a:latin typeface="+mn-lt"/>
              <a:ea typeface="宋体" panose="02010600030101010101" pitchFamily="2" charset="-122"/>
            </a:endParaRPr>
          </a:p>
        </p:txBody>
      </p:sp>
      <p:sp>
        <p:nvSpPr>
          <p:cNvPr id="19" name="Rectangle 16"/>
          <p:cNvSpPr>
            <a:spLocks noChangeArrowheads="1"/>
          </p:cNvSpPr>
          <p:nvPr/>
        </p:nvSpPr>
        <p:spPr bwMode="auto">
          <a:xfrm>
            <a:off x="2681857" y="3727414"/>
            <a:ext cx="5293891" cy="492443"/>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lvl="1"/>
            <a:r>
              <a:rPr lang="zh-CN" altLang="en-US" sz="1600" dirty="0"/>
              <a:t>云架构师 </a:t>
            </a:r>
            <a:r>
              <a:rPr lang="en-US" altLang="zh-CN" sz="1600" dirty="0"/>
              <a:t>/ </a:t>
            </a:r>
            <a:r>
              <a:rPr lang="zh-CN" altLang="en-US" sz="1600" dirty="0"/>
              <a:t>云安全架构师 </a:t>
            </a:r>
            <a:r>
              <a:rPr lang="en-US" altLang="zh-CN" sz="1600" dirty="0"/>
              <a:t>/ </a:t>
            </a:r>
            <a:r>
              <a:rPr lang="zh-CN" altLang="en-US" sz="1600" dirty="0"/>
              <a:t>前端开发 </a:t>
            </a:r>
            <a:r>
              <a:rPr lang="en-US" altLang="zh-CN" sz="1600" dirty="0"/>
              <a:t>/ </a:t>
            </a:r>
            <a:r>
              <a:rPr lang="zh-CN" altLang="en-US" sz="1600" dirty="0"/>
              <a:t>后端开发 </a:t>
            </a:r>
            <a:r>
              <a:rPr lang="en-US" altLang="zh-CN" sz="1600" dirty="0"/>
              <a:t>/  DevOps</a:t>
            </a:r>
            <a:r>
              <a:rPr lang="zh-CN" altLang="en-US" sz="1600" dirty="0"/>
              <a:t>工程师 </a:t>
            </a:r>
            <a:r>
              <a:rPr lang="en-US" altLang="zh-CN" sz="1600" dirty="0"/>
              <a:t>/ </a:t>
            </a:r>
            <a:r>
              <a:rPr lang="zh-CN" altLang="en-US" sz="1600" dirty="0"/>
              <a:t>测试人员（自动化测试）</a:t>
            </a:r>
            <a:endParaRPr lang="zh-CN" altLang="de-DE" sz="1600" dirty="0"/>
          </a:p>
        </p:txBody>
      </p:sp>
      <p:sp>
        <p:nvSpPr>
          <p:cNvPr id="5" name="Rectangle 4"/>
          <p:cNvSpPr>
            <a:spLocks noChangeArrowheads="1"/>
          </p:cNvSpPr>
          <p:nvPr/>
        </p:nvSpPr>
        <p:spPr bwMode="auto">
          <a:xfrm>
            <a:off x="702940" y="1771449"/>
            <a:ext cx="2068512" cy="657225"/>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000">
              <a:ea typeface="宋体" panose="02010600030101010101" pitchFamily="2" charset="-122"/>
            </a:endParaRPr>
          </a:p>
        </p:txBody>
      </p:sp>
      <p:sp>
        <p:nvSpPr>
          <p:cNvPr id="7" name="Rectangle 6"/>
          <p:cNvSpPr>
            <a:spLocks noChangeArrowheads="1"/>
          </p:cNvSpPr>
          <p:nvPr/>
        </p:nvSpPr>
        <p:spPr bwMode="auto">
          <a:xfrm>
            <a:off x="702940" y="2708920"/>
            <a:ext cx="2068512" cy="657225"/>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000">
              <a:ea typeface="宋体" panose="02010600030101010101" pitchFamily="2" charset="-122"/>
            </a:endParaRPr>
          </a:p>
        </p:txBody>
      </p:sp>
      <p:sp>
        <p:nvSpPr>
          <p:cNvPr id="8" name="Rectangle 7"/>
          <p:cNvSpPr>
            <a:spLocks noChangeArrowheads="1"/>
          </p:cNvSpPr>
          <p:nvPr/>
        </p:nvSpPr>
        <p:spPr bwMode="auto">
          <a:xfrm>
            <a:off x="702940" y="3645024"/>
            <a:ext cx="2068512" cy="657225"/>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000">
              <a:ea typeface="宋体" panose="02010600030101010101" pitchFamily="2" charset="-122"/>
            </a:endParaRPr>
          </a:p>
        </p:txBody>
      </p:sp>
      <p:sp>
        <p:nvSpPr>
          <p:cNvPr id="12" name="Text Box 9"/>
          <p:cNvSpPr txBox="1">
            <a:spLocks noChangeArrowheads="1"/>
          </p:cNvSpPr>
          <p:nvPr/>
        </p:nvSpPr>
        <p:spPr bwMode="auto">
          <a:xfrm>
            <a:off x="906878" y="1993134"/>
            <a:ext cx="150282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zh-CN" altLang="en-US" sz="1400" b="1" dirty="0">
                <a:ea typeface="宋体" panose="02010600030101010101" pitchFamily="2" charset="-122"/>
              </a:rPr>
              <a:t>产品线</a:t>
            </a:r>
            <a:endParaRPr lang="zh-CN" altLang="en-US" sz="1400" b="1" dirty="0">
              <a:ea typeface="宋体" panose="02010600030101010101" pitchFamily="2" charset="-122"/>
            </a:endParaRPr>
          </a:p>
        </p:txBody>
      </p:sp>
      <p:sp>
        <p:nvSpPr>
          <p:cNvPr id="15" name="Text Box 12"/>
          <p:cNvSpPr txBox="1">
            <a:spLocks noChangeArrowheads="1"/>
          </p:cNvSpPr>
          <p:nvPr/>
        </p:nvSpPr>
        <p:spPr bwMode="auto">
          <a:xfrm>
            <a:off x="906878" y="2930605"/>
            <a:ext cx="150282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zh-CN" altLang="en-US" sz="1400" b="1" dirty="0">
                <a:ea typeface="宋体" panose="02010600030101010101" pitchFamily="2" charset="-122"/>
              </a:rPr>
              <a:t>运营线</a:t>
            </a:r>
            <a:endParaRPr lang="zh-CN" altLang="en-US" sz="1400" b="1" dirty="0">
              <a:ea typeface="宋体" panose="02010600030101010101" pitchFamily="2" charset="-122"/>
            </a:endParaRPr>
          </a:p>
        </p:txBody>
      </p:sp>
      <p:sp>
        <p:nvSpPr>
          <p:cNvPr id="18" name="Text Box 15"/>
          <p:cNvSpPr txBox="1">
            <a:spLocks noChangeArrowheads="1"/>
          </p:cNvSpPr>
          <p:nvPr/>
        </p:nvSpPr>
        <p:spPr bwMode="auto">
          <a:xfrm>
            <a:off x="906878" y="3865914"/>
            <a:ext cx="150282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zh-CN" altLang="en-US" sz="1400" b="1" dirty="0">
                <a:ea typeface="宋体" panose="02010600030101010101" pitchFamily="2" charset="-122"/>
              </a:rPr>
              <a:t>技术线</a:t>
            </a:r>
            <a:endParaRPr lang="zh-CN" altLang="en-US" sz="1400" b="1" dirty="0">
              <a:ea typeface="宋体" panose="02010600030101010101" pitchFamily="2" charset="-122"/>
            </a:endParaRPr>
          </a:p>
        </p:txBody>
      </p:sp>
      <p:sp>
        <p:nvSpPr>
          <p:cNvPr id="26" name="Rectangle 10"/>
          <p:cNvSpPr>
            <a:spLocks noChangeArrowheads="1"/>
          </p:cNvSpPr>
          <p:nvPr/>
        </p:nvSpPr>
        <p:spPr bwMode="auto">
          <a:xfrm>
            <a:off x="2681857" y="2836315"/>
            <a:ext cx="5077867" cy="492443"/>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lvl="1"/>
            <a:r>
              <a:rPr lang="zh-CN" altLang="en-US" sz="1600" dirty="0"/>
              <a:t>产品运营 </a:t>
            </a:r>
            <a:r>
              <a:rPr lang="en-US" altLang="zh-CN" sz="1600" dirty="0"/>
              <a:t>/ </a:t>
            </a:r>
            <a:r>
              <a:rPr lang="zh-CN" altLang="en-US" sz="1600" dirty="0"/>
              <a:t>活动策划 </a:t>
            </a:r>
            <a:r>
              <a:rPr lang="en-US" altLang="zh-CN" sz="1600" dirty="0"/>
              <a:t>/ </a:t>
            </a:r>
            <a:r>
              <a:rPr lang="zh-CN" altLang="en-US" sz="1600" dirty="0"/>
              <a:t>会员和客户运营 </a:t>
            </a:r>
            <a:r>
              <a:rPr lang="en-US" altLang="zh-CN" sz="1600" dirty="0"/>
              <a:t>/ </a:t>
            </a:r>
            <a:r>
              <a:rPr lang="zh-CN" altLang="en-US" sz="1600" dirty="0"/>
              <a:t>数据运营 </a:t>
            </a:r>
            <a:r>
              <a:rPr lang="en-US" altLang="zh-CN" sz="1600" dirty="0"/>
              <a:t>/ </a:t>
            </a:r>
            <a:r>
              <a:rPr lang="zh-CN" altLang="en-US" sz="1600" dirty="0"/>
              <a:t>新媒体运营</a:t>
            </a:r>
            <a:endParaRPr lang="zh-CN" altLang="de-DE" sz="1600" dirty="0"/>
          </a:p>
        </p:txBody>
      </p:sp>
      <p:sp>
        <p:nvSpPr>
          <p:cNvPr id="27" name="Rectangle 16"/>
          <p:cNvSpPr>
            <a:spLocks noChangeArrowheads="1"/>
          </p:cNvSpPr>
          <p:nvPr/>
        </p:nvSpPr>
        <p:spPr bwMode="auto">
          <a:xfrm>
            <a:off x="2687841" y="4753515"/>
            <a:ext cx="5293891" cy="246221"/>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lvl="1"/>
            <a:r>
              <a:rPr lang="zh-CN" altLang="en-US" sz="1600" dirty="0"/>
              <a:t>大数据架构师  </a:t>
            </a:r>
            <a:r>
              <a:rPr lang="en-US" altLang="zh-CN" sz="1600" dirty="0"/>
              <a:t>/ </a:t>
            </a:r>
            <a:r>
              <a:rPr lang="zh-CN" altLang="en-US" sz="1600" dirty="0"/>
              <a:t>大数据开发 </a:t>
            </a:r>
            <a:r>
              <a:rPr lang="en-US" altLang="zh-CN" sz="1600" dirty="0"/>
              <a:t>/ </a:t>
            </a:r>
            <a:r>
              <a:rPr lang="zh-CN" altLang="en-US" sz="1600" dirty="0"/>
              <a:t>算法工程师 </a:t>
            </a:r>
            <a:r>
              <a:rPr lang="en-US" altLang="zh-CN" sz="1600" dirty="0"/>
              <a:t>/ AI</a:t>
            </a:r>
            <a:r>
              <a:rPr lang="zh-CN" altLang="en-US" sz="1600" dirty="0"/>
              <a:t>开发 </a:t>
            </a:r>
            <a:endParaRPr lang="zh-CN" altLang="de-DE" sz="1600" dirty="0"/>
          </a:p>
        </p:txBody>
      </p:sp>
      <p:sp>
        <p:nvSpPr>
          <p:cNvPr id="28" name="Rectangle 27"/>
          <p:cNvSpPr>
            <a:spLocks noChangeArrowheads="1"/>
          </p:cNvSpPr>
          <p:nvPr/>
        </p:nvSpPr>
        <p:spPr bwMode="auto">
          <a:xfrm>
            <a:off x="708924" y="4548014"/>
            <a:ext cx="2068512" cy="657225"/>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000">
              <a:ea typeface="宋体" panose="02010600030101010101" pitchFamily="2" charset="-122"/>
            </a:endParaRPr>
          </a:p>
        </p:txBody>
      </p:sp>
      <p:sp>
        <p:nvSpPr>
          <p:cNvPr id="29" name="Text Box 15"/>
          <p:cNvSpPr txBox="1">
            <a:spLocks noChangeArrowheads="1"/>
          </p:cNvSpPr>
          <p:nvPr/>
        </p:nvSpPr>
        <p:spPr bwMode="auto">
          <a:xfrm>
            <a:off x="912862" y="4768904"/>
            <a:ext cx="150282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zh-CN" altLang="en-US" sz="1400" b="1" dirty="0">
                <a:ea typeface="宋体" panose="02010600030101010101" pitchFamily="2" charset="-122"/>
              </a:rPr>
              <a:t>数据</a:t>
            </a:r>
            <a:r>
              <a:rPr lang="en-US" altLang="zh-CN" sz="1400" b="1" dirty="0">
                <a:ea typeface="宋体" panose="02010600030101010101" pitchFamily="2" charset="-122"/>
              </a:rPr>
              <a:t>/BI/AI</a:t>
            </a:r>
            <a:endParaRPr lang="zh-CN" altLang="en-US" sz="1400" b="1" dirty="0">
              <a:ea typeface="宋体" panose="02010600030101010101" pitchFamily="2" charset="-122"/>
            </a:endParaRPr>
          </a:p>
        </p:txBody>
      </p:sp>
      <p:sp>
        <p:nvSpPr>
          <p:cNvPr id="30" name="Rectangle 16"/>
          <p:cNvSpPr>
            <a:spLocks noChangeArrowheads="1"/>
          </p:cNvSpPr>
          <p:nvPr/>
        </p:nvSpPr>
        <p:spPr bwMode="auto">
          <a:xfrm>
            <a:off x="2687841" y="5641572"/>
            <a:ext cx="5293891" cy="246221"/>
          </a:xfrm>
          <a:prstGeom prst="rect">
            <a:avLst/>
          </a:prstGeom>
          <a:noFill/>
          <a:ln w="63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lvl="1"/>
            <a:r>
              <a:rPr lang="en-US" altLang="zh-CN" sz="1600" dirty="0"/>
              <a:t>CSM </a:t>
            </a:r>
            <a:r>
              <a:rPr lang="zh-CN" altLang="en-US" sz="1600" dirty="0"/>
              <a:t>客户成功经理</a:t>
            </a:r>
            <a:endParaRPr lang="zh-CN" altLang="de-DE" sz="1600" dirty="0"/>
          </a:p>
        </p:txBody>
      </p:sp>
      <p:sp>
        <p:nvSpPr>
          <p:cNvPr id="31" name="Rectangle 30"/>
          <p:cNvSpPr>
            <a:spLocks noChangeArrowheads="1"/>
          </p:cNvSpPr>
          <p:nvPr/>
        </p:nvSpPr>
        <p:spPr bwMode="auto">
          <a:xfrm>
            <a:off x="708924" y="5436071"/>
            <a:ext cx="2068512" cy="657225"/>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endParaRPr lang="zh-CN" altLang="en-US" sz="2000">
              <a:ea typeface="宋体" panose="02010600030101010101" pitchFamily="2" charset="-122"/>
            </a:endParaRPr>
          </a:p>
        </p:txBody>
      </p:sp>
      <p:sp>
        <p:nvSpPr>
          <p:cNvPr id="32" name="Text Box 15"/>
          <p:cNvSpPr txBox="1">
            <a:spLocks noChangeArrowheads="1"/>
          </p:cNvSpPr>
          <p:nvPr/>
        </p:nvSpPr>
        <p:spPr bwMode="auto">
          <a:xfrm>
            <a:off x="912862" y="5656961"/>
            <a:ext cx="150282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lang="zh-CN" altLang="en-US" sz="1400" b="1" dirty="0">
                <a:ea typeface="宋体" panose="02010600030101010101" pitchFamily="2" charset="-122"/>
              </a:rPr>
              <a:t>客户服务</a:t>
            </a:r>
            <a:endParaRPr lang="zh-CN" altLang="en-US" sz="1400" b="1"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512074" cy="939800"/>
          </a:xfrm>
        </p:spPr>
        <p:txBody>
          <a:bodyPr/>
          <a:lstStyle/>
          <a:p>
            <a:r>
              <a:rPr lang="zh-CN" altLang="en-US" dirty="0"/>
              <a:t>新一代架构工具的特点：</a:t>
            </a:r>
            <a:br>
              <a:rPr lang="en-US" altLang="zh-CN" dirty="0"/>
            </a:br>
            <a:r>
              <a:rPr lang="zh-CN" altLang="en-US" sz="2400" b="0" dirty="0"/>
              <a:t>协作平台，架构的消费最大化</a:t>
            </a:r>
            <a:endParaRPr lang="en-GB" b="0" dirty="0"/>
          </a:p>
        </p:txBody>
      </p:sp>
      <p:sp>
        <p:nvSpPr>
          <p:cNvPr id="3" name="Content Placeholder 2"/>
          <p:cNvSpPr>
            <a:spLocks noGrp="1"/>
          </p:cNvSpPr>
          <p:nvPr>
            <p:ph idx="1"/>
          </p:nvPr>
        </p:nvSpPr>
        <p:spPr>
          <a:xfrm>
            <a:off x="630932" y="1268760"/>
            <a:ext cx="8784976" cy="3251473"/>
          </a:xfrm>
        </p:spPr>
        <p:txBody>
          <a:bodyPr/>
          <a:lstStyle/>
          <a:p>
            <a:r>
              <a:rPr lang="zh-CN" altLang="en-US" sz="1400" b="0" dirty="0"/>
              <a:t>每个人都参与企业架构变更的人（系统属主，架构师，流程设计，需求分析，软件开发，运维，</a:t>
            </a:r>
            <a:r>
              <a:rPr lang="en-US" altLang="zh-CN" sz="1400" b="0" dirty="0"/>
              <a:t>PM</a:t>
            </a:r>
            <a:r>
              <a:rPr lang="zh-CN" altLang="en-US" sz="1400" b="0" dirty="0"/>
              <a:t>等）都使用架构工具。支持各个领域内和跨领域的合作。</a:t>
            </a:r>
            <a:endParaRPr lang="zh-CN" altLang="en-US" sz="1400" b="0" dirty="0"/>
          </a:p>
          <a:p>
            <a:r>
              <a:rPr lang="zh-CN" altLang="en-US" sz="1400" b="0" dirty="0"/>
              <a:t>工具平台的功能包括：</a:t>
            </a:r>
            <a:endParaRPr lang="zh-CN" altLang="en-US" sz="1400" b="0" dirty="0"/>
          </a:p>
          <a:p>
            <a:pPr>
              <a:buClr>
                <a:schemeClr val="tx2"/>
              </a:buClr>
              <a:buSzPct val="100000"/>
              <a:buFont typeface="Wingdings" panose="05000000000000000000" pitchFamily="2" charset="2"/>
              <a:buChar char="n"/>
            </a:pPr>
            <a:r>
              <a:rPr lang="zh-CN" altLang="en-US" sz="1400" b="0" dirty="0"/>
              <a:t>针对不同用户社区的各种视图</a:t>
            </a:r>
            <a:r>
              <a:rPr lang="en-US" altLang="zh-CN" sz="1400" b="0" dirty="0"/>
              <a:t>/</a:t>
            </a:r>
            <a:r>
              <a:rPr lang="zh-CN" altLang="en-US" sz="1400" b="0" dirty="0"/>
              <a:t>仪表板</a:t>
            </a:r>
            <a:r>
              <a:rPr lang="en-US" altLang="zh-CN" sz="1400" b="0" dirty="0"/>
              <a:t>/</a:t>
            </a:r>
            <a:r>
              <a:rPr lang="zh-CN" altLang="en-US" sz="1400" b="0" dirty="0"/>
              <a:t>页面</a:t>
            </a:r>
            <a:endParaRPr lang="zh-CN" altLang="en-US" sz="1400" b="0" dirty="0"/>
          </a:p>
          <a:p>
            <a:pPr>
              <a:buClr>
                <a:schemeClr val="tx2"/>
              </a:buClr>
              <a:buSzPct val="100000"/>
              <a:buFont typeface="Wingdings" panose="05000000000000000000" pitchFamily="2" charset="2"/>
              <a:buChar char="n"/>
            </a:pPr>
            <a:r>
              <a:rPr lang="zh-CN" altLang="en-US" sz="1400" b="0" dirty="0"/>
              <a:t>交互式分析工具，可以创建全面的概述和详细的深入分析</a:t>
            </a:r>
            <a:endParaRPr lang="zh-CN" altLang="en-US" sz="1400" b="0" dirty="0"/>
          </a:p>
          <a:p>
            <a:pPr>
              <a:buClr>
                <a:schemeClr val="tx2"/>
              </a:buClr>
              <a:buSzPct val="100000"/>
              <a:buFont typeface="Wingdings" panose="05000000000000000000" pitchFamily="2" charset="2"/>
              <a:buChar char="n"/>
            </a:pPr>
            <a:r>
              <a:rPr lang="zh-CN" altLang="en-US" sz="1400" b="0" dirty="0"/>
              <a:t>团队支持，以组织团队内部和团队之间的工作</a:t>
            </a:r>
            <a:endParaRPr lang="zh-CN" altLang="en-US" sz="1400" b="0" dirty="0"/>
          </a:p>
          <a:p>
            <a:pPr>
              <a:buClr>
                <a:schemeClr val="tx2"/>
              </a:buClr>
              <a:buSzPct val="100000"/>
              <a:buFont typeface="Wingdings" panose="05000000000000000000" pitchFamily="2" charset="2"/>
              <a:buChar char="n"/>
            </a:pPr>
            <a:r>
              <a:rPr lang="zh-CN" altLang="en-US" sz="1400" b="0" dirty="0"/>
              <a:t>社交功能让人们可以轻松地协同工作，相互学习，提供反馈并随时了解情况</a:t>
            </a:r>
            <a:endParaRPr lang="zh-CN" altLang="en-US" sz="1400" b="0" dirty="0"/>
          </a:p>
          <a:p>
            <a:pPr>
              <a:buClr>
                <a:schemeClr val="tx2"/>
              </a:buClr>
              <a:buSzPct val="100000"/>
              <a:buFont typeface="Wingdings" panose="05000000000000000000" pitchFamily="2" charset="2"/>
              <a:buChar char="n"/>
            </a:pPr>
            <a:r>
              <a:rPr lang="zh-CN" altLang="en-US" sz="1400" b="0" dirty="0"/>
              <a:t>工作流支持，以实现必要的协作和治理流程</a:t>
            </a:r>
            <a:endParaRPr lang="zh-CN" altLang="en-US" sz="1400" b="0" dirty="0"/>
          </a:p>
          <a:p>
            <a:pPr>
              <a:buClr>
                <a:schemeClr val="tx2"/>
              </a:buClr>
              <a:buSzPct val="100000"/>
              <a:buFont typeface="Wingdings" panose="05000000000000000000" pitchFamily="2" charset="2"/>
              <a:buChar char="n"/>
            </a:pPr>
            <a:r>
              <a:rPr lang="zh-CN" altLang="en-US" sz="1400" b="0" dirty="0"/>
              <a:t>与各种内部和外部信息源的数据集成（</a:t>
            </a:r>
            <a:r>
              <a:rPr lang="en-US" altLang="zh-CN" sz="1400" b="0" dirty="0"/>
              <a:t>CMDB</a:t>
            </a:r>
            <a:r>
              <a:rPr lang="zh-CN" altLang="en-US" sz="1400" b="0" dirty="0"/>
              <a:t>，财务</a:t>
            </a:r>
            <a:r>
              <a:rPr lang="en-US" altLang="zh-CN" sz="1400" b="0" dirty="0"/>
              <a:t>/</a:t>
            </a:r>
            <a:r>
              <a:rPr lang="zh-CN" altLang="en-US" sz="1400" b="0" dirty="0"/>
              <a:t>监控），可以集成</a:t>
            </a:r>
            <a:r>
              <a:rPr lang="en-US" altLang="zh-CN" sz="1400" b="0" dirty="0"/>
              <a:t>OA/Jira</a:t>
            </a:r>
            <a:endParaRPr lang="zh-CN" altLang="en-US" sz="1400" b="0" dirty="0"/>
          </a:p>
          <a:p>
            <a:pPr>
              <a:buClr>
                <a:schemeClr val="tx2"/>
              </a:buClr>
              <a:buSzPct val="100000"/>
              <a:buFont typeface="Wingdings" panose="05000000000000000000" pitchFamily="2" charset="2"/>
              <a:buChar char="n"/>
            </a:pPr>
            <a:r>
              <a:rPr lang="zh-CN" altLang="en-US" sz="1400" b="0" dirty="0"/>
              <a:t>一种可靠的访问控制机制，可确保信息安全而不会妨碍协作</a:t>
            </a:r>
            <a:endParaRPr lang="zh-CN" altLang="en-US" sz="1400" b="0" dirty="0"/>
          </a:p>
          <a:p>
            <a:endParaRPr lang="en-GB"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bwMode="black">
          <a:xfrm>
            <a:off x="276225" y="440809"/>
            <a:ext cx="6989763" cy="369332"/>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TW" altLang="zh-TW" dirty="0"/>
              <a:t>整体项目管理</a:t>
            </a:r>
            <a:r>
              <a:rPr lang="zh-CN" altLang="en-US" dirty="0"/>
              <a:t>（</a:t>
            </a:r>
            <a:r>
              <a:rPr lang="en-US" altLang="zh-CN" dirty="0"/>
              <a:t>PMO</a:t>
            </a:r>
            <a:r>
              <a:rPr lang="zh-CN" altLang="en-US" dirty="0"/>
              <a:t>）</a:t>
            </a:r>
            <a:endParaRPr lang="zh-CN" altLang="en-US" dirty="0"/>
          </a:p>
        </p:txBody>
      </p:sp>
      <p:sp>
        <p:nvSpPr>
          <p:cNvPr id="1092612" name="Rectangle 4"/>
          <p:cNvSpPr>
            <a:spLocks noChangeArrowheads="1"/>
          </p:cNvSpPr>
          <p:nvPr/>
        </p:nvSpPr>
        <p:spPr bwMode="auto">
          <a:xfrm>
            <a:off x="352425" y="1189038"/>
            <a:ext cx="9136063" cy="1754187"/>
          </a:xfrm>
          <a:prstGeom prst="rect">
            <a:avLst/>
          </a:prstGeom>
          <a:solidFill>
            <a:schemeClr val="bg1">
              <a:lumMod val="95000"/>
            </a:schemeClr>
          </a:solidFill>
          <a:ln w="12700">
            <a:solidFill>
              <a:schemeClr val="tx1"/>
            </a:solidFill>
            <a:miter lim="800000"/>
          </a:ln>
          <a:effectLst>
            <a:outerShdw dist="35921" dir="2700000" algn="ctr" rotWithShape="0">
              <a:schemeClr val="accent2"/>
            </a:outerShdw>
          </a:effectLst>
        </p:spPr>
        <p:txBody>
          <a:bodyPr lIns="182880" tIns="46038" rIns="182880" bIns="46038" anchor="ctr" anchorCtr="1"/>
          <a:lstStyle/>
          <a:p>
            <a:pPr marL="285750" indent="-285750">
              <a:lnSpc>
                <a:spcPct val="80000"/>
              </a:lnSpc>
              <a:spcBef>
                <a:spcPct val="30000"/>
              </a:spcBef>
              <a:spcAft>
                <a:spcPct val="30000"/>
              </a:spcAft>
              <a:buClr>
                <a:schemeClr val="accent1"/>
              </a:buClr>
              <a:buSzPct val="90000"/>
              <a:buFont typeface="Wingdings" panose="05000000000000000000" pitchFamily="2" charset="2"/>
              <a:buChar char="§"/>
              <a:defRPr/>
            </a:pPr>
            <a:r>
              <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利用完善的「项目管理方法」来管理项目各个</a:t>
            </a:r>
            <a:r>
              <a:rPr lang="zh-CN"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板块</a:t>
            </a:r>
            <a:r>
              <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复杂的工作</a:t>
            </a:r>
            <a:endPar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a:lnSpc>
                <a:spcPct val="80000"/>
              </a:lnSpc>
              <a:spcBef>
                <a:spcPct val="30000"/>
              </a:spcBef>
              <a:spcAft>
                <a:spcPct val="30000"/>
              </a:spcAft>
              <a:buClr>
                <a:schemeClr val="accent1"/>
              </a:buClr>
              <a:buSzPct val="90000"/>
              <a:buFont typeface="Wingdings" panose="05000000000000000000" pitchFamily="2" charset="2"/>
              <a:buChar char="§"/>
              <a:defRPr/>
            </a:pPr>
            <a:r>
              <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项目管理的四个阶段会以多个角度进行，分别是项目管理办公室、项目进度、人员配置、质量、文件、关注事项、变更、风险和采购</a:t>
            </a:r>
            <a:endPar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a:lnSpc>
                <a:spcPct val="80000"/>
              </a:lnSpc>
              <a:spcBef>
                <a:spcPct val="30000"/>
              </a:spcBef>
              <a:spcAft>
                <a:spcPct val="30000"/>
              </a:spcAft>
              <a:buClr>
                <a:schemeClr val="accent1"/>
              </a:buClr>
              <a:buSzPct val="90000"/>
              <a:buFont typeface="Wingdings" panose="05000000000000000000" pitchFamily="2" charset="2"/>
              <a:buChar char="§"/>
              <a:defRPr/>
            </a:pPr>
            <a:r>
              <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将重复地使用此项目管理方法， 并在每一阶段作出</a:t>
            </a:r>
            <a:r>
              <a:rPr lang="zh-CN"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总结</a:t>
            </a:r>
            <a:r>
              <a:rPr lang="zh-TW"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rPr>
              <a:t>以便优化及改善下一阶段项目的进行</a:t>
            </a:r>
            <a:endParaRPr lang="zh-HK" altLang="en-US"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p:txBody>
      </p:sp>
      <p:sp>
        <p:nvSpPr>
          <p:cNvPr id="1092613" name="Rectangle 5"/>
          <p:cNvSpPr>
            <a:spLocks noChangeArrowheads="1"/>
          </p:cNvSpPr>
          <p:nvPr/>
        </p:nvSpPr>
        <p:spPr bwMode="auto">
          <a:xfrm>
            <a:off x="6400800" y="3576638"/>
            <a:ext cx="2655068" cy="2185987"/>
          </a:xfrm>
          <a:prstGeom prst="rect">
            <a:avLst/>
          </a:prstGeom>
          <a:solidFill>
            <a:schemeClr val="bg1">
              <a:lumMod val="95000"/>
            </a:schemeClr>
          </a:solidFill>
          <a:ln w="9525">
            <a:solidFill>
              <a:schemeClr val="tx1"/>
            </a:solidFill>
            <a:miter lim="800000"/>
          </a:ln>
          <a:effectLst>
            <a:outerShdw dist="35921" dir="2700000" algn="ctr" rotWithShape="0">
              <a:schemeClr val="bg2"/>
            </a:outerShdw>
          </a:effectLst>
        </p:spPr>
        <p:txBody>
          <a:bodyPr lIns="92075" tIns="46038" rIns="92075" bIns="46038"/>
          <a:lstStyle/>
          <a:p>
            <a:pPr defTabSz="381000">
              <a:spcBef>
                <a:spcPct val="25000"/>
              </a:spcBef>
              <a:spcAft>
                <a:spcPct val="20000"/>
              </a:spcAft>
              <a:buClr>
                <a:schemeClr val="accent1"/>
              </a:buClr>
              <a:buSzPct val="90000"/>
              <a:defRPr/>
            </a:pPr>
            <a:r>
              <a:rPr lang="zh-CN" altLang="en-AU" sz="1500" u="sng" dirty="0">
                <a:effectLst>
                  <a:outerShdw blurRad="38100" dist="38100" dir="2700000" algn="tl">
                    <a:srgbClr val="FFFFFF"/>
                  </a:outerShdw>
                </a:effectLst>
                <a:latin typeface="华文楷体" panose="02010600040101010101" pitchFamily="2" charset="-122"/>
                <a:ea typeface="华文楷体" panose="02010600040101010101" pitchFamily="2" charset="-122"/>
              </a:rPr>
              <a:t>效益</a:t>
            </a:r>
            <a:endParaRPr lang="zh-TW" altLang="en-US" sz="1500" u="sng"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defTabSz="381000">
              <a:spcBef>
                <a:spcPct val="25000"/>
              </a:spcBef>
              <a:spcAft>
                <a:spcPct val="20000"/>
              </a:spcAft>
              <a:buClr>
                <a:schemeClr val="accent1"/>
              </a:buClr>
              <a:buSzPct val="90000"/>
              <a:buFont typeface="Arial" panose="020B0604020202020204" pitchFamily="34" charset="0"/>
              <a:buChar char="•"/>
              <a:defRPr/>
            </a:pPr>
            <a:r>
              <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rPr>
              <a:t>确保项目依时完成</a:t>
            </a:r>
            <a:endPar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defTabSz="381000">
              <a:spcBef>
                <a:spcPct val="25000"/>
              </a:spcBef>
              <a:spcAft>
                <a:spcPct val="20000"/>
              </a:spcAft>
              <a:buClr>
                <a:schemeClr val="accent1"/>
              </a:buClr>
              <a:buSzPct val="90000"/>
              <a:buFont typeface="Arial" panose="020B0604020202020204" pitchFamily="34" charset="0"/>
              <a:buChar char="•"/>
              <a:defRPr/>
            </a:pPr>
            <a:r>
              <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rPr>
              <a:t>确保交付品质量</a:t>
            </a:r>
            <a:endPar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defTabSz="381000">
              <a:spcBef>
                <a:spcPct val="25000"/>
              </a:spcBef>
              <a:spcAft>
                <a:spcPct val="20000"/>
              </a:spcAft>
              <a:buClr>
                <a:schemeClr val="accent1"/>
              </a:buClr>
              <a:buSzPct val="90000"/>
              <a:buFont typeface="Arial" panose="020B0604020202020204" pitchFamily="34" charset="0"/>
              <a:buChar char="•"/>
              <a:defRPr/>
            </a:pPr>
            <a:r>
              <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rPr>
              <a:t>确保设计及落地的认可度</a:t>
            </a:r>
            <a:endPar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a:p>
            <a:pPr marL="285750" indent="-285750" defTabSz="381000">
              <a:spcBef>
                <a:spcPct val="25000"/>
              </a:spcBef>
              <a:spcAft>
                <a:spcPct val="20000"/>
              </a:spcAft>
              <a:buClr>
                <a:schemeClr val="accent1"/>
              </a:buClr>
              <a:buSzPct val="90000"/>
              <a:buFont typeface="Arial" panose="020B0604020202020204" pitchFamily="34" charset="0"/>
              <a:buChar char="•"/>
              <a:defRPr/>
            </a:pPr>
            <a:r>
              <a:rPr lang="zh-CN" altLang="en-US" sz="1500" dirty="0">
                <a:effectLst>
                  <a:outerShdw blurRad="38100" dist="38100" dir="2700000" algn="tl">
                    <a:srgbClr val="FFFFFF"/>
                  </a:outerShdw>
                </a:effectLst>
                <a:latin typeface="华文楷体" panose="02010600040101010101" pitchFamily="2" charset="-122"/>
                <a:ea typeface="华文楷体" panose="02010600040101010101" pitchFamily="2" charset="-122"/>
              </a:rPr>
              <a:t>确保能实现项目投资的回报</a:t>
            </a:r>
            <a:endParaRPr lang="en-US" altLang="zh-TW" sz="1500" dirty="0">
              <a:effectLst>
                <a:outerShdw blurRad="38100" dist="38100" dir="2700000" algn="tl">
                  <a:srgbClr val="FFFFFF"/>
                </a:outerShdw>
              </a:effectLst>
              <a:latin typeface="华文楷体" panose="02010600040101010101" pitchFamily="2" charset="-122"/>
              <a:ea typeface="华文楷体" panose="02010600040101010101" pitchFamily="2" charset="-122"/>
            </a:endParaRPr>
          </a:p>
        </p:txBody>
      </p:sp>
      <p:grpSp>
        <p:nvGrpSpPr>
          <p:cNvPr id="217093" name="Group 6"/>
          <p:cNvGrpSpPr/>
          <p:nvPr/>
        </p:nvGrpSpPr>
        <p:grpSpPr bwMode="auto">
          <a:xfrm>
            <a:off x="1373188" y="4194175"/>
            <a:ext cx="1447800" cy="862013"/>
            <a:chOff x="873" y="2549"/>
            <a:chExt cx="912" cy="543"/>
          </a:xfrm>
        </p:grpSpPr>
        <p:sp>
          <p:nvSpPr>
            <p:cNvPr id="219313" name="Rectangle 7"/>
            <p:cNvSpPr>
              <a:spLocks noChangeArrowheads="1"/>
            </p:cNvSpPr>
            <p:nvPr/>
          </p:nvSpPr>
          <p:spPr bwMode="auto">
            <a:xfrm>
              <a:off x="873"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4" name="Rectangle 8"/>
            <p:cNvSpPr>
              <a:spLocks noChangeArrowheads="1"/>
            </p:cNvSpPr>
            <p:nvPr/>
          </p:nvSpPr>
          <p:spPr bwMode="auto">
            <a:xfrm>
              <a:off x="873"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5" name="Rectangle 9"/>
            <p:cNvSpPr>
              <a:spLocks noChangeArrowheads="1"/>
            </p:cNvSpPr>
            <p:nvPr/>
          </p:nvSpPr>
          <p:spPr bwMode="auto">
            <a:xfrm>
              <a:off x="873"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6" name="Rectangle 10"/>
            <p:cNvSpPr>
              <a:spLocks noChangeArrowheads="1"/>
            </p:cNvSpPr>
            <p:nvPr/>
          </p:nvSpPr>
          <p:spPr bwMode="auto">
            <a:xfrm>
              <a:off x="873"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7" name="Rectangle 11"/>
            <p:cNvSpPr>
              <a:spLocks noChangeArrowheads="1"/>
            </p:cNvSpPr>
            <p:nvPr/>
          </p:nvSpPr>
          <p:spPr bwMode="auto">
            <a:xfrm>
              <a:off x="873"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8" name="Rectangle 12"/>
            <p:cNvSpPr>
              <a:spLocks noChangeArrowheads="1"/>
            </p:cNvSpPr>
            <p:nvPr/>
          </p:nvSpPr>
          <p:spPr bwMode="auto">
            <a:xfrm>
              <a:off x="873"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9" name="Rectangle 13"/>
            <p:cNvSpPr>
              <a:spLocks noChangeArrowheads="1"/>
            </p:cNvSpPr>
            <p:nvPr/>
          </p:nvSpPr>
          <p:spPr bwMode="auto">
            <a:xfrm>
              <a:off x="873"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0" name="Rectangle 14"/>
            <p:cNvSpPr>
              <a:spLocks noChangeArrowheads="1"/>
            </p:cNvSpPr>
            <p:nvPr/>
          </p:nvSpPr>
          <p:spPr bwMode="auto">
            <a:xfrm>
              <a:off x="873"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1" name="Rectangle 15"/>
            <p:cNvSpPr>
              <a:spLocks noChangeArrowheads="1"/>
            </p:cNvSpPr>
            <p:nvPr/>
          </p:nvSpPr>
          <p:spPr bwMode="auto">
            <a:xfrm>
              <a:off x="873"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2" name="Rectangle 16"/>
            <p:cNvSpPr>
              <a:spLocks noChangeArrowheads="1"/>
            </p:cNvSpPr>
            <p:nvPr/>
          </p:nvSpPr>
          <p:spPr bwMode="auto">
            <a:xfrm>
              <a:off x="873"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3" name="Rectangle 17"/>
            <p:cNvSpPr>
              <a:spLocks noChangeArrowheads="1"/>
            </p:cNvSpPr>
            <p:nvPr/>
          </p:nvSpPr>
          <p:spPr bwMode="auto">
            <a:xfrm>
              <a:off x="873"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4" name="Rectangle 18"/>
            <p:cNvSpPr>
              <a:spLocks noChangeArrowheads="1"/>
            </p:cNvSpPr>
            <p:nvPr/>
          </p:nvSpPr>
          <p:spPr bwMode="auto">
            <a:xfrm>
              <a:off x="873"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5" name="Rectangle 19"/>
            <p:cNvSpPr>
              <a:spLocks noChangeArrowheads="1"/>
            </p:cNvSpPr>
            <p:nvPr/>
          </p:nvSpPr>
          <p:spPr bwMode="auto">
            <a:xfrm>
              <a:off x="873"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6" name="Rectangle 20"/>
            <p:cNvSpPr>
              <a:spLocks noChangeArrowheads="1"/>
            </p:cNvSpPr>
            <p:nvPr/>
          </p:nvSpPr>
          <p:spPr bwMode="auto">
            <a:xfrm>
              <a:off x="873"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7" name="Rectangle 21"/>
            <p:cNvSpPr>
              <a:spLocks noChangeArrowheads="1"/>
            </p:cNvSpPr>
            <p:nvPr/>
          </p:nvSpPr>
          <p:spPr bwMode="auto">
            <a:xfrm>
              <a:off x="873"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8" name="Rectangle 22"/>
            <p:cNvSpPr>
              <a:spLocks noChangeArrowheads="1"/>
            </p:cNvSpPr>
            <p:nvPr/>
          </p:nvSpPr>
          <p:spPr bwMode="auto">
            <a:xfrm>
              <a:off x="873"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29" name="Rectangle 23"/>
            <p:cNvSpPr>
              <a:spLocks noChangeArrowheads="1"/>
            </p:cNvSpPr>
            <p:nvPr/>
          </p:nvSpPr>
          <p:spPr bwMode="auto">
            <a:xfrm>
              <a:off x="873"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0" name="Rectangle 24"/>
            <p:cNvSpPr>
              <a:spLocks noChangeArrowheads="1"/>
            </p:cNvSpPr>
            <p:nvPr/>
          </p:nvSpPr>
          <p:spPr bwMode="auto">
            <a:xfrm>
              <a:off x="873"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1" name="Rectangle 25"/>
            <p:cNvSpPr>
              <a:spLocks noChangeArrowheads="1"/>
            </p:cNvSpPr>
            <p:nvPr/>
          </p:nvSpPr>
          <p:spPr bwMode="auto">
            <a:xfrm>
              <a:off x="873"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2" name="Rectangle 26"/>
            <p:cNvSpPr>
              <a:spLocks noChangeArrowheads="1"/>
            </p:cNvSpPr>
            <p:nvPr/>
          </p:nvSpPr>
          <p:spPr bwMode="auto">
            <a:xfrm>
              <a:off x="873"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3" name="Rectangle 27"/>
            <p:cNvSpPr>
              <a:spLocks noChangeArrowheads="1"/>
            </p:cNvSpPr>
            <p:nvPr/>
          </p:nvSpPr>
          <p:spPr bwMode="auto">
            <a:xfrm>
              <a:off x="873"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4" name="Rectangle 28"/>
            <p:cNvSpPr>
              <a:spLocks noChangeArrowheads="1"/>
            </p:cNvSpPr>
            <p:nvPr/>
          </p:nvSpPr>
          <p:spPr bwMode="auto">
            <a:xfrm>
              <a:off x="873"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5" name="Rectangle 29"/>
            <p:cNvSpPr>
              <a:spLocks noChangeArrowheads="1"/>
            </p:cNvSpPr>
            <p:nvPr/>
          </p:nvSpPr>
          <p:spPr bwMode="auto">
            <a:xfrm>
              <a:off x="873"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6" name="Rectangle 30"/>
            <p:cNvSpPr>
              <a:spLocks noChangeArrowheads="1"/>
            </p:cNvSpPr>
            <p:nvPr/>
          </p:nvSpPr>
          <p:spPr bwMode="auto">
            <a:xfrm>
              <a:off x="873"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7" name="Rectangle 31"/>
            <p:cNvSpPr>
              <a:spLocks noChangeArrowheads="1"/>
            </p:cNvSpPr>
            <p:nvPr/>
          </p:nvSpPr>
          <p:spPr bwMode="auto">
            <a:xfrm>
              <a:off x="873"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8" name="Rectangle 32"/>
            <p:cNvSpPr>
              <a:spLocks noChangeArrowheads="1"/>
            </p:cNvSpPr>
            <p:nvPr/>
          </p:nvSpPr>
          <p:spPr bwMode="auto">
            <a:xfrm>
              <a:off x="873"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39" name="Rectangle 33"/>
            <p:cNvSpPr>
              <a:spLocks noChangeArrowheads="1"/>
            </p:cNvSpPr>
            <p:nvPr/>
          </p:nvSpPr>
          <p:spPr bwMode="auto">
            <a:xfrm>
              <a:off x="873"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0" name="Rectangle 34"/>
            <p:cNvSpPr>
              <a:spLocks noChangeArrowheads="1"/>
            </p:cNvSpPr>
            <p:nvPr/>
          </p:nvSpPr>
          <p:spPr bwMode="auto">
            <a:xfrm>
              <a:off x="873"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1" name="Rectangle 35"/>
            <p:cNvSpPr>
              <a:spLocks noChangeArrowheads="1"/>
            </p:cNvSpPr>
            <p:nvPr/>
          </p:nvSpPr>
          <p:spPr bwMode="auto">
            <a:xfrm>
              <a:off x="873"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2" name="Rectangle 36"/>
            <p:cNvSpPr>
              <a:spLocks noChangeArrowheads="1"/>
            </p:cNvSpPr>
            <p:nvPr/>
          </p:nvSpPr>
          <p:spPr bwMode="auto">
            <a:xfrm>
              <a:off x="873"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3" name="Rectangle 37"/>
            <p:cNvSpPr>
              <a:spLocks noChangeArrowheads="1"/>
            </p:cNvSpPr>
            <p:nvPr/>
          </p:nvSpPr>
          <p:spPr bwMode="auto">
            <a:xfrm>
              <a:off x="873"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4" name="Rectangle 38"/>
            <p:cNvSpPr>
              <a:spLocks noChangeArrowheads="1"/>
            </p:cNvSpPr>
            <p:nvPr/>
          </p:nvSpPr>
          <p:spPr bwMode="auto">
            <a:xfrm>
              <a:off x="873"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5" name="Rectangle 39"/>
            <p:cNvSpPr>
              <a:spLocks noChangeArrowheads="1"/>
            </p:cNvSpPr>
            <p:nvPr/>
          </p:nvSpPr>
          <p:spPr bwMode="auto">
            <a:xfrm>
              <a:off x="873"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6" name="Rectangle 40"/>
            <p:cNvSpPr>
              <a:spLocks noChangeArrowheads="1"/>
            </p:cNvSpPr>
            <p:nvPr/>
          </p:nvSpPr>
          <p:spPr bwMode="auto">
            <a:xfrm>
              <a:off x="873"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7" name="Rectangle 41"/>
            <p:cNvSpPr>
              <a:spLocks noChangeArrowheads="1"/>
            </p:cNvSpPr>
            <p:nvPr/>
          </p:nvSpPr>
          <p:spPr bwMode="auto">
            <a:xfrm>
              <a:off x="873"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8" name="Rectangle 42"/>
            <p:cNvSpPr>
              <a:spLocks noChangeArrowheads="1"/>
            </p:cNvSpPr>
            <p:nvPr/>
          </p:nvSpPr>
          <p:spPr bwMode="auto">
            <a:xfrm>
              <a:off x="873"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49" name="Rectangle 43"/>
            <p:cNvSpPr>
              <a:spLocks noChangeArrowheads="1"/>
            </p:cNvSpPr>
            <p:nvPr/>
          </p:nvSpPr>
          <p:spPr bwMode="auto">
            <a:xfrm>
              <a:off x="873"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0" name="Rectangle 44"/>
            <p:cNvSpPr>
              <a:spLocks noChangeArrowheads="1"/>
            </p:cNvSpPr>
            <p:nvPr/>
          </p:nvSpPr>
          <p:spPr bwMode="auto">
            <a:xfrm>
              <a:off x="873"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1" name="Rectangle 45"/>
            <p:cNvSpPr>
              <a:spLocks noChangeArrowheads="1"/>
            </p:cNvSpPr>
            <p:nvPr/>
          </p:nvSpPr>
          <p:spPr bwMode="auto">
            <a:xfrm>
              <a:off x="873"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2" name="Rectangle 46"/>
            <p:cNvSpPr>
              <a:spLocks noChangeArrowheads="1"/>
            </p:cNvSpPr>
            <p:nvPr/>
          </p:nvSpPr>
          <p:spPr bwMode="auto">
            <a:xfrm>
              <a:off x="873"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3" name="Rectangle 47"/>
            <p:cNvSpPr>
              <a:spLocks noChangeArrowheads="1"/>
            </p:cNvSpPr>
            <p:nvPr/>
          </p:nvSpPr>
          <p:spPr bwMode="auto">
            <a:xfrm>
              <a:off x="873"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4" name="Rectangle 48"/>
            <p:cNvSpPr>
              <a:spLocks noChangeArrowheads="1"/>
            </p:cNvSpPr>
            <p:nvPr/>
          </p:nvSpPr>
          <p:spPr bwMode="auto">
            <a:xfrm>
              <a:off x="873"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5" name="Rectangle 49"/>
            <p:cNvSpPr>
              <a:spLocks noChangeArrowheads="1"/>
            </p:cNvSpPr>
            <p:nvPr/>
          </p:nvSpPr>
          <p:spPr bwMode="auto">
            <a:xfrm>
              <a:off x="873"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6" name="Rectangle 50"/>
            <p:cNvSpPr>
              <a:spLocks noChangeArrowheads="1"/>
            </p:cNvSpPr>
            <p:nvPr/>
          </p:nvSpPr>
          <p:spPr bwMode="auto">
            <a:xfrm>
              <a:off x="873"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7" name="Rectangle 51"/>
            <p:cNvSpPr>
              <a:spLocks noChangeArrowheads="1"/>
            </p:cNvSpPr>
            <p:nvPr/>
          </p:nvSpPr>
          <p:spPr bwMode="auto">
            <a:xfrm>
              <a:off x="873"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8" name="Rectangle 52"/>
            <p:cNvSpPr>
              <a:spLocks noChangeArrowheads="1"/>
            </p:cNvSpPr>
            <p:nvPr/>
          </p:nvSpPr>
          <p:spPr bwMode="auto">
            <a:xfrm>
              <a:off x="873"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59" name="Rectangle 53"/>
            <p:cNvSpPr>
              <a:spLocks noChangeArrowheads="1"/>
            </p:cNvSpPr>
            <p:nvPr/>
          </p:nvSpPr>
          <p:spPr bwMode="auto">
            <a:xfrm>
              <a:off x="873"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0" name="Rectangle 54"/>
            <p:cNvSpPr>
              <a:spLocks noChangeArrowheads="1"/>
            </p:cNvSpPr>
            <p:nvPr/>
          </p:nvSpPr>
          <p:spPr bwMode="auto">
            <a:xfrm>
              <a:off x="873"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1" name="Rectangle 55"/>
            <p:cNvSpPr>
              <a:spLocks noChangeArrowheads="1"/>
            </p:cNvSpPr>
            <p:nvPr/>
          </p:nvSpPr>
          <p:spPr bwMode="auto">
            <a:xfrm>
              <a:off x="873"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2" name="Rectangle 56"/>
            <p:cNvSpPr>
              <a:spLocks noChangeArrowheads="1"/>
            </p:cNvSpPr>
            <p:nvPr/>
          </p:nvSpPr>
          <p:spPr bwMode="auto">
            <a:xfrm>
              <a:off x="873"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3" name="Rectangle 57"/>
            <p:cNvSpPr>
              <a:spLocks noChangeArrowheads="1"/>
            </p:cNvSpPr>
            <p:nvPr/>
          </p:nvSpPr>
          <p:spPr bwMode="auto">
            <a:xfrm>
              <a:off x="873"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4" name="Rectangle 58"/>
            <p:cNvSpPr>
              <a:spLocks noChangeArrowheads="1"/>
            </p:cNvSpPr>
            <p:nvPr/>
          </p:nvSpPr>
          <p:spPr bwMode="auto">
            <a:xfrm>
              <a:off x="873"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5" name="Rectangle 59"/>
            <p:cNvSpPr>
              <a:spLocks noChangeArrowheads="1"/>
            </p:cNvSpPr>
            <p:nvPr/>
          </p:nvSpPr>
          <p:spPr bwMode="auto">
            <a:xfrm>
              <a:off x="873"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6" name="Rectangle 60"/>
            <p:cNvSpPr>
              <a:spLocks noChangeArrowheads="1"/>
            </p:cNvSpPr>
            <p:nvPr/>
          </p:nvSpPr>
          <p:spPr bwMode="auto">
            <a:xfrm>
              <a:off x="873"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7" name="Rectangle 61"/>
            <p:cNvSpPr>
              <a:spLocks noChangeArrowheads="1"/>
            </p:cNvSpPr>
            <p:nvPr/>
          </p:nvSpPr>
          <p:spPr bwMode="auto">
            <a:xfrm>
              <a:off x="873"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8" name="Rectangle 62"/>
            <p:cNvSpPr>
              <a:spLocks noChangeArrowheads="1"/>
            </p:cNvSpPr>
            <p:nvPr/>
          </p:nvSpPr>
          <p:spPr bwMode="auto">
            <a:xfrm>
              <a:off x="873"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69" name="Rectangle 63"/>
            <p:cNvSpPr>
              <a:spLocks noChangeArrowheads="1"/>
            </p:cNvSpPr>
            <p:nvPr/>
          </p:nvSpPr>
          <p:spPr bwMode="auto">
            <a:xfrm>
              <a:off x="873"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0" name="Rectangle 64"/>
            <p:cNvSpPr>
              <a:spLocks noChangeArrowheads="1"/>
            </p:cNvSpPr>
            <p:nvPr/>
          </p:nvSpPr>
          <p:spPr bwMode="auto">
            <a:xfrm>
              <a:off x="873"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1" name="Rectangle 65"/>
            <p:cNvSpPr>
              <a:spLocks noChangeArrowheads="1"/>
            </p:cNvSpPr>
            <p:nvPr/>
          </p:nvSpPr>
          <p:spPr bwMode="auto">
            <a:xfrm>
              <a:off x="873"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2" name="Rectangle 66"/>
            <p:cNvSpPr>
              <a:spLocks noChangeArrowheads="1"/>
            </p:cNvSpPr>
            <p:nvPr/>
          </p:nvSpPr>
          <p:spPr bwMode="auto">
            <a:xfrm>
              <a:off x="873"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3" name="Rectangle 67"/>
            <p:cNvSpPr>
              <a:spLocks noChangeArrowheads="1"/>
            </p:cNvSpPr>
            <p:nvPr/>
          </p:nvSpPr>
          <p:spPr bwMode="auto">
            <a:xfrm>
              <a:off x="873"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4" name="Rectangle 68"/>
            <p:cNvSpPr>
              <a:spLocks noChangeArrowheads="1"/>
            </p:cNvSpPr>
            <p:nvPr/>
          </p:nvSpPr>
          <p:spPr bwMode="auto">
            <a:xfrm>
              <a:off x="873"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5" name="Rectangle 69"/>
            <p:cNvSpPr>
              <a:spLocks noChangeArrowheads="1"/>
            </p:cNvSpPr>
            <p:nvPr/>
          </p:nvSpPr>
          <p:spPr bwMode="auto">
            <a:xfrm>
              <a:off x="873"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6" name="Rectangle 70"/>
            <p:cNvSpPr>
              <a:spLocks noChangeArrowheads="1"/>
            </p:cNvSpPr>
            <p:nvPr/>
          </p:nvSpPr>
          <p:spPr bwMode="auto">
            <a:xfrm>
              <a:off x="873"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7" name="Rectangle 71"/>
            <p:cNvSpPr>
              <a:spLocks noChangeArrowheads="1"/>
            </p:cNvSpPr>
            <p:nvPr/>
          </p:nvSpPr>
          <p:spPr bwMode="auto">
            <a:xfrm>
              <a:off x="873"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8" name="Rectangle 72"/>
            <p:cNvSpPr>
              <a:spLocks noChangeArrowheads="1"/>
            </p:cNvSpPr>
            <p:nvPr/>
          </p:nvSpPr>
          <p:spPr bwMode="auto">
            <a:xfrm>
              <a:off x="873"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79" name="Rectangle 73"/>
            <p:cNvSpPr>
              <a:spLocks noChangeArrowheads="1"/>
            </p:cNvSpPr>
            <p:nvPr/>
          </p:nvSpPr>
          <p:spPr bwMode="auto">
            <a:xfrm>
              <a:off x="873"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0" name="Rectangle 74"/>
            <p:cNvSpPr>
              <a:spLocks noChangeArrowheads="1"/>
            </p:cNvSpPr>
            <p:nvPr/>
          </p:nvSpPr>
          <p:spPr bwMode="auto">
            <a:xfrm>
              <a:off x="873"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1" name="Rectangle 75"/>
            <p:cNvSpPr>
              <a:spLocks noChangeArrowheads="1"/>
            </p:cNvSpPr>
            <p:nvPr/>
          </p:nvSpPr>
          <p:spPr bwMode="auto">
            <a:xfrm>
              <a:off x="873"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2" name="Rectangle 76"/>
            <p:cNvSpPr>
              <a:spLocks noChangeArrowheads="1"/>
            </p:cNvSpPr>
            <p:nvPr/>
          </p:nvSpPr>
          <p:spPr bwMode="auto">
            <a:xfrm>
              <a:off x="873"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3" name="Rectangle 77"/>
            <p:cNvSpPr>
              <a:spLocks noChangeArrowheads="1"/>
            </p:cNvSpPr>
            <p:nvPr/>
          </p:nvSpPr>
          <p:spPr bwMode="auto">
            <a:xfrm>
              <a:off x="873"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4" name="Rectangle 78"/>
            <p:cNvSpPr>
              <a:spLocks noChangeArrowheads="1"/>
            </p:cNvSpPr>
            <p:nvPr/>
          </p:nvSpPr>
          <p:spPr bwMode="auto">
            <a:xfrm>
              <a:off x="873"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5" name="Rectangle 79"/>
            <p:cNvSpPr>
              <a:spLocks noChangeArrowheads="1"/>
            </p:cNvSpPr>
            <p:nvPr/>
          </p:nvSpPr>
          <p:spPr bwMode="auto">
            <a:xfrm>
              <a:off x="873"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6" name="Rectangle 80"/>
            <p:cNvSpPr>
              <a:spLocks noChangeArrowheads="1"/>
            </p:cNvSpPr>
            <p:nvPr/>
          </p:nvSpPr>
          <p:spPr bwMode="auto">
            <a:xfrm>
              <a:off x="873"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7" name="Rectangle 81"/>
            <p:cNvSpPr>
              <a:spLocks noChangeArrowheads="1"/>
            </p:cNvSpPr>
            <p:nvPr/>
          </p:nvSpPr>
          <p:spPr bwMode="auto">
            <a:xfrm>
              <a:off x="873"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8" name="Rectangle 82"/>
            <p:cNvSpPr>
              <a:spLocks noChangeArrowheads="1"/>
            </p:cNvSpPr>
            <p:nvPr/>
          </p:nvSpPr>
          <p:spPr bwMode="auto">
            <a:xfrm>
              <a:off x="873"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89" name="Rectangle 83"/>
            <p:cNvSpPr>
              <a:spLocks noChangeArrowheads="1"/>
            </p:cNvSpPr>
            <p:nvPr/>
          </p:nvSpPr>
          <p:spPr bwMode="auto">
            <a:xfrm>
              <a:off x="873"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0" name="Rectangle 84"/>
            <p:cNvSpPr>
              <a:spLocks noChangeArrowheads="1"/>
            </p:cNvSpPr>
            <p:nvPr/>
          </p:nvSpPr>
          <p:spPr bwMode="auto">
            <a:xfrm>
              <a:off x="873"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1" name="Rectangle 85"/>
            <p:cNvSpPr>
              <a:spLocks noChangeArrowheads="1"/>
            </p:cNvSpPr>
            <p:nvPr/>
          </p:nvSpPr>
          <p:spPr bwMode="auto">
            <a:xfrm>
              <a:off x="873"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2" name="Rectangle 86"/>
            <p:cNvSpPr>
              <a:spLocks noChangeArrowheads="1"/>
            </p:cNvSpPr>
            <p:nvPr/>
          </p:nvSpPr>
          <p:spPr bwMode="auto">
            <a:xfrm>
              <a:off x="873"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3" name="Rectangle 87"/>
            <p:cNvSpPr>
              <a:spLocks noChangeArrowheads="1"/>
            </p:cNvSpPr>
            <p:nvPr/>
          </p:nvSpPr>
          <p:spPr bwMode="auto">
            <a:xfrm>
              <a:off x="873"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4" name="Rectangle 88"/>
            <p:cNvSpPr>
              <a:spLocks noChangeArrowheads="1"/>
            </p:cNvSpPr>
            <p:nvPr/>
          </p:nvSpPr>
          <p:spPr bwMode="auto">
            <a:xfrm>
              <a:off x="873"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5" name="Rectangle 89"/>
            <p:cNvSpPr>
              <a:spLocks noChangeArrowheads="1"/>
            </p:cNvSpPr>
            <p:nvPr/>
          </p:nvSpPr>
          <p:spPr bwMode="auto">
            <a:xfrm>
              <a:off x="873"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6" name="Rectangle 90"/>
            <p:cNvSpPr>
              <a:spLocks noChangeArrowheads="1"/>
            </p:cNvSpPr>
            <p:nvPr/>
          </p:nvSpPr>
          <p:spPr bwMode="auto">
            <a:xfrm>
              <a:off x="873"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7" name="Rectangle 91"/>
            <p:cNvSpPr>
              <a:spLocks noChangeArrowheads="1"/>
            </p:cNvSpPr>
            <p:nvPr/>
          </p:nvSpPr>
          <p:spPr bwMode="auto">
            <a:xfrm>
              <a:off x="873"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8" name="Rectangle 92"/>
            <p:cNvSpPr>
              <a:spLocks noChangeArrowheads="1"/>
            </p:cNvSpPr>
            <p:nvPr/>
          </p:nvSpPr>
          <p:spPr bwMode="auto">
            <a:xfrm>
              <a:off x="873"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99" name="Rectangle 93"/>
            <p:cNvSpPr>
              <a:spLocks noChangeArrowheads="1"/>
            </p:cNvSpPr>
            <p:nvPr/>
          </p:nvSpPr>
          <p:spPr bwMode="auto">
            <a:xfrm>
              <a:off x="873"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0" name="Rectangle 94"/>
            <p:cNvSpPr>
              <a:spLocks noChangeArrowheads="1"/>
            </p:cNvSpPr>
            <p:nvPr/>
          </p:nvSpPr>
          <p:spPr bwMode="auto">
            <a:xfrm>
              <a:off x="873"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1" name="Rectangle 95"/>
            <p:cNvSpPr>
              <a:spLocks noChangeArrowheads="1"/>
            </p:cNvSpPr>
            <p:nvPr/>
          </p:nvSpPr>
          <p:spPr bwMode="auto">
            <a:xfrm>
              <a:off x="873"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2" name="Rectangle 96"/>
            <p:cNvSpPr>
              <a:spLocks noChangeArrowheads="1"/>
            </p:cNvSpPr>
            <p:nvPr/>
          </p:nvSpPr>
          <p:spPr bwMode="auto">
            <a:xfrm>
              <a:off x="873"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3" name="Rectangle 97"/>
            <p:cNvSpPr>
              <a:spLocks noChangeArrowheads="1"/>
            </p:cNvSpPr>
            <p:nvPr/>
          </p:nvSpPr>
          <p:spPr bwMode="auto">
            <a:xfrm>
              <a:off x="873"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4" name="Rectangle 98"/>
            <p:cNvSpPr>
              <a:spLocks noChangeArrowheads="1"/>
            </p:cNvSpPr>
            <p:nvPr/>
          </p:nvSpPr>
          <p:spPr bwMode="auto">
            <a:xfrm>
              <a:off x="873"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5" name="Rectangle 99"/>
            <p:cNvSpPr>
              <a:spLocks noChangeArrowheads="1"/>
            </p:cNvSpPr>
            <p:nvPr/>
          </p:nvSpPr>
          <p:spPr bwMode="auto">
            <a:xfrm>
              <a:off x="873"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6" name="Rectangle 100"/>
            <p:cNvSpPr>
              <a:spLocks noChangeArrowheads="1"/>
            </p:cNvSpPr>
            <p:nvPr/>
          </p:nvSpPr>
          <p:spPr bwMode="auto">
            <a:xfrm>
              <a:off x="873"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7" name="Rectangle 101"/>
            <p:cNvSpPr>
              <a:spLocks noChangeArrowheads="1"/>
            </p:cNvSpPr>
            <p:nvPr/>
          </p:nvSpPr>
          <p:spPr bwMode="auto">
            <a:xfrm>
              <a:off x="873"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8" name="Rectangle 102"/>
            <p:cNvSpPr>
              <a:spLocks noChangeArrowheads="1"/>
            </p:cNvSpPr>
            <p:nvPr/>
          </p:nvSpPr>
          <p:spPr bwMode="auto">
            <a:xfrm>
              <a:off x="873"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09" name="Rectangle 103"/>
            <p:cNvSpPr>
              <a:spLocks noChangeArrowheads="1"/>
            </p:cNvSpPr>
            <p:nvPr/>
          </p:nvSpPr>
          <p:spPr bwMode="auto">
            <a:xfrm>
              <a:off x="873"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0" name="Rectangle 104"/>
            <p:cNvSpPr>
              <a:spLocks noChangeArrowheads="1"/>
            </p:cNvSpPr>
            <p:nvPr/>
          </p:nvSpPr>
          <p:spPr bwMode="auto">
            <a:xfrm>
              <a:off x="873"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1" name="Rectangle 105"/>
            <p:cNvSpPr>
              <a:spLocks noChangeArrowheads="1"/>
            </p:cNvSpPr>
            <p:nvPr/>
          </p:nvSpPr>
          <p:spPr bwMode="auto">
            <a:xfrm>
              <a:off x="873"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2" name="Rectangle 106"/>
            <p:cNvSpPr>
              <a:spLocks noChangeArrowheads="1"/>
            </p:cNvSpPr>
            <p:nvPr/>
          </p:nvSpPr>
          <p:spPr bwMode="auto">
            <a:xfrm>
              <a:off x="873"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3" name="Rectangle 107"/>
            <p:cNvSpPr>
              <a:spLocks noChangeArrowheads="1"/>
            </p:cNvSpPr>
            <p:nvPr/>
          </p:nvSpPr>
          <p:spPr bwMode="auto">
            <a:xfrm>
              <a:off x="873"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4" name="Rectangle 108"/>
            <p:cNvSpPr>
              <a:spLocks noChangeArrowheads="1"/>
            </p:cNvSpPr>
            <p:nvPr/>
          </p:nvSpPr>
          <p:spPr bwMode="auto">
            <a:xfrm>
              <a:off x="873"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5" name="Rectangle 109"/>
            <p:cNvSpPr>
              <a:spLocks noChangeArrowheads="1"/>
            </p:cNvSpPr>
            <p:nvPr/>
          </p:nvSpPr>
          <p:spPr bwMode="auto">
            <a:xfrm>
              <a:off x="873"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6" name="Rectangle 110"/>
            <p:cNvSpPr>
              <a:spLocks noChangeArrowheads="1"/>
            </p:cNvSpPr>
            <p:nvPr/>
          </p:nvSpPr>
          <p:spPr bwMode="auto">
            <a:xfrm>
              <a:off x="873"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7" name="Rectangle 111"/>
            <p:cNvSpPr>
              <a:spLocks noChangeArrowheads="1"/>
            </p:cNvSpPr>
            <p:nvPr/>
          </p:nvSpPr>
          <p:spPr bwMode="auto">
            <a:xfrm>
              <a:off x="873"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8" name="Rectangle 112"/>
            <p:cNvSpPr>
              <a:spLocks noChangeArrowheads="1"/>
            </p:cNvSpPr>
            <p:nvPr/>
          </p:nvSpPr>
          <p:spPr bwMode="auto">
            <a:xfrm>
              <a:off x="873"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19" name="Rectangle 113"/>
            <p:cNvSpPr>
              <a:spLocks noChangeArrowheads="1"/>
            </p:cNvSpPr>
            <p:nvPr/>
          </p:nvSpPr>
          <p:spPr bwMode="auto">
            <a:xfrm>
              <a:off x="873"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0" name="Rectangle 114"/>
            <p:cNvSpPr>
              <a:spLocks noChangeArrowheads="1"/>
            </p:cNvSpPr>
            <p:nvPr/>
          </p:nvSpPr>
          <p:spPr bwMode="auto">
            <a:xfrm>
              <a:off x="873"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1" name="Rectangle 115"/>
            <p:cNvSpPr>
              <a:spLocks noChangeArrowheads="1"/>
            </p:cNvSpPr>
            <p:nvPr/>
          </p:nvSpPr>
          <p:spPr bwMode="auto">
            <a:xfrm>
              <a:off x="873"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2" name="Rectangle 116"/>
            <p:cNvSpPr>
              <a:spLocks noChangeArrowheads="1"/>
            </p:cNvSpPr>
            <p:nvPr/>
          </p:nvSpPr>
          <p:spPr bwMode="auto">
            <a:xfrm>
              <a:off x="873"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3" name="Rectangle 117"/>
            <p:cNvSpPr>
              <a:spLocks noChangeArrowheads="1"/>
            </p:cNvSpPr>
            <p:nvPr/>
          </p:nvSpPr>
          <p:spPr bwMode="auto">
            <a:xfrm>
              <a:off x="873"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4" name="Rectangle 118"/>
            <p:cNvSpPr>
              <a:spLocks noChangeArrowheads="1"/>
            </p:cNvSpPr>
            <p:nvPr/>
          </p:nvSpPr>
          <p:spPr bwMode="auto">
            <a:xfrm>
              <a:off x="873"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5" name="Rectangle 119"/>
            <p:cNvSpPr>
              <a:spLocks noChangeArrowheads="1"/>
            </p:cNvSpPr>
            <p:nvPr/>
          </p:nvSpPr>
          <p:spPr bwMode="auto">
            <a:xfrm>
              <a:off x="873"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6" name="Rectangle 120"/>
            <p:cNvSpPr>
              <a:spLocks noChangeArrowheads="1"/>
            </p:cNvSpPr>
            <p:nvPr/>
          </p:nvSpPr>
          <p:spPr bwMode="auto">
            <a:xfrm>
              <a:off x="873"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7" name="Rectangle 121"/>
            <p:cNvSpPr>
              <a:spLocks noChangeArrowheads="1"/>
            </p:cNvSpPr>
            <p:nvPr/>
          </p:nvSpPr>
          <p:spPr bwMode="auto">
            <a:xfrm>
              <a:off x="873"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8" name="Rectangle 122"/>
            <p:cNvSpPr>
              <a:spLocks noChangeArrowheads="1"/>
            </p:cNvSpPr>
            <p:nvPr/>
          </p:nvSpPr>
          <p:spPr bwMode="auto">
            <a:xfrm>
              <a:off x="873"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29" name="Rectangle 123"/>
            <p:cNvSpPr>
              <a:spLocks noChangeArrowheads="1"/>
            </p:cNvSpPr>
            <p:nvPr/>
          </p:nvSpPr>
          <p:spPr bwMode="auto">
            <a:xfrm>
              <a:off x="873"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0" name="Rectangle 124"/>
            <p:cNvSpPr>
              <a:spLocks noChangeArrowheads="1"/>
            </p:cNvSpPr>
            <p:nvPr/>
          </p:nvSpPr>
          <p:spPr bwMode="auto">
            <a:xfrm>
              <a:off x="873"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1" name="Rectangle 125"/>
            <p:cNvSpPr>
              <a:spLocks noChangeArrowheads="1"/>
            </p:cNvSpPr>
            <p:nvPr/>
          </p:nvSpPr>
          <p:spPr bwMode="auto">
            <a:xfrm>
              <a:off x="873"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2" name="Rectangle 126"/>
            <p:cNvSpPr>
              <a:spLocks noChangeArrowheads="1"/>
            </p:cNvSpPr>
            <p:nvPr/>
          </p:nvSpPr>
          <p:spPr bwMode="auto">
            <a:xfrm>
              <a:off x="873"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3" name="Rectangle 127"/>
            <p:cNvSpPr>
              <a:spLocks noChangeArrowheads="1"/>
            </p:cNvSpPr>
            <p:nvPr/>
          </p:nvSpPr>
          <p:spPr bwMode="auto">
            <a:xfrm>
              <a:off x="873"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4" name="Rectangle 128"/>
            <p:cNvSpPr>
              <a:spLocks noChangeArrowheads="1"/>
            </p:cNvSpPr>
            <p:nvPr/>
          </p:nvSpPr>
          <p:spPr bwMode="auto">
            <a:xfrm>
              <a:off x="873"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5" name="Rectangle 129"/>
            <p:cNvSpPr>
              <a:spLocks noChangeArrowheads="1"/>
            </p:cNvSpPr>
            <p:nvPr/>
          </p:nvSpPr>
          <p:spPr bwMode="auto">
            <a:xfrm>
              <a:off x="873"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6" name="Rectangle 130"/>
            <p:cNvSpPr>
              <a:spLocks noChangeArrowheads="1"/>
            </p:cNvSpPr>
            <p:nvPr/>
          </p:nvSpPr>
          <p:spPr bwMode="auto">
            <a:xfrm>
              <a:off x="873"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7" name="Rectangle 131"/>
            <p:cNvSpPr>
              <a:spLocks noChangeArrowheads="1"/>
            </p:cNvSpPr>
            <p:nvPr/>
          </p:nvSpPr>
          <p:spPr bwMode="auto">
            <a:xfrm>
              <a:off x="873"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8" name="Rectangle 132"/>
            <p:cNvSpPr>
              <a:spLocks noChangeArrowheads="1"/>
            </p:cNvSpPr>
            <p:nvPr/>
          </p:nvSpPr>
          <p:spPr bwMode="auto">
            <a:xfrm>
              <a:off x="873"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39" name="Rectangle 133"/>
            <p:cNvSpPr>
              <a:spLocks noChangeArrowheads="1"/>
            </p:cNvSpPr>
            <p:nvPr/>
          </p:nvSpPr>
          <p:spPr bwMode="auto">
            <a:xfrm>
              <a:off x="873"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40" name="Rectangle 134"/>
            <p:cNvSpPr>
              <a:spLocks noChangeArrowheads="1"/>
            </p:cNvSpPr>
            <p:nvPr/>
          </p:nvSpPr>
          <p:spPr bwMode="auto">
            <a:xfrm>
              <a:off x="873"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441" name="Rectangle 135"/>
            <p:cNvSpPr>
              <a:spLocks noChangeArrowheads="1"/>
            </p:cNvSpPr>
            <p:nvPr/>
          </p:nvSpPr>
          <p:spPr bwMode="auto">
            <a:xfrm>
              <a:off x="873"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2744" name="Rectangle 136"/>
          <p:cNvSpPr>
            <a:spLocks noChangeArrowheads="1"/>
          </p:cNvSpPr>
          <p:nvPr/>
        </p:nvSpPr>
        <p:spPr bwMode="auto">
          <a:xfrm>
            <a:off x="1825625" y="4548188"/>
            <a:ext cx="560388" cy="2000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300">
                <a:solidFill>
                  <a:srgbClr val="000000"/>
                </a:solidFill>
                <a:latin typeface="华文楷体" panose="02010600040101010101" pitchFamily="2" charset="-122"/>
                <a:ea typeface="华文楷体" panose="02010600040101010101" pitchFamily="2" charset="-122"/>
              </a:rPr>
              <a:t>?醴習謹</a:t>
            </a:r>
            <a:endParaRPr lang="zh-CN" altLang="en-US" sz="20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095" name="Group 137"/>
          <p:cNvGrpSpPr/>
          <p:nvPr/>
        </p:nvGrpSpPr>
        <p:grpSpPr bwMode="auto">
          <a:xfrm>
            <a:off x="2501900" y="4194175"/>
            <a:ext cx="1449388" cy="862013"/>
            <a:chOff x="1584" y="2549"/>
            <a:chExt cx="912" cy="543"/>
          </a:xfrm>
        </p:grpSpPr>
        <p:sp>
          <p:nvSpPr>
            <p:cNvPr id="219184" name="Rectangle 138"/>
            <p:cNvSpPr>
              <a:spLocks noChangeArrowheads="1"/>
            </p:cNvSpPr>
            <p:nvPr/>
          </p:nvSpPr>
          <p:spPr bwMode="auto">
            <a:xfrm>
              <a:off x="1584"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5" name="Rectangle 139"/>
            <p:cNvSpPr>
              <a:spLocks noChangeArrowheads="1"/>
            </p:cNvSpPr>
            <p:nvPr/>
          </p:nvSpPr>
          <p:spPr bwMode="auto">
            <a:xfrm>
              <a:off x="1584"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6" name="Rectangle 140"/>
            <p:cNvSpPr>
              <a:spLocks noChangeArrowheads="1"/>
            </p:cNvSpPr>
            <p:nvPr/>
          </p:nvSpPr>
          <p:spPr bwMode="auto">
            <a:xfrm>
              <a:off x="1584"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7" name="Rectangle 141"/>
            <p:cNvSpPr>
              <a:spLocks noChangeArrowheads="1"/>
            </p:cNvSpPr>
            <p:nvPr/>
          </p:nvSpPr>
          <p:spPr bwMode="auto">
            <a:xfrm>
              <a:off x="1584"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8" name="Rectangle 142"/>
            <p:cNvSpPr>
              <a:spLocks noChangeArrowheads="1"/>
            </p:cNvSpPr>
            <p:nvPr/>
          </p:nvSpPr>
          <p:spPr bwMode="auto">
            <a:xfrm>
              <a:off x="1584"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9" name="Rectangle 143"/>
            <p:cNvSpPr>
              <a:spLocks noChangeArrowheads="1"/>
            </p:cNvSpPr>
            <p:nvPr/>
          </p:nvSpPr>
          <p:spPr bwMode="auto">
            <a:xfrm>
              <a:off x="1584"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0" name="Rectangle 144"/>
            <p:cNvSpPr>
              <a:spLocks noChangeArrowheads="1"/>
            </p:cNvSpPr>
            <p:nvPr/>
          </p:nvSpPr>
          <p:spPr bwMode="auto">
            <a:xfrm>
              <a:off x="1584"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1" name="Rectangle 145"/>
            <p:cNvSpPr>
              <a:spLocks noChangeArrowheads="1"/>
            </p:cNvSpPr>
            <p:nvPr/>
          </p:nvSpPr>
          <p:spPr bwMode="auto">
            <a:xfrm>
              <a:off x="1584"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2" name="Rectangle 146"/>
            <p:cNvSpPr>
              <a:spLocks noChangeArrowheads="1"/>
            </p:cNvSpPr>
            <p:nvPr/>
          </p:nvSpPr>
          <p:spPr bwMode="auto">
            <a:xfrm>
              <a:off x="1584"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3" name="Rectangle 147"/>
            <p:cNvSpPr>
              <a:spLocks noChangeArrowheads="1"/>
            </p:cNvSpPr>
            <p:nvPr/>
          </p:nvSpPr>
          <p:spPr bwMode="auto">
            <a:xfrm>
              <a:off x="1584"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4" name="Rectangle 148"/>
            <p:cNvSpPr>
              <a:spLocks noChangeArrowheads="1"/>
            </p:cNvSpPr>
            <p:nvPr/>
          </p:nvSpPr>
          <p:spPr bwMode="auto">
            <a:xfrm>
              <a:off x="1584"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5" name="Rectangle 149"/>
            <p:cNvSpPr>
              <a:spLocks noChangeArrowheads="1"/>
            </p:cNvSpPr>
            <p:nvPr/>
          </p:nvSpPr>
          <p:spPr bwMode="auto">
            <a:xfrm>
              <a:off x="1584"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6" name="Rectangle 150"/>
            <p:cNvSpPr>
              <a:spLocks noChangeArrowheads="1"/>
            </p:cNvSpPr>
            <p:nvPr/>
          </p:nvSpPr>
          <p:spPr bwMode="auto">
            <a:xfrm>
              <a:off x="1584"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7" name="Rectangle 151"/>
            <p:cNvSpPr>
              <a:spLocks noChangeArrowheads="1"/>
            </p:cNvSpPr>
            <p:nvPr/>
          </p:nvSpPr>
          <p:spPr bwMode="auto">
            <a:xfrm>
              <a:off x="1584"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8" name="Rectangle 152"/>
            <p:cNvSpPr>
              <a:spLocks noChangeArrowheads="1"/>
            </p:cNvSpPr>
            <p:nvPr/>
          </p:nvSpPr>
          <p:spPr bwMode="auto">
            <a:xfrm>
              <a:off x="1584"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99" name="Rectangle 153"/>
            <p:cNvSpPr>
              <a:spLocks noChangeArrowheads="1"/>
            </p:cNvSpPr>
            <p:nvPr/>
          </p:nvSpPr>
          <p:spPr bwMode="auto">
            <a:xfrm>
              <a:off x="1584"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0" name="Rectangle 154"/>
            <p:cNvSpPr>
              <a:spLocks noChangeArrowheads="1"/>
            </p:cNvSpPr>
            <p:nvPr/>
          </p:nvSpPr>
          <p:spPr bwMode="auto">
            <a:xfrm>
              <a:off x="1584"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1" name="Rectangle 155"/>
            <p:cNvSpPr>
              <a:spLocks noChangeArrowheads="1"/>
            </p:cNvSpPr>
            <p:nvPr/>
          </p:nvSpPr>
          <p:spPr bwMode="auto">
            <a:xfrm>
              <a:off x="1584"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2" name="Rectangle 156"/>
            <p:cNvSpPr>
              <a:spLocks noChangeArrowheads="1"/>
            </p:cNvSpPr>
            <p:nvPr/>
          </p:nvSpPr>
          <p:spPr bwMode="auto">
            <a:xfrm>
              <a:off x="1584"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3" name="Rectangle 157"/>
            <p:cNvSpPr>
              <a:spLocks noChangeArrowheads="1"/>
            </p:cNvSpPr>
            <p:nvPr/>
          </p:nvSpPr>
          <p:spPr bwMode="auto">
            <a:xfrm>
              <a:off x="1584"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4" name="Rectangle 158"/>
            <p:cNvSpPr>
              <a:spLocks noChangeArrowheads="1"/>
            </p:cNvSpPr>
            <p:nvPr/>
          </p:nvSpPr>
          <p:spPr bwMode="auto">
            <a:xfrm>
              <a:off x="1584"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5" name="Rectangle 159"/>
            <p:cNvSpPr>
              <a:spLocks noChangeArrowheads="1"/>
            </p:cNvSpPr>
            <p:nvPr/>
          </p:nvSpPr>
          <p:spPr bwMode="auto">
            <a:xfrm>
              <a:off x="1584"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6" name="Rectangle 160"/>
            <p:cNvSpPr>
              <a:spLocks noChangeArrowheads="1"/>
            </p:cNvSpPr>
            <p:nvPr/>
          </p:nvSpPr>
          <p:spPr bwMode="auto">
            <a:xfrm>
              <a:off x="1584"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7" name="Rectangle 161"/>
            <p:cNvSpPr>
              <a:spLocks noChangeArrowheads="1"/>
            </p:cNvSpPr>
            <p:nvPr/>
          </p:nvSpPr>
          <p:spPr bwMode="auto">
            <a:xfrm>
              <a:off x="1584"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8" name="Rectangle 162"/>
            <p:cNvSpPr>
              <a:spLocks noChangeArrowheads="1"/>
            </p:cNvSpPr>
            <p:nvPr/>
          </p:nvSpPr>
          <p:spPr bwMode="auto">
            <a:xfrm>
              <a:off x="1584"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09" name="Rectangle 163"/>
            <p:cNvSpPr>
              <a:spLocks noChangeArrowheads="1"/>
            </p:cNvSpPr>
            <p:nvPr/>
          </p:nvSpPr>
          <p:spPr bwMode="auto">
            <a:xfrm>
              <a:off x="1584"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0" name="Rectangle 164"/>
            <p:cNvSpPr>
              <a:spLocks noChangeArrowheads="1"/>
            </p:cNvSpPr>
            <p:nvPr/>
          </p:nvSpPr>
          <p:spPr bwMode="auto">
            <a:xfrm>
              <a:off x="1584"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1" name="Rectangle 165"/>
            <p:cNvSpPr>
              <a:spLocks noChangeArrowheads="1"/>
            </p:cNvSpPr>
            <p:nvPr/>
          </p:nvSpPr>
          <p:spPr bwMode="auto">
            <a:xfrm>
              <a:off x="1584"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2" name="Rectangle 166"/>
            <p:cNvSpPr>
              <a:spLocks noChangeArrowheads="1"/>
            </p:cNvSpPr>
            <p:nvPr/>
          </p:nvSpPr>
          <p:spPr bwMode="auto">
            <a:xfrm>
              <a:off x="1584"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3" name="Rectangle 167"/>
            <p:cNvSpPr>
              <a:spLocks noChangeArrowheads="1"/>
            </p:cNvSpPr>
            <p:nvPr/>
          </p:nvSpPr>
          <p:spPr bwMode="auto">
            <a:xfrm>
              <a:off x="1584"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4" name="Rectangle 168"/>
            <p:cNvSpPr>
              <a:spLocks noChangeArrowheads="1"/>
            </p:cNvSpPr>
            <p:nvPr/>
          </p:nvSpPr>
          <p:spPr bwMode="auto">
            <a:xfrm>
              <a:off x="1584"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5" name="Rectangle 169"/>
            <p:cNvSpPr>
              <a:spLocks noChangeArrowheads="1"/>
            </p:cNvSpPr>
            <p:nvPr/>
          </p:nvSpPr>
          <p:spPr bwMode="auto">
            <a:xfrm>
              <a:off x="1584"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6" name="Rectangle 170"/>
            <p:cNvSpPr>
              <a:spLocks noChangeArrowheads="1"/>
            </p:cNvSpPr>
            <p:nvPr/>
          </p:nvSpPr>
          <p:spPr bwMode="auto">
            <a:xfrm>
              <a:off x="1584"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7" name="Rectangle 171"/>
            <p:cNvSpPr>
              <a:spLocks noChangeArrowheads="1"/>
            </p:cNvSpPr>
            <p:nvPr/>
          </p:nvSpPr>
          <p:spPr bwMode="auto">
            <a:xfrm>
              <a:off x="1584"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8" name="Rectangle 172"/>
            <p:cNvSpPr>
              <a:spLocks noChangeArrowheads="1"/>
            </p:cNvSpPr>
            <p:nvPr/>
          </p:nvSpPr>
          <p:spPr bwMode="auto">
            <a:xfrm>
              <a:off x="1584"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19" name="Rectangle 173"/>
            <p:cNvSpPr>
              <a:spLocks noChangeArrowheads="1"/>
            </p:cNvSpPr>
            <p:nvPr/>
          </p:nvSpPr>
          <p:spPr bwMode="auto">
            <a:xfrm>
              <a:off x="1584"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0" name="Rectangle 174"/>
            <p:cNvSpPr>
              <a:spLocks noChangeArrowheads="1"/>
            </p:cNvSpPr>
            <p:nvPr/>
          </p:nvSpPr>
          <p:spPr bwMode="auto">
            <a:xfrm>
              <a:off x="1584"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1" name="Rectangle 175"/>
            <p:cNvSpPr>
              <a:spLocks noChangeArrowheads="1"/>
            </p:cNvSpPr>
            <p:nvPr/>
          </p:nvSpPr>
          <p:spPr bwMode="auto">
            <a:xfrm>
              <a:off x="1584"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2" name="Rectangle 176"/>
            <p:cNvSpPr>
              <a:spLocks noChangeArrowheads="1"/>
            </p:cNvSpPr>
            <p:nvPr/>
          </p:nvSpPr>
          <p:spPr bwMode="auto">
            <a:xfrm>
              <a:off x="1584"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3" name="Rectangle 177"/>
            <p:cNvSpPr>
              <a:spLocks noChangeArrowheads="1"/>
            </p:cNvSpPr>
            <p:nvPr/>
          </p:nvSpPr>
          <p:spPr bwMode="auto">
            <a:xfrm>
              <a:off x="1584"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4" name="Rectangle 178"/>
            <p:cNvSpPr>
              <a:spLocks noChangeArrowheads="1"/>
            </p:cNvSpPr>
            <p:nvPr/>
          </p:nvSpPr>
          <p:spPr bwMode="auto">
            <a:xfrm>
              <a:off x="1584"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5" name="Rectangle 179"/>
            <p:cNvSpPr>
              <a:spLocks noChangeArrowheads="1"/>
            </p:cNvSpPr>
            <p:nvPr/>
          </p:nvSpPr>
          <p:spPr bwMode="auto">
            <a:xfrm>
              <a:off x="1584"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6" name="Rectangle 180"/>
            <p:cNvSpPr>
              <a:spLocks noChangeArrowheads="1"/>
            </p:cNvSpPr>
            <p:nvPr/>
          </p:nvSpPr>
          <p:spPr bwMode="auto">
            <a:xfrm>
              <a:off x="1584"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7" name="Rectangle 181"/>
            <p:cNvSpPr>
              <a:spLocks noChangeArrowheads="1"/>
            </p:cNvSpPr>
            <p:nvPr/>
          </p:nvSpPr>
          <p:spPr bwMode="auto">
            <a:xfrm>
              <a:off x="1584"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8" name="Rectangle 182"/>
            <p:cNvSpPr>
              <a:spLocks noChangeArrowheads="1"/>
            </p:cNvSpPr>
            <p:nvPr/>
          </p:nvSpPr>
          <p:spPr bwMode="auto">
            <a:xfrm>
              <a:off x="1584"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29" name="Rectangle 183"/>
            <p:cNvSpPr>
              <a:spLocks noChangeArrowheads="1"/>
            </p:cNvSpPr>
            <p:nvPr/>
          </p:nvSpPr>
          <p:spPr bwMode="auto">
            <a:xfrm>
              <a:off x="1584"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0" name="Rectangle 184"/>
            <p:cNvSpPr>
              <a:spLocks noChangeArrowheads="1"/>
            </p:cNvSpPr>
            <p:nvPr/>
          </p:nvSpPr>
          <p:spPr bwMode="auto">
            <a:xfrm>
              <a:off x="1584"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1" name="Rectangle 185"/>
            <p:cNvSpPr>
              <a:spLocks noChangeArrowheads="1"/>
            </p:cNvSpPr>
            <p:nvPr/>
          </p:nvSpPr>
          <p:spPr bwMode="auto">
            <a:xfrm>
              <a:off x="1584"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2" name="Rectangle 186"/>
            <p:cNvSpPr>
              <a:spLocks noChangeArrowheads="1"/>
            </p:cNvSpPr>
            <p:nvPr/>
          </p:nvSpPr>
          <p:spPr bwMode="auto">
            <a:xfrm>
              <a:off x="1584"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3" name="Rectangle 187"/>
            <p:cNvSpPr>
              <a:spLocks noChangeArrowheads="1"/>
            </p:cNvSpPr>
            <p:nvPr/>
          </p:nvSpPr>
          <p:spPr bwMode="auto">
            <a:xfrm>
              <a:off x="1584"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4" name="Rectangle 188"/>
            <p:cNvSpPr>
              <a:spLocks noChangeArrowheads="1"/>
            </p:cNvSpPr>
            <p:nvPr/>
          </p:nvSpPr>
          <p:spPr bwMode="auto">
            <a:xfrm>
              <a:off x="1584"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5" name="Rectangle 189"/>
            <p:cNvSpPr>
              <a:spLocks noChangeArrowheads="1"/>
            </p:cNvSpPr>
            <p:nvPr/>
          </p:nvSpPr>
          <p:spPr bwMode="auto">
            <a:xfrm>
              <a:off x="1584"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6" name="Rectangle 190"/>
            <p:cNvSpPr>
              <a:spLocks noChangeArrowheads="1"/>
            </p:cNvSpPr>
            <p:nvPr/>
          </p:nvSpPr>
          <p:spPr bwMode="auto">
            <a:xfrm>
              <a:off x="1584"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7" name="Rectangle 191"/>
            <p:cNvSpPr>
              <a:spLocks noChangeArrowheads="1"/>
            </p:cNvSpPr>
            <p:nvPr/>
          </p:nvSpPr>
          <p:spPr bwMode="auto">
            <a:xfrm>
              <a:off x="1584"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8" name="Rectangle 192"/>
            <p:cNvSpPr>
              <a:spLocks noChangeArrowheads="1"/>
            </p:cNvSpPr>
            <p:nvPr/>
          </p:nvSpPr>
          <p:spPr bwMode="auto">
            <a:xfrm>
              <a:off x="1584"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39" name="Rectangle 193"/>
            <p:cNvSpPr>
              <a:spLocks noChangeArrowheads="1"/>
            </p:cNvSpPr>
            <p:nvPr/>
          </p:nvSpPr>
          <p:spPr bwMode="auto">
            <a:xfrm>
              <a:off x="1584"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0" name="Rectangle 194"/>
            <p:cNvSpPr>
              <a:spLocks noChangeArrowheads="1"/>
            </p:cNvSpPr>
            <p:nvPr/>
          </p:nvSpPr>
          <p:spPr bwMode="auto">
            <a:xfrm>
              <a:off x="1584"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1" name="Rectangle 195"/>
            <p:cNvSpPr>
              <a:spLocks noChangeArrowheads="1"/>
            </p:cNvSpPr>
            <p:nvPr/>
          </p:nvSpPr>
          <p:spPr bwMode="auto">
            <a:xfrm>
              <a:off x="1584"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2" name="Rectangle 196"/>
            <p:cNvSpPr>
              <a:spLocks noChangeArrowheads="1"/>
            </p:cNvSpPr>
            <p:nvPr/>
          </p:nvSpPr>
          <p:spPr bwMode="auto">
            <a:xfrm>
              <a:off x="1584"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3" name="Rectangle 197"/>
            <p:cNvSpPr>
              <a:spLocks noChangeArrowheads="1"/>
            </p:cNvSpPr>
            <p:nvPr/>
          </p:nvSpPr>
          <p:spPr bwMode="auto">
            <a:xfrm>
              <a:off x="1584"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4" name="Rectangle 198"/>
            <p:cNvSpPr>
              <a:spLocks noChangeArrowheads="1"/>
            </p:cNvSpPr>
            <p:nvPr/>
          </p:nvSpPr>
          <p:spPr bwMode="auto">
            <a:xfrm>
              <a:off x="1584"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5" name="Rectangle 199"/>
            <p:cNvSpPr>
              <a:spLocks noChangeArrowheads="1"/>
            </p:cNvSpPr>
            <p:nvPr/>
          </p:nvSpPr>
          <p:spPr bwMode="auto">
            <a:xfrm>
              <a:off x="1584"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6" name="Rectangle 200"/>
            <p:cNvSpPr>
              <a:spLocks noChangeArrowheads="1"/>
            </p:cNvSpPr>
            <p:nvPr/>
          </p:nvSpPr>
          <p:spPr bwMode="auto">
            <a:xfrm>
              <a:off x="1584"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7" name="Rectangle 201"/>
            <p:cNvSpPr>
              <a:spLocks noChangeArrowheads="1"/>
            </p:cNvSpPr>
            <p:nvPr/>
          </p:nvSpPr>
          <p:spPr bwMode="auto">
            <a:xfrm>
              <a:off x="1584"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8" name="Rectangle 202"/>
            <p:cNvSpPr>
              <a:spLocks noChangeArrowheads="1"/>
            </p:cNvSpPr>
            <p:nvPr/>
          </p:nvSpPr>
          <p:spPr bwMode="auto">
            <a:xfrm>
              <a:off x="1584"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49" name="Rectangle 203"/>
            <p:cNvSpPr>
              <a:spLocks noChangeArrowheads="1"/>
            </p:cNvSpPr>
            <p:nvPr/>
          </p:nvSpPr>
          <p:spPr bwMode="auto">
            <a:xfrm>
              <a:off x="1584"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0" name="Rectangle 204"/>
            <p:cNvSpPr>
              <a:spLocks noChangeArrowheads="1"/>
            </p:cNvSpPr>
            <p:nvPr/>
          </p:nvSpPr>
          <p:spPr bwMode="auto">
            <a:xfrm>
              <a:off x="1584"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1" name="Rectangle 205"/>
            <p:cNvSpPr>
              <a:spLocks noChangeArrowheads="1"/>
            </p:cNvSpPr>
            <p:nvPr/>
          </p:nvSpPr>
          <p:spPr bwMode="auto">
            <a:xfrm>
              <a:off x="1584"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2" name="Rectangle 206"/>
            <p:cNvSpPr>
              <a:spLocks noChangeArrowheads="1"/>
            </p:cNvSpPr>
            <p:nvPr/>
          </p:nvSpPr>
          <p:spPr bwMode="auto">
            <a:xfrm>
              <a:off x="1584"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3" name="Rectangle 207"/>
            <p:cNvSpPr>
              <a:spLocks noChangeArrowheads="1"/>
            </p:cNvSpPr>
            <p:nvPr/>
          </p:nvSpPr>
          <p:spPr bwMode="auto">
            <a:xfrm>
              <a:off x="1584"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4" name="Rectangle 208"/>
            <p:cNvSpPr>
              <a:spLocks noChangeArrowheads="1"/>
            </p:cNvSpPr>
            <p:nvPr/>
          </p:nvSpPr>
          <p:spPr bwMode="auto">
            <a:xfrm>
              <a:off x="1584"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5" name="Rectangle 209"/>
            <p:cNvSpPr>
              <a:spLocks noChangeArrowheads="1"/>
            </p:cNvSpPr>
            <p:nvPr/>
          </p:nvSpPr>
          <p:spPr bwMode="auto">
            <a:xfrm>
              <a:off x="1584"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6" name="Rectangle 210"/>
            <p:cNvSpPr>
              <a:spLocks noChangeArrowheads="1"/>
            </p:cNvSpPr>
            <p:nvPr/>
          </p:nvSpPr>
          <p:spPr bwMode="auto">
            <a:xfrm>
              <a:off x="1584"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7" name="Rectangle 211"/>
            <p:cNvSpPr>
              <a:spLocks noChangeArrowheads="1"/>
            </p:cNvSpPr>
            <p:nvPr/>
          </p:nvSpPr>
          <p:spPr bwMode="auto">
            <a:xfrm>
              <a:off x="1584"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8" name="Rectangle 212"/>
            <p:cNvSpPr>
              <a:spLocks noChangeArrowheads="1"/>
            </p:cNvSpPr>
            <p:nvPr/>
          </p:nvSpPr>
          <p:spPr bwMode="auto">
            <a:xfrm>
              <a:off x="1584"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59" name="Rectangle 213"/>
            <p:cNvSpPr>
              <a:spLocks noChangeArrowheads="1"/>
            </p:cNvSpPr>
            <p:nvPr/>
          </p:nvSpPr>
          <p:spPr bwMode="auto">
            <a:xfrm>
              <a:off x="1584"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0" name="Rectangle 214"/>
            <p:cNvSpPr>
              <a:spLocks noChangeArrowheads="1"/>
            </p:cNvSpPr>
            <p:nvPr/>
          </p:nvSpPr>
          <p:spPr bwMode="auto">
            <a:xfrm>
              <a:off x="1584"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1" name="Rectangle 215"/>
            <p:cNvSpPr>
              <a:spLocks noChangeArrowheads="1"/>
            </p:cNvSpPr>
            <p:nvPr/>
          </p:nvSpPr>
          <p:spPr bwMode="auto">
            <a:xfrm>
              <a:off x="1584"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2" name="Rectangle 216"/>
            <p:cNvSpPr>
              <a:spLocks noChangeArrowheads="1"/>
            </p:cNvSpPr>
            <p:nvPr/>
          </p:nvSpPr>
          <p:spPr bwMode="auto">
            <a:xfrm>
              <a:off x="1584"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3" name="Rectangle 217"/>
            <p:cNvSpPr>
              <a:spLocks noChangeArrowheads="1"/>
            </p:cNvSpPr>
            <p:nvPr/>
          </p:nvSpPr>
          <p:spPr bwMode="auto">
            <a:xfrm>
              <a:off x="1584"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4" name="Rectangle 218"/>
            <p:cNvSpPr>
              <a:spLocks noChangeArrowheads="1"/>
            </p:cNvSpPr>
            <p:nvPr/>
          </p:nvSpPr>
          <p:spPr bwMode="auto">
            <a:xfrm>
              <a:off x="1584"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5" name="Rectangle 219"/>
            <p:cNvSpPr>
              <a:spLocks noChangeArrowheads="1"/>
            </p:cNvSpPr>
            <p:nvPr/>
          </p:nvSpPr>
          <p:spPr bwMode="auto">
            <a:xfrm>
              <a:off x="1584"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6" name="Rectangle 220"/>
            <p:cNvSpPr>
              <a:spLocks noChangeArrowheads="1"/>
            </p:cNvSpPr>
            <p:nvPr/>
          </p:nvSpPr>
          <p:spPr bwMode="auto">
            <a:xfrm>
              <a:off x="1584"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7" name="Rectangle 221"/>
            <p:cNvSpPr>
              <a:spLocks noChangeArrowheads="1"/>
            </p:cNvSpPr>
            <p:nvPr/>
          </p:nvSpPr>
          <p:spPr bwMode="auto">
            <a:xfrm>
              <a:off x="1584"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8" name="Rectangle 222"/>
            <p:cNvSpPr>
              <a:spLocks noChangeArrowheads="1"/>
            </p:cNvSpPr>
            <p:nvPr/>
          </p:nvSpPr>
          <p:spPr bwMode="auto">
            <a:xfrm>
              <a:off x="1584"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69" name="Rectangle 223"/>
            <p:cNvSpPr>
              <a:spLocks noChangeArrowheads="1"/>
            </p:cNvSpPr>
            <p:nvPr/>
          </p:nvSpPr>
          <p:spPr bwMode="auto">
            <a:xfrm>
              <a:off x="1584"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0" name="Rectangle 224"/>
            <p:cNvSpPr>
              <a:spLocks noChangeArrowheads="1"/>
            </p:cNvSpPr>
            <p:nvPr/>
          </p:nvSpPr>
          <p:spPr bwMode="auto">
            <a:xfrm>
              <a:off x="1584"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1" name="Rectangle 225"/>
            <p:cNvSpPr>
              <a:spLocks noChangeArrowheads="1"/>
            </p:cNvSpPr>
            <p:nvPr/>
          </p:nvSpPr>
          <p:spPr bwMode="auto">
            <a:xfrm>
              <a:off x="1584"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2" name="Rectangle 226"/>
            <p:cNvSpPr>
              <a:spLocks noChangeArrowheads="1"/>
            </p:cNvSpPr>
            <p:nvPr/>
          </p:nvSpPr>
          <p:spPr bwMode="auto">
            <a:xfrm>
              <a:off x="1584"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3" name="Rectangle 227"/>
            <p:cNvSpPr>
              <a:spLocks noChangeArrowheads="1"/>
            </p:cNvSpPr>
            <p:nvPr/>
          </p:nvSpPr>
          <p:spPr bwMode="auto">
            <a:xfrm>
              <a:off x="1584"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4" name="Rectangle 228"/>
            <p:cNvSpPr>
              <a:spLocks noChangeArrowheads="1"/>
            </p:cNvSpPr>
            <p:nvPr/>
          </p:nvSpPr>
          <p:spPr bwMode="auto">
            <a:xfrm>
              <a:off x="1584"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5" name="Rectangle 229"/>
            <p:cNvSpPr>
              <a:spLocks noChangeArrowheads="1"/>
            </p:cNvSpPr>
            <p:nvPr/>
          </p:nvSpPr>
          <p:spPr bwMode="auto">
            <a:xfrm>
              <a:off x="1584"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6" name="Rectangle 230"/>
            <p:cNvSpPr>
              <a:spLocks noChangeArrowheads="1"/>
            </p:cNvSpPr>
            <p:nvPr/>
          </p:nvSpPr>
          <p:spPr bwMode="auto">
            <a:xfrm>
              <a:off x="1584"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7" name="Rectangle 231"/>
            <p:cNvSpPr>
              <a:spLocks noChangeArrowheads="1"/>
            </p:cNvSpPr>
            <p:nvPr/>
          </p:nvSpPr>
          <p:spPr bwMode="auto">
            <a:xfrm>
              <a:off x="1584"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8" name="Rectangle 232"/>
            <p:cNvSpPr>
              <a:spLocks noChangeArrowheads="1"/>
            </p:cNvSpPr>
            <p:nvPr/>
          </p:nvSpPr>
          <p:spPr bwMode="auto">
            <a:xfrm>
              <a:off x="1584"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79" name="Rectangle 233"/>
            <p:cNvSpPr>
              <a:spLocks noChangeArrowheads="1"/>
            </p:cNvSpPr>
            <p:nvPr/>
          </p:nvSpPr>
          <p:spPr bwMode="auto">
            <a:xfrm>
              <a:off x="1584"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0" name="Rectangle 234"/>
            <p:cNvSpPr>
              <a:spLocks noChangeArrowheads="1"/>
            </p:cNvSpPr>
            <p:nvPr/>
          </p:nvSpPr>
          <p:spPr bwMode="auto">
            <a:xfrm>
              <a:off x="1584"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1" name="Rectangle 235"/>
            <p:cNvSpPr>
              <a:spLocks noChangeArrowheads="1"/>
            </p:cNvSpPr>
            <p:nvPr/>
          </p:nvSpPr>
          <p:spPr bwMode="auto">
            <a:xfrm>
              <a:off x="1584"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2" name="Rectangle 236"/>
            <p:cNvSpPr>
              <a:spLocks noChangeArrowheads="1"/>
            </p:cNvSpPr>
            <p:nvPr/>
          </p:nvSpPr>
          <p:spPr bwMode="auto">
            <a:xfrm>
              <a:off x="1584"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3" name="Rectangle 237"/>
            <p:cNvSpPr>
              <a:spLocks noChangeArrowheads="1"/>
            </p:cNvSpPr>
            <p:nvPr/>
          </p:nvSpPr>
          <p:spPr bwMode="auto">
            <a:xfrm>
              <a:off x="1584"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4" name="Rectangle 238"/>
            <p:cNvSpPr>
              <a:spLocks noChangeArrowheads="1"/>
            </p:cNvSpPr>
            <p:nvPr/>
          </p:nvSpPr>
          <p:spPr bwMode="auto">
            <a:xfrm>
              <a:off x="1584"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5" name="Rectangle 239"/>
            <p:cNvSpPr>
              <a:spLocks noChangeArrowheads="1"/>
            </p:cNvSpPr>
            <p:nvPr/>
          </p:nvSpPr>
          <p:spPr bwMode="auto">
            <a:xfrm>
              <a:off x="1584"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6" name="Rectangle 240"/>
            <p:cNvSpPr>
              <a:spLocks noChangeArrowheads="1"/>
            </p:cNvSpPr>
            <p:nvPr/>
          </p:nvSpPr>
          <p:spPr bwMode="auto">
            <a:xfrm>
              <a:off x="1584"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7" name="Rectangle 241"/>
            <p:cNvSpPr>
              <a:spLocks noChangeArrowheads="1"/>
            </p:cNvSpPr>
            <p:nvPr/>
          </p:nvSpPr>
          <p:spPr bwMode="auto">
            <a:xfrm>
              <a:off x="1584"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8" name="Rectangle 242"/>
            <p:cNvSpPr>
              <a:spLocks noChangeArrowheads="1"/>
            </p:cNvSpPr>
            <p:nvPr/>
          </p:nvSpPr>
          <p:spPr bwMode="auto">
            <a:xfrm>
              <a:off x="1584"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89" name="Rectangle 243"/>
            <p:cNvSpPr>
              <a:spLocks noChangeArrowheads="1"/>
            </p:cNvSpPr>
            <p:nvPr/>
          </p:nvSpPr>
          <p:spPr bwMode="auto">
            <a:xfrm>
              <a:off x="1584"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0" name="Rectangle 244"/>
            <p:cNvSpPr>
              <a:spLocks noChangeArrowheads="1"/>
            </p:cNvSpPr>
            <p:nvPr/>
          </p:nvSpPr>
          <p:spPr bwMode="auto">
            <a:xfrm>
              <a:off x="1584"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1" name="Rectangle 245"/>
            <p:cNvSpPr>
              <a:spLocks noChangeArrowheads="1"/>
            </p:cNvSpPr>
            <p:nvPr/>
          </p:nvSpPr>
          <p:spPr bwMode="auto">
            <a:xfrm>
              <a:off x="1584"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2" name="Rectangle 246"/>
            <p:cNvSpPr>
              <a:spLocks noChangeArrowheads="1"/>
            </p:cNvSpPr>
            <p:nvPr/>
          </p:nvSpPr>
          <p:spPr bwMode="auto">
            <a:xfrm>
              <a:off x="1584"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3" name="Rectangle 247"/>
            <p:cNvSpPr>
              <a:spLocks noChangeArrowheads="1"/>
            </p:cNvSpPr>
            <p:nvPr/>
          </p:nvSpPr>
          <p:spPr bwMode="auto">
            <a:xfrm>
              <a:off x="1584"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4" name="Rectangle 248"/>
            <p:cNvSpPr>
              <a:spLocks noChangeArrowheads="1"/>
            </p:cNvSpPr>
            <p:nvPr/>
          </p:nvSpPr>
          <p:spPr bwMode="auto">
            <a:xfrm>
              <a:off x="1584"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5" name="Rectangle 249"/>
            <p:cNvSpPr>
              <a:spLocks noChangeArrowheads="1"/>
            </p:cNvSpPr>
            <p:nvPr/>
          </p:nvSpPr>
          <p:spPr bwMode="auto">
            <a:xfrm>
              <a:off x="1584"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6" name="Rectangle 250"/>
            <p:cNvSpPr>
              <a:spLocks noChangeArrowheads="1"/>
            </p:cNvSpPr>
            <p:nvPr/>
          </p:nvSpPr>
          <p:spPr bwMode="auto">
            <a:xfrm>
              <a:off x="1584"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7" name="Rectangle 251"/>
            <p:cNvSpPr>
              <a:spLocks noChangeArrowheads="1"/>
            </p:cNvSpPr>
            <p:nvPr/>
          </p:nvSpPr>
          <p:spPr bwMode="auto">
            <a:xfrm>
              <a:off x="1584"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8" name="Rectangle 252"/>
            <p:cNvSpPr>
              <a:spLocks noChangeArrowheads="1"/>
            </p:cNvSpPr>
            <p:nvPr/>
          </p:nvSpPr>
          <p:spPr bwMode="auto">
            <a:xfrm>
              <a:off x="1584"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299" name="Rectangle 253"/>
            <p:cNvSpPr>
              <a:spLocks noChangeArrowheads="1"/>
            </p:cNvSpPr>
            <p:nvPr/>
          </p:nvSpPr>
          <p:spPr bwMode="auto">
            <a:xfrm>
              <a:off x="1584"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0" name="Rectangle 254"/>
            <p:cNvSpPr>
              <a:spLocks noChangeArrowheads="1"/>
            </p:cNvSpPr>
            <p:nvPr/>
          </p:nvSpPr>
          <p:spPr bwMode="auto">
            <a:xfrm>
              <a:off x="1584"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1" name="Rectangle 255"/>
            <p:cNvSpPr>
              <a:spLocks noChangeArrowheads="1"/>
            </p:cNvSpPr>
            <p:nvPr/>
          </p:nvSpPr>
          <p:spPr bwMode="auto">
            <a:xfrm>
              <a:off x="1584"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2" name="Rectangle 256"/>
            <p:cNvSpPr>
              <a:spLocks noChangeArrowheads="1"/>
            </p:cNvSpPr>
            <p:nvPr/>
          </p:nvSpPr>
          <p:spPr bwMode="auto">
            <a:xfrm>
              <a:off x="1584"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3" name="Rectangle 257"/>
            <p:cNvSpPr>
              <a:spLocks noChangeArrowheads="1"/>
            </p:cNvSpPr>
            <p:nvPr/>
          </p:nvSpPr>
          <p:spPr bwMode="auto">
            <a:xfrm>
              <a:off x="1584"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4" name="Rectangle 258"/>
            <p:cNvSpPr>
              <a:spLocks noChangeArrowheads="1"/>
            </p:cNvSpPr>
            <p:nvPr/>
          </p:nvSpPr>
          <p:spPr bwMode="auto">
            <a:xfrm>
              <a:off x="1584"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5" name="Rectangle 259"/>
            <p:cNvSpPr>
              <a:spLocks noChangeArrowheads="1"/>
            </p:cNvSpPr>
            <p:nvPr/>
          </p:nvSpPr>
          <p:spPr bwMode="auto">
            <a:xfrm>
              <a:off x="1584"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6" name="Rectangle 260"/>
            <p:cNvSpPr>
              <a:spLocks noChangeArrowheads="1"/>
            </p:cNvSpPr>
            <p:nvPr/>
          </p:nvSpPr>
          <p:spPr bwMode="auto">
            <a:xfrm>
              <a:off x="1584"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7" name="Rectangle 261"/>
            <p:cNvSpPr>
              <a:spLocks noChangeArrowheads="1"/>
            </p:cNvSpPr>
            <p:nvPr/>
          </p:nvSpPr>
          <p:spPr bwMode="auto">
            <a:xfrm>
              <a:off x="1584"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8" name="Rectangle 262"/>
            <p:cNvSpPr>
              <a:spLocks noChangeArrowheads="1"/>
            </p:cNvSpPr>
            <p:nvPr/>
          </p:nvSpPr>
          <p:spPr bwMode="auto">
            <a:xfrm>
              <a:off x="1584"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09" name="Rectangle 263"/>
            <p:cNvSpPr>
              <a:spLocks noChangeArrowheads="1"/>
            </p:cNvSpPr>
            <p:nvPr/>
          </p:nvSpPr>
          <p:spPr bwMode="auto">
            <a:xfrm>
              <a:off x="1584"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0" name="Rectangle 264"/>
            <p:cNvSpPr>
              <a:spLocks noChangeArrowheads="1"/>
            </p:cNvSpPr>
            <p:nvPr/>
          </p:nvSpPr>
          <p:spPr bwMode="auto">
            <a:xfrm>
              <a:off x="1584"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1" name="Rectangle 265"/>
            <p:cNvSpPr>
              <a:spLocks noChangeArrowheads="1"/>
            </p:cNvSpPr>
            <p:nvPr/>
          </p:nvSpPr>
          <p:spPr bwMode="auto">
            <a:xfrm>
              <a:off x="1584"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312" name="Rectangle 266"/>
            <p:cNvSpPr>
              <a:spLocks noChangeArrowheads="1"/>
            </p:cNvSpPr>
            <p:nvPr/>
          </p:nvSpPr>
          <p:spPr bwMode="auto">
            <a:xfrm>
              <a:off x="1584"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2875" name="Rectangle 267"/>
          <p:cNvSpPr>
            <a:spLocks noChangeArrowheads="1"/>
          </p:cNvSpPr>
          <p:nvPr/>
        </p:nvSpPr>
        <p:spPr bwMode="auto">
          <a:xfrm>
            <a:off x="2960688" y="4548188"/>
            <a:ext cx="560387" cy="2000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300">
                <a:solidFill>
                  <a:srgbClr val="000000"/>
                </a:solidFill>
                <a:latin typeface="华文楷体" panose="02010600040101010101" pitchFamily="2" charset="-122"/>
                <a:ea typeface="华文楷体" panose="02010600040101010101" pitchFamily="2" charset="-122"/>
              </a:rPr>
              <a:t>?醴膏</a:t>
            </a:r>
            <a:endParaRPr lang="zh-CN" altLang="en-US" sz="20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097" name="Group 268"/>
          <p:cNvGrpSpPr/>
          <p:nvPr/>
        </p:nvGrpSpPr>
        <p:grpSpPr bwMode="auto">
          <a:xfrm>
            <a:off x="3638550" y="4194175"/>
            <a:ext cx="1446213" cy="862013"/>
            <a:chOff x="2299" y="2549"/>
            <a:chExt cx="912" cy="543"/>
          </a:xfrm>
        </p:grpSpPr>
        <p:sp>
          <p:nvSpPr>
            <p:cNvPr id="219055" name="Rectangle 269"/>
            <p:cNvSpPr>
              <a:spLocks noChangeArrowheads="1"/>
            </p:cNvSpPr>
            <p:nvPr/>
          </p:nvSpPr>
          <p:spPr bwMode="auto">
            <a:xfrm>
              <a:off x="2299"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6" name="Rectangle 270"/>
            <p:cNvSpPr>
              <a:spLocks noChangeArrowheads="1"/>
            </p:cNvSpPr>
            <p:nvPr/>
          </p:nvSpPr>
          <p:spPr bwMode="auto">
            <a:xfrm>
              <a:off x="2299"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7" name="Rectangle 271"/>
            <p:cNvSpPr>
              <a:spLocks noChangeArrowheads="1"/>
            </p:cNvSpPr>
            <p:nvPr/>
          </p:nvSpPr>
          <p:spPr bwMode="auto">
            <a:xfrm>
              <a:off x="2299"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8" name="Rectangle 272"/>
            <p:cNvSpPr>
              <a:spLocks noChangeArrowheads="1"/>
            </p:cNvSpPr>
            <p:nvPr/>
          </p:nvSpPr>
          <p:spPr bwMode="auto">
            <a:xfrm>
              <a:off x="2299"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9" name="Rectangle 273"/>
            <p:cNvSpPr>
              <a:spLocks noChangeArrowheads="1"/>
            </p:cNvSpPr>
            <p:nvPr/>
          </p:nvSpPr>
          <p:spPr bwMode="auto">
            <a:xfrm>
              <a:off x="2299"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0" name="Rectangle 274"/>
            <p:cNvSpPr>
              <a:spLocks noChangeArrowheads="1"/>
            </p:cNvSpPr>
            <p:nvPr/>
          </p:nvSpPr>
          <p:spPr bwMode="auto">
            <a:xfrm>
              <a:off x="2299"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1" name="Rectangle 275"/>
            <p:cNvSpPr>
              <a:spLocks noChangeArrowheads="1"/>
            </p:cNvSpPr>
            <p:nvPr/>
          </p:nvSpPr>
          <p:spPr bwMode="auto">
            <a:xfrm>
              <a:off x="2299"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2" name="Rectangle 276"/>
            <p:cNvSpPr>
              <a:spLocks noChangeArrowheads="1"/>
            </p:cNvSpPr>
            <p:nvPr/>
          </p:nvSpPr>
          <p:spPr bwMode="auto">
            <a:xfrm>
              <a:off x="2299"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3" name="Rectangle 277"/>
            <p:cNvSpPr>
              <a:spLocks noChangeArrowheads="1"/>
            </p:cNvSpPr>
            <p:nvPr/>
          </p:nvSpPr>
          <p:spPr bwMode="auto">
            <a:xfrm>
              <a:off x="2299"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4" name="Rectangle 278"/>
            <p:cNvSpPr>
              <a:spLocks noChangeArrowheads="1"/>
            </p:cNvSpPr>
            <p:nvPr/>
          </p:nvSpPr>
          <p:spPr bwMode="auto">
            <a:xfrm>
              <a:off x="2299"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5" name="Rectangle 279"/>
            <p:cNvSpPr>
              <a:spLocks noChangeArrowheads="1"/>
            </p:cNvSpPr>
            <p:nvPr/>
          </p:nvSpPr>
          <p:spPr bwMode="auto">
            <a:xfrm>
              <a:off x="2299"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6" name="Rectangle 280"/>
            <p:cNvSpPr>
              <a:spLocks noChangeArrowheads="1"/>
            </p:cNvSpPr>
            <p:nvPr/>
          </p:nvSpPr>
          <p:spPr bwMode="auto">
            <a:xfrm>
              <a:off x="2299"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7" name="Rectangle 281"/>
            <p:cNvSpPr>
              <a:spLocks noChangeArrowheads="1"/>
            </p:cNvSpPr>
            <p:nvPr/>
          </p:nvSpPr>
          <p:spPr bwMode="auto">
            <a:xfrm>
              <a:off x="2299"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8" name="Rectangle 282"/>
            <p:cNvSpPr>
              <a:spLocks noChangeArrowheads="1"/>
            </p:cNvSpPr>
            <p:nvPr/>
          </p:nvSpPr>
          <p:spPr bwMode="auto">
            <a:xfrm>
              <a:off x="2299"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69" name="Rectangle 283"/>
            <p:cNvSpPr>
              <a:spLocks noChangeArrowheads="1"/>
            </p:cNvSpPr>
            <p:nvPr/>
          </p:nvSpPr>
          <p:spPr bwMode="auto">
            <a:xfrm>
              <a:off x="2299"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0" name="Rectangle 284"/>
            <p:cNvSpPr>
              <a:spLocks noChangeArrowheads="1"/>
            </p:cNvSpPr>
            <p:nvPr/>
          </p:nvSpPr>
          <p:spPr bwMode="auto">
            <a:xfrm>
              <a:off x="2299"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1" name="Rectangle 285"/>
            <p:cNvSpPr>
              <a:spLocks noChangeArrowheads="1"/>
            </p:cNvSpPr>
            <p:nvPr/>
          </p:nvSpPr>
          <p:spPr bwMode="auto">
            <a:xfrm>
              <a:off x="2299"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2" name="Rectangle 286"/>
            <p:cNvSpPr>
              <a:spLocks noChangeArrowheads="1"/>
            </p:cNvSpPr>
            <p:nvPr/>
          </p:nvSpPr>
          <p:spPr bwMode="auto">
            <a:xfrm>
              <a:off x="2299"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3" name="Rectangle 287"/>
            <p:cNvSpPr>
              <a:spLocks noChangeArrowheads="1"/>
            </p:cNvSpPr>
            <p:nvPr/>
          </p:nvSpPr>
          <p:spPr bwMode="auto">
            <a:xfrm>
              <a:off x="2299"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4" name="Rectangle 288"/>
            <p:cNvSpPr>
              <a:spLocks noChangeArrowheads="1"/>
            </p:cNvSpPr>
            <p:nvPr/>
          </p:nvSpPr>
          <p:spPr bwMode="auto">
            <a:xfrm>
              <a:off x="2299"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5" name="Rectangle 289"/>
            <p:cNvSpPr>
              <a:spLocks noChangeArrowheads="1"/>
            </p:cNvSpPr>
            <p:nvPr/>
          </p:nvSpPr>
          <p:spPr bwMode="auto">
            <a:xfrm>
              <a:off x="2299"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6" name="Rectangle 290"/>
            <p:cNvSpPr>
              <a:spLocks noChangeArrowheads="1"/>
            </p:cNvSpPr>
            <p:nvPr/>
          </p:nvSpPr>
          <p:spPr bwMode="auto">
            <a:xfrm>
              <a:off x="2299"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7" name="Rectangle 291"/>
            <p:cNvSpPr>
              <a:spLocks noChangeArrowheads="1"/>
            </p:cNvSpPr>
            <p:nvPr/>
          </p:nvSpPr>
          <p:spPr bwMode="auto">
            <a:xfrm>
              <a:off x="2299"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8" name="Rectangle 292"/>
            <p:cNvSpPr>
              <a:spLocks noChangeArrowheads="1"/>
            </p:cNvSpPr>
            <p:nvPr/>
          </p:nvSpPr>
          <p:spPr bwMode="auto">
            <a:xfrm>
              <a:off x="2299"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79" name="Rectangle 293"/>
            <p:cNvSpPr>
              <a:spLocks noChangeArrowheads="1"/>
            </p:cNvSpPr>
            <p:nvPr/>
          </p:nvSpPr>
          <p:spPr bwMode="auto">
            <a:xfrm>
              <a:off x="2299"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0" name="Rectangle 294"/>
            <p:cNvSpPr>
              <a:spLocks noChangeArrowheads="1"/>
            </p:cNvSpPr>
            <p:nvPr/>
          </p:nvSpPr>
          <p:spPr bwMode="auto">
            <a:xfrm>
              <a:off x="2299"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1" name="Rectangle 295"/>
            <p:cNvSpPr>
              <a:spLocks noChangeArrowheads="1"/>
            </p:cNvSpPr>
            <p:nvPr/>
          </p:nvSpPr>
          <p:spPr bwMode="auto">
            <a:xfrm>
              <a:off x="2299"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2" name="Rectangle 296"/>
            <p:cNvSpPr>
              <a:spLocks noChangeArrowheads="1"/>
            </p:cNvSpPr>
            <p:nvPr/>
          </p:nvSpPr>
          <p:spPr bwMode="auto">
            <a:xfrm>
              <a:off x="2299"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3" name="Rectangle 297"/>
            <p:cNvSpPr>
              <a:spLocks noChangeArrowheads="1"/>
            </p:cNvSpPr>
            <p:nvPr/>
          </p:nvSpPr>
          <p:spPr bwMode="auto">
            <a:xfrm>
              <a:off x="2299"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4" name="Rectangle 298"/>
            <p:cNvSpPr>
              <a:spLocks noChangeArrowheads="1"/>
            </p:cNvSpPr>
            <p:nvPr/>
          </p:nvSpPr>
          <p:spPr bwMode="auto">
            <a:xfrm>
              <a:off x="2299"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5" name="Rectangle 299"/>
            <p:cNvSpPr>
              <a:spLocks noChangeArrowheads="1"/>
            </p:cNvSpPr>
            <p:nvPr/>
          </p:nvSpPr>
          <p:spPr bwMode="auto">
            <a:xfrm>
              <a:off x="2299"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6" name="Rectangle 300"/>
            <p:cNvSpPr>
              <a:spLocks noChangeArrowheads="1"/>
            </p:cNvSpPr>
            <p:nvPr/>
          </p:nvSpPr>
          <p:spPr bwMode="auto">
            <a:xfrm>
              <a:off x="2299"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7" name="Rectangle 301"/>
            <p:cNvSpPr>
              <a:spLocks noChangeArrowheads="1"/>
            </p:cNvSpPr>
            <p:nvPr/>
          </p:nvSpPr>
          <p:spPr bwMode="auto">
            <a:xfrm>
              <a:off x="2299"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8" name="Rectangle 302"/>
            <p:cNvSpPr>
              <a:spLocks noChangeArrowheads="1"/>
            </p:cNvSpPr>
            <p:nvPr/>
          </p:nvSpPr>
          <p:spPr bwMode="auto">
            <a:xfrm>
              <a:off x="2299"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89" name="Rectangle 303"/>
            <p:cNvSpPr>
              <a:spLocks noChangeArrowheads="1"/>
            </p:cNvSpPr>
            <p:nvPr/>
          </p:nvSpPr>
          <p:spPr bwMode="auto">
            <a:xfrm>
              <a:off x="2299"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0" name="Rectangle 304"/>
            <p:cNvSpPr>
              <a:spLocks noChangeArrowheads="1"/>
            </p:cNvSpPr>
            <p:nvPr/>
          </p:nvSpPr>
          <p:spPr bwMode="auto">
            <a:xfrm>
              <a:off x="2299"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1" name="Rectangle 305"/>
            <p:cNvSpPr>
              <a:spLocks noChangeArrowheads="1"/>
            </p:cNvSpPr>
            <p:nvPr/>
          </p:nvSpPr>
          <p:spPr bwMode="auto">
            <a:xfrm>
              <a:off x="2299"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2" name="Rectangle 306"/>
            <p:cNvSpPr>
              <a:spLocks noChangeArrowheads="1"/>
            </p:cNvSpPr>
            <p:nvPr/>
          </p:nvSpPr>
          <p:spPr bwMode="auto">
            <a:xfrm>
              <a:off x="2299"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3" name="Rectangle 307"/>
            <p:cNvSpPr>
              <a:spLocks noChangeArrowheads="1"/>
            </p:cNvSpPr>
            <p:nvPr/>
          </p:nvSpPr>
          <p:spPr bwMode="auto">
            <a:xfrm>
              <a:off x="2299"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4" name="Rectangle 308"/>
            <p:cNvSpPr>
              <a:spLocks noChangeArrowheads="1"/>
            </p:cNvSpPr>
            <p:nvPr/>
          </p:nvSpPr>
          <p:spPr bwMode="auto">
            <a:xfrm>
              <a:off x="2299"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5" name="Rectangle 309"/>
            <p:cNvSpPr>
              <a:spLocks noChangeArrowheads="1"/>
            </p:cNvSpPr>
            <p:nvPr/>
          </p:nvSpPr>
          <p:spPr bwMode="auto">
            <a:xfrm>
              <a:off x="2299"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6" name="Rectangle 310"/>
            <p:cNvSpPr>
              <a:spLocks noChangeArrowheads="1"/>
            </p:cNvSpPr>
            <p:nvPr/>
          </p:nvSpPr>
          <p:spPr bwMode="auto">
            <a:xfrm>
              <a:off x="2299"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7" name="Rectangle 311"/>
            <p:cNvSpPr>
              <a:spLocks noChangeArrowheads="1"/>
            </p:cNvSpPr>
            <p:nvPr/>
          </p:nvSpPr>
          <p:spPr bwMode="auto">
            <a:xfrm>
              <a:off x="2299"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8" name="Rectangle 312"/>
            <p:cNvSpPr>
              <a:spLocks noChangeArrowheads="1"/>
            </p:cNvSpPr>
            <p:nvPr/>
          </p:nvSpPr>
          <p:spPr bwMode="auto">
            <a:xfrm>
              <a:off x="2299"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99" name="Rectangle 313"/>
            <p:cNvSpPr>
              <a:spLocks noChangeArrowheads="1"/>
            </p:cNvSpPr>
            <p:nvPr/>
          </p:nvSpPr>
          <p:spPr bwMode="auto">
            <a:xfrm>
              <a:off x="2299"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0" name="Rectangle 314"/>
            <p:cNvSpPr>
              <a:spLocks noChangeArrowheads="1"/>
            </p:cNvSpPr>
            <p:nvPr/>
          </p:nvSpPr>
          <p:spPr bwMode="auto">
            <a:xfrm>
              <a:off x="2299"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1" name="Rectangle 315"/>
            <p:cNvSpPr>
              <a:spLocks noChangeArrowheads="1"/>
            </p:cNvSpPr>
            <p:nvPr/>
          </p:nvSpPr>
          <p:spPr bwMode="auto">
            <a:xfrm>
              <a:off x="2299"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2" name="Rectangle 316"/>
            <p:cNvSpPr>
              <a:spLocks noChangeArrowheads="1"/>
            </p:cNvSpPr>
            <p:nvPr/>
          </p:nvSpPr>
          <p:spPr bwMode="auto">
            <a:xfrm>
              <a:off x="2299"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3" name="Rectangle 317"/>
            <p:cNvSpPr>
              <a:spLocks noChangeArrowheads="1"/>
            </p:cNvSpPr>
            <p:nvPr/>
          </p:nvSpPr>
          <p:spPr bwMode="auto">
            <a:xfrm>
              <a:off x="2299"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4" name="Rectangle 318"/>
            <p:cNvSpPr>
              <a:spLocks noChangeArrowheads="1"/>
            </p:cNvSpPr>
            <p:nvPr/>
          </p:nvSpPr>
          <p:spPr bwMode="auto">
            <a:xfrm>
              <a:off x="2299"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5" name="Rectangle 319"/>
            <p:cNvSpPr>
              <a:spLocks noChangeArrowheads="1"/>
            </p:cNvSpPr>
            <p:nvPr/>
          </p:nvSpPr>
          <p:spPr bwMode="auto">
            <a:xfrm>
              <a:off x="2299"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6" name="Rectangle 320"/>
            <p:cNvSpPr>
              <a:spLocks noChangeArrowheads="1"/>
            </p:cNvSpPr>
            <p:nvPr/>
          </p:nvSpPr>
          <p:spPr bwMode="auto">
            <a:xfrm>
              <a:off x="2299"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7" name="Rectangle 321"/>
            <p:cNvSpPr>
              <a:spLocks noChangeArrowheads="1"/>
            </p:cNvSpPr>
            <p:nvPr/>
          </p:nvSpPr>
          <p:spPr bwMode="auto">
            <a:xfrm>
              <a:off x="2299"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8" name="Rectangle 322"/>
            <p:cNvSpPr>
              <a:spLocks noChangeArrowheads="1"/>
            </p:cNvSpPr>
            <p:nvPr/>
          </p:nvSpPr>
          <p:spPr bwMode="auto">
            <a:xfrm>
              <a:off x="2299"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09" name="Rectangle 323"/>
            <p:cNvSpPr>
              <a:spLocks noChangeArrowheads="1"/>
            </p:cNvSpPr>
            <p:nvPr/>
          </p:nvSpPr>
          <p:spPr bwMode="auto">
            <a:xfrm>
              <a:off x="2299"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0" name="Rectangle 324"/>
            <p:cNvSpPr>
              <a:spLocks noChangeArrowheads="1"/>
            </p:cNvSpPr>
            <p:nvPr/>
          </p:nvSpPr>
          <p:spPr bwMode="auto">
            <a:xfrm>
              <a:off x="2299"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1" name="Rectangle 325"/>
            <p:cNvSpPr>
              <a:spLocks noChangeArrowheads="1"/>
            </p:cNvSpPr>
            <p:nvPr/>
          </p:nvSpPr>
          <p:spPr bwMode="auto">
            <a:xfrm>
              <a:off x="2299"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2" name="Rectangle 326"/>
            <p:cNvSpPr>
              <a:spLocks noChangeArrowheads="1"/>
            </p:cNvSpPr>
            <p:nvPr/>
          </p:nvSpPr>
          <p:spPr bwMode="auto">
            <a:xfrm>
              <a:off x="2299"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3" name="Rectangle 327"/>
            <p:cNvSpPr>
              <a:spLocks noChangeArrowheads="1"/>
            </p:cNvSpPr>
            <p:nvPr/>
          </p:nvSpPr>
          <p:spPr bwMode="auto">
            <a:xfrm>
              <a:off x="2299"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4" name="Rectangle 328"/>
            <p:cNvSpPr>
              <a:spLocks noChangeArrowheads="1"/>
            </p:cNvSpPr>
            <p:nvPr/>
          </p:nvSpPr>
          <p:spPr bwMode="auto">
            <a:xfrm>
              <a:off x="2299"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5" name="Rectangle 329"/>
            <p:cNvSpPr>
              <a:spLocks noChangeArrowheads="1"/>
            </p:cNvSpPr>
            <p:nvPr/>
          </p:nvSpPr>
          <p:spPr bwMode="auto">
            <a:xfrm>
              <a:off x="2299"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6" name="Rectangle 330"/>
            <p:cNvSpPr>
              <a:spLocks noChangeArrowheads="1"/>
            </p:cNvSpPr>
            <p:nvPr/>
          </p:nvSpPr>
          <p:spPr bwMode="auto">
            <a:xfrm>
              <a:off x="2299"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7" name="Rectangle 331"/>
            <p:cNvSpPr>
              <a:spLocks noChangeArrowheads="1"/>
            </p:cNvSpPr>
            <p:nvPr/>
          </p:nvSpPr>
          <p:spPr bwMode="auto">
            <a:xfrm>
              <a:off x="2299"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8" name="Rectangle 332"/>
            <p:cNvSpPr>
              <a:spLocks noChangeArrowheads="1"/>
            </p:cNvSpPr>
            <p:nvPr/>
          </p:nvSpPr>
          <p:spPr bwMode="auto">
            <a:xfrm>
              <a:off x="2299"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19" name="Rectangle 333"/>
            <p:cNvSpPr>
              <a:spLocks noChangeArrowheads="1"/>
            </p:cNvSpPr>
            <p:nvPr/>
          </p:nvSpPr>
          <p:spPr bwMode="auto">
            <a:xfrm>
              <a:off x="2299"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0" name="Rectangle 334"/>
            <p:cNvSpPr>
              <a:spLocks noChangeArrowheads="1"/>
            </p:cNvSpPr>
            <p:nvPr/>
          </p:nvSpPr>
          <p:spPr bwMode="auto">
            <a:xfrm>
              <a:off x="2299"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1" name="Rectangle 335"/>
            <p:cNvSpPr>
              <a:spLocks noChangeArrowheads="1"/>
            </p:cNvSpPr>
            <p:nvPr/>
          </p:nvSpPr>
          <p:spPr bwMode="auto">
            <a:xfrm>
              <a:off x="2299"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2" name="Rectangle 336"/>
            <p:cNvSpPr>
              <a:spLocks noChangeArrowheads="1"/>
            </p:cNvSpPr>
            <p:nvPr/>
          </p:nvSpPr>
          <p:spPr bwMode="auto">
            <a:xfrm>
              <a:off x="2299"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3" name="Rectangle 337"/>
            <p:cNvSpPr>
              <a:spLocks noChangeArrowheads="1"/>
            </p:cNvSpPr>
            <p:nvPr/>
          </p:nvSpPr>
          <p:spPr bwMode="auto">
            <a:xfrm>
              <a:off x="2299"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4" name="Rectangle 338"/>
            <p:cNvSpPr>
              <a:spLocks noChangeArrowheads="1"/>
            </p:cNvSpPr>
            <p:nvPr/>
          </p:nvSpPr>
          <p:spPr bwMode="auto">
            <a:xfrm>
              <a:off x="2299"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5" name="Rectangle 339"/>
            <p:cNvSpPr>
              <a:spLocks noChangeArrowheads="1"/>
            </p:cNvSpPr>
            <p:nvPr/>
          </p:nvSpPr>
          <p:spPr bwMode="auto">
            <a:xfrm>
              <a:off x="2299"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6" name="Rectangle 340"/>
            <p:cNvSpPr>
              <a:spLocks noChangeArrowheads="1"/>
            </p:cNvSpPr>
            <p:nvPr/>
          </p:nvSpPr>
          <p:spPr bwMode="auto">
            <a:xfrm>
              <a:off x="2299"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7" name="Rectangle 341"/>
            <p:cNvSpPr>
              <a:spLocks noChangeArrowheads="1"/>
            </p:cNvSpPr>
            <p:nvPr/>
          </p:nvSpPr>
          <p:spPr bwMode="auto">
            <a:xfrm>
              <a:off x="2299"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8" name="Rectangle 342"/>
            <p:cNvSpPr>
              <a:spLocks noChangeArrowheads="1"/>
            </p:cNvSpPr>
            <p:nvPr/>
          </p:nvSpPr>
          <p:spPr bwMode="auto">
            <a:xfrm>
              <a:off x="2299"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29" name="Rectangle 343"/>
            <p:cNvSpPr>
              <a:spLocks noChangeArrowheads="1"/>
            </p:cNvSpPr>
            <p:nvPr/>
          </p:nvSpPr>
          <p:spPr bwMode="auto">
            <a:xfrm>
              <a:off x="2299"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0" name="Rectangle 344"/>
            <p:cNvSpPr>
              <a:spLocks noChangeArrowheads="1"/>
            </p:cNvSpPr>
            <p:nvPr/>
          </p:nvSpPr>
          <p:spPr bwMode="auto">
            <a:xfrm>
              <a:off x="2299"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1" name="Rectangle 345"/>
            <p:cNvSpPr>
              <a:spLocks noChangeArrowheads="1"/>
            </p:cNvSpPr>
            <p:nvPr/>
          </p:nvSpPr>
          <p:spPr bwMode="auto">
            <a:xfrm>
              <a:off x="2299"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2" name="Rectangle 346"/>
            <p:cNvSpPr>
              <a:spLocks noChangeArrowheads="1"/>
            </p:cNvSpPr>
            <p:nvPr/>
          </p:nvSpPr>
          <p:spPr bwMode="auto">
            <a:xfrm>
              <a:off x="2299"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3" name="Rectangle 347"/>
            <p:cNvSpPr>
              <a:spLocks noChangeArrowheads="1"/>
            </p:cNvSpPr>
            <p:nvPr/>
          </p:nvSpPr>
          <p:spPr bwMode="auto">
            <a:xfrm>
              <a:off x="2299"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4" name="Rectangle 348"/>
            <p:cNvSpPr>
              <a:spLocks noChangeArrowheads="1"/>
            </p:cNvSpPr>
            <p:nvPr/>
          </p:nvSpPr>
          <p:spPr bwMode="auto">
            <a:xfrm>
              <a:off x="2299"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5" name="Rectangle 349"/>
            <p:cNvSpPr>
              <a:spLocks noChangeArrowheads="1"/>
            </p:cNvSpPr>
            <p:nvPr/>
          </p:nvSpPr>
          <p:spPr bwMode="auto">
            <a:xfrm>
              <a:off x="2299"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6" name="Rectangle 350"/>
            <p:cNvSpPr>
              <a:spLocks noChangeArrowheads="1"/>
            </p:cNvSpPr>
            <p:nvPr/>
          </p:nvSpPr>
          <p:spPr bwMode="auto">
            <a:xfrm>
              <a:off x="2299"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7" name="Rectangle 351"/>
            <p:cNvSpPr>
              <a:spLocks noChangeArrowheads="1"/>
            </p:cNvSpPr>
            <p:nvPr/>
          </p:nvSpPr>
          <p:spPr bwMode="auto">
            <a:xfrm>
              <a:off x="2299"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8" name="Rectangle 352"/>
            <p:cNvSpPr>
              <a:spLocks noChangeArrowheads="1"/>
            </p:cNvSpPr>
            <p:nvPr/>
          </p:nvSpPr>
          <p:spPr bwMode="auto">
            <a:xfrm>
              <a:off x="2299"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39" name="Rectangle 353"/>
            <p:cNvSpPr>
              <a:spLocks noChangeArrowheads="1"/>
            </p:cNvSpPr>
            <p:nvPr/>
          </p:nvSpPr>
          <p:spPr bwMode="auto">
            <a:xfrm>
              <a:off x="2299"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0" name="Rectangle 354"/>
            <p:cNvSpPr>
              <a:spLocks noChangeArrowheads="1"/>
            </p:cNvSpPr>
            <p:nvPr/>
          </p:nvSpPr>
          <p:spPr bwMode="auto">
            <a:xfrm>
              <a:off x="2299"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1" name="Rectangle 355"/>
            <p:cNvSpPr>
              <a:spLocks noChangeArrowheads="1"/>
            </p:cNvSpPr>
            <p:nvPr/>
          </p:nvSpPr>
          <p:spPr bwMode="auto">
            <a:xfrm>
              <a:off x="2299"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2" name="Rectangle 356"/>
            <p:cNvSpPr>
              <a:spLocks noChangeArrowheads="1"/>
            </p:cNvSpPr>
            <p:nvPr/>
          </p:nvSpPr>
          <p:spPr bwMode="auto">
            <a:xfrm>
              <a:off x="2299"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3" name="Rectangle 357"/>
            <p:cNvSpPr>
              <a:spLocks noChangeArrowheads="1"/>
            </p:cNvSpPr>
            <p:nvPr/>
          </p:nvSpPr>
          <p:spPr bwMode="auto">
            <a:xfrm>
              <a:off x="2299"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4" name="Rectangle 358"/>
            <p:cNvSpPr>
              <a:spLocks noChangeArrowheads="1"/>
            </p:cNvSpPr>
            <p:nvPr/>
          </p:nvSpPr>
          <p:spPr bwMode="auto">
            <a:xfrm>
              <a:off x="2299"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5" name="Rectangle 359"/>
            <p:cNvSpPr>
              <a:spLocks noChangeArrowheads="1"/>
            </p:cNvSpPr>
            <p:nvPr/>
          </p:nvSpPr>
          <p:spPr bwMode="auto">
            <a:xfrm>
              <a:off x="2299"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6" name="Rectangle 360"/>
            <p:cNvSpPr>
              <a:spLocks noChangeArrowheads="1"/>
            </p:cNvSpPr>
            <p:nvPr/>
          </p:nvSpPr>
          <p:spPr bwMode="auto">
            <a:xfrm>
              <a:off x="2299"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7" name="Rectangle 361"/>
            <p:cNvSpPr>
              <a:spLocks noChangeArrowheads="1"/>
            </p:cNvSpPr>
            <p:nvPr/>
          </p:nvSpPr>
          <p:spPr bwMode="auto">
            <a:xfrm>
              <a:off x="2299"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8" name="Rectangle 362"/>
            <p:cNvSpPr>
              <a:spLocks noChangeArrowheads="1"/>
            </p:cNvSpPr>
            <p:nvPr/>
          </p:nvSpPr>
          <p:spPr bwMode="auto">
            <a:xfrm>
              <a:off x="2299"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49" name="Rectangle 363"/>
            <p:cNvSpPr>
              <a:spLocks noChangeArrowheads="1"/>
            </p:cNvSpPr>
            <p:nvPr/>
          </p:nvSpPr>
          <p:spPr bwMode="auto">
            <a:xfrm>
              <a:off x="2299"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0" name="Rectangle 364"/>
            <p:cNvSpPr>
              <a:spLocks noChangeArrowheads="1"/>
            </p:cNvSpPr>
            <p:nvPr/>
          </p:nvSpPr>
          <p:spPr bwMode="auto">
            <a:xfrm>
              <a:off x="2299"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1" name="Rectangle 365"/>
            <p:cNvSpPr>
              <a:spLocks noChangeArrowheads="1"/>
            </p:cNvSpPr>
            <p:nvPr/>
          </p:nvSpPr>
          <p:spPr bwMode="auto">
            <a:xfrm>
              <a:off x="2299"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2" name="Rectangle 366"/>
            <p:cNvSpPr>
              <a:spLocks noChangeArrowheads="1"/>
            </p:cNvSpPr>
            <p:nvPr/>
          </p:nvSpPr>
          <p:spPr bwMode="auto">
            <a:xfrm>
              <a:off x="2299"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3" name="Rectangle 367"/>
            <p:cNvSpPr>
              <a:spLocks noChangeArrowheads="1"/>
            </p:cNvSpPr>
            <p:nvPr/>
          </p:nvSpPr>
          <p:spPr bwMode="auto">
            <a:xfrm>
              <a:off x="2299"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4" name="Rectangle 368"/>
            <p:cNvSpPr>
              <a:spLocks noChangeArrowheads="1"/>
            </p:cNvSpPr>
            <p:nvPr/>
          </p:nvSpPr>
          <p:spPr bwMode="auto">
            <a:xfrm>
              <a:off x="2299"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5" name="Rectangle 369"/>
            <p:cNvSpPr>
              <a:spLocks noChangeArrowheads="1"/>
            </p:cNvSpPr>
            <p:nvPr/>
          </p:nvSpPr>
          <p:spPr bwMode="auto">
            <a:xfrm>
              <a:off x="2299"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6" name="Rectangle 370"/>
            <p:cNvSpPr>
              <a:spLocks noChangeArrowheads="1"/>
            </p:cNvSpPr>
            <p:nvPr/>
          </p:nvSpPr>
          <p:spPr bwMode="auto">
            <a:xfrm>
              <a:off x="2299"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7" name="Rectangle 371"/>
            <p:cNvSpPr>
              <a:spLocks noChangeArrowheads="1"/>
            </p:cNvSpPr>
            <p:nvPr/>
          </p:nvSpPr>
          <p:spPr bwMode="auto">
            <a:xfrm>
              <a:off x="2299"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8" name="Rectangle 372"/>
            <p:cNvSpPr>
              <a:spLocks noChangeArrowheads="1"/>
            </p:cNvSpPr>
            <p:nvPr/>
          </p:nvSpPr>
          <p:spPr bwMode="auto">
            <a:xfrm>
              <a:off x="2299"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59" name="Rectangle 373"/>
            <p:cNvSpPr>
              <a:spLocks noChangeArrowheads="1"/>
            </p:cNvSpPr>
            <p:nvPr/>
          </p:nvSpPr>
          <p:spPr bwMode="auto">
            <a:xfrm>
              <a:off x="2299"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0" name="Rectangle 374"/>
            <p:cNvSpPr>
              <a:spLocks noChangeArrowheads="1"/>
            </p:cNvSpPr>
            <p:nvPr/>
          </p:nvSpPr>
          <p:spPr bwMode="auto">
            <a:xfrm>
              <a:off x="2299"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1" name="Rectangle 375"/>
            <p:cNvSpPr>
              <a:spLocks noChangeArrowheads="1"/>
            </p:cNvSpPr>
            <p:nvPr/>
          </p:nvSpPr>
          <p:spPr bwMode="auto">
            <a:xfrm>
              <a:off x="2299"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2" name="Rectangle 376"/>
            <p:cNvSpPr>
              <a:spLocks noChangeArrowheads="1"/>
            </p:cNvSpPr>
            <p:nvPr/>
          </p:nvSpPr>
          <p:spPr bwMode="auto">
            <a:xfrm>
              <a:off x="2299"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3" name="Rectangle 377"/>
            <p:cNvSpPr>
              <a:spLocks noChangeArrowheads="1"/>
            </p:cNvSpPr>
            <p:nvPr/>
          </p:nvSpPr>
          <p:spPr bwMode="auto">
            <a:xfrm>
              <a:off x="2299"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4" name="Rectangle 378"/>
            <p:cNvSpPr>
              <a:spLocks noChangeArrowheads="1"/>
            </p:cNvSpPr>
            <p:nvPr/>
          </p:nvSpPr>
          <p:spPr bwMode="auto">
            <a:xfrm>
              <a:off x="2299"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5" name="Rectangle 379"/>
            <p:cNvSpPr>
              <a:spLocks noChangeArrowheads="1"/>
            </p:cNvSpPr>
            <p:nvPr/>
          </p:nvSpPr>
          <p:spPr bwMode="auto">
            <a:xfrm>
              <a:off x="2299"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6" name="Rectangle 380"/>
            <p:cNvSpPr>
              <a:spLocks noChangeArrowheads="1"/>
            </p:cNvSpPr>
            <p:nvPr/>
          </p:nvSpPr>
          <p:spPr bwMode="auto">
            <a:xfrm>
              <a:off x="2299"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7" name="Rectangle 381"/>
            <p:cNvSpPr>
              <a:spLocks noChangeArrowheads="1"/>
            </p:cNvSpPr>
            <p:nvPr/>
          </p:nvSpPr>
          <p:spPr bwMode="auto">
            <a:xfrm>
              <a:off x="2299"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8" name="Rectangle 382"/>
            <p:cNvSpPr>
              <a:spLocks noChangeArrowheads="1"/>
            </p:cNvSpPr>
            <p:nvPr/>
          </p:nvSpPr>
          <p:spPr bwMode="auto">
            <a:xfrm>
              <a:off x="2299"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69" name="Rectangle 383"/>
            <p:cNvSpPr>
              <a:spLocks noChangeArrowheads="1"/>
            </p:cNvSpPr>
            <p:nvPr/>
          </p:nvSpPr>
          <p:spPr bwMode="auto">
            <a:xfrm>
              <a:off x="2299"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0" name="Rectangle 384"/>
            <p:cNvSpPr>
              <a:spLocks noChangeArrowheads="1"/>
            </p:cNvSpPr>
            <p:nvPr/>
          </p:nvSpPr>
          <p:spPr bwMode="auto">
            <a:xfrm>
              <a:off x="2299"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1" name="Rectangle 385"/>
            <p:cNvSpPr>
              <a:spLocks noChangeArrowheads="1"/>
            </p:cNvSpPr>
            <p:nvPr/>
          </p:nvSpPr>
          <p:spPr bwMode="auto">
            <a:xfrm>
              <a:off x="2299"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2" name="Rectangle 386"/>
            <p:cNvSpPr>
              <a:spLocks noChangeArrowheads="1"/>
            </p:cNvSpPr>
            <p:nvPr/>
          </p:nvSpPr>
          <p:spPr bwMode="auto">
            <a:xfrm>
              <a:off x="2299"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3" name="Rectangle 387"/>
            <p:cNvSpPr>
              <a:spLocks noChangeArrowheads="1"/>
            </p:cNvSpPr>
            <p:nvPr/>
          </p:nvSpPr>
          <p:spPr bwMode="auto">
            <a:xfrm>
              <a:off x="2299"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4" name="Rectangle 388"/>
            <p:cNvSpPr>
              <a:spLocks noChangeArrowheads="1"/>
            </p:cNvSpPr>
            <p:nvPr/>
          </p:nvSpPr>
          <p:spPr bwMode="auto">
            <a:xfrm>
              <a:off x="2299"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5" name="Rectangle 389"/>
            <p:cNvSpPr>
              <a:spLocks noChangeArrowheads="1"/>
            </p:cNvSpPr>
            <p:nvPr/>
          </p:nvSpPr>
          <p:spPr bwMode="auto">
            <a:xfrm>
              <a:off x="2299"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6" name="Rectangle 390"/>
            <p:cNvSpPr>
              <a:spLocks noChangeArrowheads="1"/>
            </p:cNvSpPr>
            <p:nvPr/>
          </p:nvSpPr>
          <p:spPr bwMode="auto">
            <a:xfrm>
              <a:off x="2299"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7" name="Rectangle 391"/>
            <p:cNvSpPr>
              <a:spLocks noChangeArrowheads="1"/>
            </p:cNvSpPr>
            <p:nvPr/>
          </p:nvSpPr>
          <p:spPr bwMode="auto">
            <a:xfrm>
              <a:off x="2299"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8" name="Rectangle 392"/>
            <p:cNvSpPr>
              <a:spLocks noChangeArrowheads="1"/>
            </p:cNvSpPr>
            <p:nvPr/>
          </p:nvSpPr>
          <p:spPr bwMode="auto">
            <a:xfrm>
              <a:off x="2299"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79" name="Rectangle 393"/>
            <p:cNvSpPr>
              <a:spLocks noChangeArrowheads="1"/>
            </p:cNvSpPr>
            <p:nvPr/>
          </p:nvSpPr>
          <p:spPr bwMode="auto">
            <a:xfrm>
              <a:off x="2299"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0" name="Rectangle 394"/>
            <p:cNvSpPr>
              <a:spLocks noChangeArrowheads="1"/>
            </p:cNvSpPr>
            <p:nvPr/>
          </p:nvSpPr>
          <p:spPr bwMode="auto">
            <a:xfrm>
              <a:off x="2299"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1" name="Rectangle 395"/>
            <p:cNvSpPr>
              <a:spLocks noChangeArrowheads="1"/>
            </p:cNvSpPr>
            <p:nvPr/>
          </p:nvSpPr>
          <p:spPr bwMode="auto">
            <a:xfrm>
              <a:off x="2299"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2" name="Rectangle 396"/>
            <p:cNvSpPr>
              <a:spLocks noChangeArrowheads="1"/>
            </p:cNvSpPr>
            <p:nvPr/>
          </p:nvSpPr>
          <p:spPr bwMode="auto">
            <a:xfrm>
              <a:off x="2299"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183" name="Rectangle 397"/>
            <p:cNvSpPr>
              <a:spLocks noChangeArrowheads="1"/>
            </p:cNvSpPr>
            <p:nvPr/>
          </p:nvSpPr>
          <p:spPr bwMode="auto">
            <a:xfrm>
              <a:off x="2299"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3006" name="Rectangle 398"/>
          <p:cNvSpPr>
            <a:spLocks noChangeArrowheads="1"/>
          </p:cNvSpPr>
          <p:nvPr/>
        </p:nvSpPr>
        <p:spPr bwMode="auto">
          <a:xfrm>
            <a:off x="4146550" y="4548188"/>
            <a:ext cx="455613" cy="2000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300">
                <a:solidFill>
                  <a:srgbClr val="000000"/>
                </a:solidFill>
                <a:latin typeface="华文楷体" panose="02010600040101010101" pitchFamily="2" charset="-122"/>
                <a:ea typeface="华文楷体" panose="02010600040101010101" pitchFamily="2" charset="-122"/>
              </a:rPr>
              <a:t>?醴?囥</a:t>
            </a:r>
            <a:endParaRPr lang="zh-CN" altLang="en-US" sz="20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099" name="Group 399"/>
          <p:cNvGrpSpPr/>
          <p:nvPr/>
        </p:nvGrpSpPr>
        <p:grpSpPr bwMode="auto">
          <a:xfrm>
            <a:off x="4772025" y="4194175"/>
            <a:ext cx="1447800" cy="862013"/>
            <a:chOff x="3014" y="2549"/>
            <a:chExt cx="912" cy="543"/>
          </a:xfrm>
        </p:grpSpPr>
        <p:sp>
          <p:nvSpPr>
            <p:cNvPr id="218926" name="Rectangle 400"/>
            <p:cNvSpPr>
              <a:spLocks noChangeArrowheads="1"/>
            </p:cNvSpPr>
            <p:nvPr/>
          </p:nvSpPr>
          <p:spPr bwMode="auto">
            <a:xfrm>
              <a:off x="3014"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7" name="Rectangle 401"/>
            <p:cNvSpPr>
              <a:spLocks noChangeArrowheads="1"/>
            </p:cNvSpPr>
            <p:nvPr/>
          </p:nvSpPr>
          <p:spPr bwMode="auto">
            <a:xfrm>
              <a:off x="3014"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8" name="Rectangle 402"/>
            <p:cNvSpPr>
              <a:spLocks noChangeArrowheads="1"/>
            </p:cNvSpPr>
            <p:nvPr/>
          </p:nvSpPr>
          <p:spPr bwMode="auto">
            <a:xfrm>
              <a:off x="3014"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9" name="Rectangle 403"/>
            <p:cNvSpPr>
              <a:spLocks noChangeArrowheads="1"/>
            </p:cNvSpPr>
            <p:nvPr/>
          </p:nvSpPr>
          <p:spPr bwMode="auto">
            <a:xfrm>
              <a:off x="3014"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0" name="Rectangle 404"/>
            <p:cNvSpPr>
              <a:spLocks noChangeArrowheads="1"/>
            </p:cNvSpPr>
            <p:nvPr/>
          </p:nvSpPr>
          <p:spPr bwMode="auto">
            <a:xfrm>
              <a:off x="3014"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1" name="Rectangle 405"/>
            <p:cNvSpPr>
              <a:spLocks noChangeArrowheads="1"/>
            </p:cNvSpPr>
            <p:nvPr/>
          </p:nvSpPr>
          <p:spPr bwMode="auto">
            <a:xfrm>
              <a:off x="3014"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2" name="Rectangle 406"/>
            <p:cNvSpPr>
              <a:spLocks noChangeArrowheads="1"/>
            </p:cNvSpPr>
            <p:nvPr/>
          </p:nvSpPr>
          <p:spPr bwMode="auto">
            <a:xfrm>
              <a:off x="3014"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3" name="Rectangle 407"/>
            <p:cNvSpPr>
              <a:spLocks noChangeArrowheads="1"/>
            </p:cNvSpPr>
            <p:nvPr/>
          </p:nvSpPr>
          <p:spPr bwMode="auto">
            <a:xfrm>
              <a:off x="3014"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4" name="Rectangle 408"/>
            <p:cNvSpPr>
              <a:spLocks noChangeArrowheads="1"/>
            </p:cNvSpPr>
            <p:nvPr/>
          </p:nvSpPr>
          <p:spPr bwMode="auto">
            <a:xfrm>
              <a:off x="3014"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5" name="Rectangle 409"/>
            <p:cNvSpPr>
              <a:spLocks noChangeArrowheads="1"/>
            </p:cNvSpPr>
            <p:nvPr/>
          </p:nvSpPr>
          <p:spPr bwMode="auto">
            <a:xfrm>
              <a:off x="3014"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6" name="Rectangle 410"/>
            <p:cNvSpPr>
              <a:spLocks noChangeArrowheads="1"/>
            </p:cNvSpPr>
            <p:nvPr/>
          </p:nvSpPr>
          <p:spPr bwMode="auto">
            <a:xfrm>
              <a:off x="3014"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7" name="Rectangle 411"/>
            <p:cNvSpPr>
              <a:spLocks noChangeArrowheads="1"/>
            </p:cNvSpPr>
            <p:nvPr/>
          </p:nvSpPr>
          <p:spPr bwMode="auto">
            <a:xfrm>
              <a:off x="3014"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8" name="Rectangle 412"/>
            <p:cNvSpPr>
              <a:spLocks noChangeArrowheads="1"/>
            </p:cNvSpPr>
            <p:nvPr/>
          </p:nvSpPr>
          <p:spPr bwMode="auto">
            <a:xfrm>
              <a:off x="3014"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39" name="Rectangle 413"/>
            <p:cNvSpPr>
              <a:spLocks noChangeArrowheads="1"/>
            </p:cNvSpPr>
            <p:nvPr/>
          </p:nvSpPr>
          <p:spPr bwMode="auto">
            <a:xfrm>
              <a:off x="3014"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0" name="Rectangle 414"/>
            <p:cNvSpPr>
              <a:spLocks noChangeArrowheads="1"/>
            </p:cNvSpPr>
            <p:nvPr/>
          </p:nvSpPr>
          <p:spPr bwMode="auto">
            <a:xfrm>
              <a:off x="3014"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1" name="Rectangle 415"/>
            <p:cNvSpPr>
              <a:spLocks noChangeArrowheads="1"/>
            </p:cNvSpPr>
            <p:nvPr/>
          </p:nvSpPr>
          <p:spPr bwMode="auto">
            <a:xfrm>
              <a:off x="3014"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2" name="Rectangle 416"/>
            <p:cNvSpPr>
              <a:spLocks noChangeArrowheads="1"/>
            </p:cNvSpPr>
            <p:nvPr/>
          </p:nvSpPr>
          <p:spPr bwMode="auto">
            <a:xfrm>
              <a:off x="3014"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3" name="Rectangle 417"/>
            <p:cNvSpPr>
              <a:spLocks noChangeArrowheads="1"/>
            </p:cNvSpPr>
            <p:nvPr/>
          </p:nvSpPr>
          <p:spPr bwMode="auto">
            <a:xfrm>
              <a:off x="3014"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4" name="Rectangle 418"/>
            <p:cNvSpPr>
              <a:spLocks noChangeArrowheads="1"/>
            </p:cNvSpPr>
            <p:nvPr/>
          </p:nvSpPr>
          <p:spPr bwMode="auto">
            <a:xfrm>
              <a:off x="3014"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5" name="Rectangle 419"/>
            <p:cNvSpPr>
              <a:spLocks noChangeArrowheads="1"/>
            </p:cNvSpPr>
            <p:nvPr/>
          </p:nvSpPr>
          <p:spPr bwMode="auto">
            <a:xfrm>
              <a:off x="3014"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6" name="Rectangle 420"/>
            <p:cNvSpPr>
              <a:spLocks noChangeArrowheads="1"/>
            </p:cNvSpPr>
            <p:nvPr/>
          </p:nvSpPr>
          <p:spPr bwMode="auto">
            <a:xfrm>
              <a:off x="3014"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7" name="Rectangle 421"/>
            <p:cNvSpPr>
              <a:spLocks noChangeArrowheads="1"/>
            </p:cNvSpPr>
            <p:nvPr/>
          </p:nvSpPr>
          <p:spPr bwMode="auto">
            <a:xfrm>
              <a:off x="3014"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8" name="Rectangle 422"/>
            <p:cNvSpPr>
              <a:spLocks noChangeArrowheads="1"/>
            </p:cNvSpPr>
            <p:nvPr/>
          </p:nvSpPr>
          <p:spPr bwMode="auto">
            <a:xfrm>
              <a:off x="3014"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49" name="Rectangle 423"/>
            <p:cNvSpPr>
              <a:spLocks noChangeArrowheads="1"/>
            </p:cNvSpPr>
            <p:nvPr/>
          </p:nvSpPr>
          <p:spPr bwMode="auto">
            <a:xfrm>
              <a:off x="3014"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0" name="Rectangle 424"/>
            <p:cNvSpPr>
              <a:spLocks noChangeArrowheads="1"/>
            </p:cNvSpPr>
            <p:nvPr/>
          </p:nvSpPr>
          <p:spPr bwMode="auto">
            <a:xfrm>
              <a:off x="3014"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1" name="Rectangle 425"/>
            <p:cNvSpPr>
              <a:spLocks noChangeArrowheads="1"/>
            </p:cNvSpPr>
            <p:nvPr/>
          </p:nvSpPr>
          <p:spPr bwMode="auto">
            <a:xfrm>
              <a:off x="3014"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2" name="Rectangle 426"/>
            <p:cNvSpPr>
              <a:spLocks noChangeArrowheads="1"/>
            </p:cNvSpPr>
            <p:nvPr/>
          </p:nvSpPr>
          <p:spPr bwMode="auto">
            <a:xfrm>
              <a:off x="3014"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3" name="Rectangle 427"/>
            <p:cNvSpPr>
              <a:spLocks noChangeArrowheads="1"/>
            </p:cNvSpPr>
            <p:nvPr/>
          </p:nvSpPr>
          <p:spPr bwMode="auto">
            <a:xfrm>
              <a:off x="3014"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4" name="Rectangle 428"/>
            <p:cNvSpPr>
              <a:spLocks noChangeArrowheads="1"/>
            </p:cNvSpPr>
            <p:nvPr/>
          </p:nvSpPr>
          <p:spPr bwMode="auto">
            <a:xfrm>
              <a:off x="3014"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5" name="Rectangle 429"/>
            <p:cNvSpPr>
              <a:spLocks noChangeArrowheads="1"/>
            </p:cNvSpPr>
            <p:nvPr/>
          </p:nvSpPr>
          <p:spPr bwMode="auto">
            <a:xfrm>
              <a:off x="3014"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6" name="Rectangle 430"/>
            <p:cNvSpPr>
              <a:spLocks noChangeArrowheads="1"/>
            </p:cNvSpPr>
            <p:nvPr/>
          </p:nvSpPr>
          <p:spPr bwMode="auto">
            <a:xfrm>
              <a:off x="3014"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7" name="Rectangle 431"/>
            <p:cNvSpPr>
              <a:spLocks noChangeArrowheads="1"/>
            </p:cNvSpPr>
            <p:nvPr/>
          </p:nvSpPr>
          <p:spPr bwMode="auto">
            <a:xfrm>
              <a:off x="3014"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8" name="Rectangle 432"/>
            <p:cNvSpPr>
              <a:spLocks noChangeArrowheads="1"/>
            </p:cNvSpPr>
            <p:nvPr/>
          </p:nvSpPr>
          <p:spPr bwMode="auto">
            <a:xfrm>
              <a:off x="3014"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59" name="Rectangle 433"/>
            <p:cNvSpPr>
              <a:spLocks noChangeArrowheads="1"/>
            </p:cNvSpPr>
            <p:nvPr/>
          </p:nvSpPr>
          <p:spPr bwMode="auto">
            <a:xfrm>
              <a:off x="3014"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0" name="Rectangle 434"/>
            <p:cNvSpPr>
              <a:spLocks noChangeArrowheads="1"/>
            </p:cNvSpPr>
            <p:nvPr/>
          </p:nvSpPr>
          <p:spPr bwMode="auto">
            <a:xfrm>
              <a:off x="3014"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1" name="Rectangle 435"/>
            <p:cNvSpPr>
              <a:spLocks noChangeArrowheads="1"/>
            </p:cNvSpPr>
            <p:nvPr/>
          </p:nvSpPr>
          <p:spPr bwMode="auto">
            <a:xfrm>
              <a:off x="3014"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2" name="Rectangle 436"/>
            <p:cNvSpPr>
              <a:spLocks noChangeArrowheads="1"/>
            </p:cNvSpPr>
            <p:nvPr/>
          </p:nvSpPr>
          <p:spPr bwMode="auto">
            <a:xfrm>
              <a:off x="3014"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3" name="Rectangle 437"/>
            <p:cNvSpPr>
              <a:spLocks noChangeArrowheads="1"/>
            </p:cNvSpPr>
            <p:nvPr/>
          </p:nvSpPr>
          <p:spPr bwMode="auto">
            <a:xfrm>
              <a:off x="3014"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4" name="Rectangle 438"/>
            <p:cNvSpPr>
              <a:spLocks noChangeArrowheads="1"/>
            </p:cNvSpPr>
            <p:nvPr/>
          </p:nvSpPr>
          <p:spPr bwMode="auto">
            <a:xfrm>
              <a:off x="3014"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5" name="Rectangle 439"/>
            <p:cNvSpPr>
              <a:spLocks noChangeArrowheads="1"/>
            </p:cNvSpPr>
            <p:nvPr/>
          </p:nvSpPr>
          <p:spPr bwMode="auto">
            <a:xfrm>
              <a:off x="3014"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6" name="Rectangle 440"/>
            <p:cNvSpPr>
              <a:spLocks noChangeArrowheads="1"/>
            </p:cNvSpPr>
            <p:nvPr/>
          </p:nvSpPr>
          <p:spPr bwMode="auto">
            <a:xfrm>
              <a:off x="3014"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7" name="Rectangle 441"/>
            <p:cNvSpPr>
              <a:spLocks noChangeArrowheads="1"/>
            </p:cNvSpPr>
            <p:nvPr/>
          </p:nvSpPr>
          <p:spPr bwMode="auto">
            <a:xfrm>
              <a:off x="3014"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8" name="Rectangle 442"/>
            <p:cNvSpPr>
              <a:spLocks noChangeArrowheads="1"/>
            </p:cNvSpPr>
            <p:nvPr/>
          </p:nvSpPr>
          <p:spPr bwMode="auto">
            <a:xfrm>
              <a:off x="3014"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69" name="Rectangle 443"/>
            <p:cNvSpPr>
              <a:spLocks noChangeArrowheads="1"/>
            </p:cNvSpPr>
            <p:nvPr/>
          </p:nvSpPr>
          <p:spPr bwMode="auto">
            <a:xfrm>
              <a:off x="3014"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0" name="Rectangle 444"/>
            <p:cNvSpPr>
              <a:spLocks noChangeArrowheads="1"/>
            </p:cNvSpPr>
            <p:nvPr/>
          </p:nvSpPr>
          <p:spPr bwMode="auto">
            <a:xfrm>
              <a:off x="3014"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1" name="Rectangle 445"/>
            <p:cNvSpPr>
              <a:spLocks noChangeArrowheads="1"/>
            </p:cNvSpPr>
            <p:nvPr/>
          </p:nvSpPr>
          <p:spPr bwMode="auto">
            <a:xfrm>
              <a:off x="3014"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2" name="Rectangle 446"/>
            <p:cNvSpPr>
              <a:spLocks noChangeArrowheads="1"/>
            </p:cNvSpPr>
            <p:nvPr/>
          </p:nvSpPr>
          <p:spPr bwMode="auto">
            <a:xfrm>
              <a:off x="3014"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3" name="Rectangle 447"/>
            <p:cNvSpPr>
              <a:spLocks noChangeArrowheads="1"/>
            </p:cNvSpPr>
            <p:nvPr/>
          </p:nvSpPr>
          <p:spPr bwMode="auto">
            <a:xfrm>
              <a:off x="3014"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4" name="Rectangle 448"/>
            <p:cNvSpPr>
              <a:spLocks noChangeArrowheads="1"/>
            </p:cNvSpPr>
            <p:nvPr/>
          </p:nvSpPr>
          <p:spPr bwMode="auto">
            <a:xfrm>
              <a:off x="3014"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5" name="Rectangle 449"/>
            <p:cNvSpPr>
              <a:spLocks noChangeArrowheads="1"/>
            </p:cNvSpPr>
            <p:nvPr/>
          </p:nvSpPr>
          <p:spPr bwMode="auto">
            <a:xfrm>
              <a:off x="3014"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6" name="Rectangle 450"/>
            <p:cNvSpPr>
              <a:spLocks noChangeArrowheads="1"/>
            </p:cNvSpPr>
            <p:nvPr/>
          </p:nvSpPr>
          <p:spPr bwMode="auto">
            <a:xfrm>
              <a:off x="3014"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7" name="Rectangle 451"/>
            <p:cNvSpPr>
              <a:spLocks noChangeArrowheads="1"/>
            </p:cNvSpPr>
            <p:nvPr/>
          </p:nvSpPr>
          <p:spPr bwMode="auto">
            <a:xfrm>
              <a:off x="3014"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8" name="Rectangle 452"/>
            <p:cNvSpPr>
              <a:spLocks noChangeArrowheads="1"/>
            </p:cNvSpPr>
            <p:nvPr/>
          </p:nvSpPr>
          <p:spPr bwMode="auto">
            <a:xfrm>
              <a:off x="3014"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79" name="Rectangle 453"/>
            <p:cNvSpPr>
              <a:spLocks noChangeArrowheads="1"/>
            </p:cNvSpPr>
            <p:nvPr/>
          </p:nvSpPr>
          <p:spPr bwMode="auto">
            <a:xfrm>
              <a:off x="3014"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0" name="Rectangle 454"/>
            <p:cNvSpPr>
              <a:spLocks noChangeArrowheads="1"/>
            </p:cNvSpPr>
            <p:nvPr/>
          </p:nvSpPr>
          <p:spPr bwMode="auto">
            <a:xfrm>
              <a:off x="3014"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1" name="Rectangle 455"/>
            <p:cNvSpPr>
              <a:spLocks noChangeArrowheads="1"/>
            </p:cNvSpPr>
            <p:nvPr/>
          </p:nvSpPr>
          <p:spPr bwMode="auto">
            <a:xfrm>
              <a:off x="3014"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2" name="Rectangle 456"/>
            <p:cNvSpPr>
              <a:spLocks noChangeArrowheads="1"/>
            </p:cNvSpPr>
            <p:nvPr/>
          </p:nvSpPr>
          <p:spPr bwMode="auto">
            <a:xfrm>
              <a:off x="3014"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3" name="Rectangle 457"/>
            <p:cNvSpPr>
              <a:spLocks noChangeArrowheads="1"/>
            </p:cNvSpPr>
            <p:nvPr/>
          </p:nvSpPr>
          <p:spPr bwMode="auto">
            <a:xfrm>
              <a:off x="3014"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4" name="Rectangle 458"/>
            <p:cNvSpPr>
              <a:spLocks noChangeArrowheads="1"/>
            </p:cNvSpPr>
            <p:nvPr/>
          </p:nvSpPr>
          <p:spPr bwMode="auto">
            <a:xfrm>
              <a:off x="3014"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5" name="Rectangle 459"/>
            <p:cNvSpPr>
              <a:spLocks noChangeArrowheads="1"/>
            </p:cNvSpPr>
            <p:nvPr/>
          </p:nvSpPr>
          <p:spPr bwMode="auto">
            <a:xfrm>
              <a:off x="3014"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6" name="Rectangle 460"/>
            <p:cNvSpPr>
              <a:spLocks noChangeArrowheads="1"/>
            </p:cNvSpPr>
            <p:nvPr/>
          </p:nvSpPr>
          <p:spPr bwMode="auto">
            <a:xfrm>
              <a:off x="3014"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7" name="Rectangle 461"/>
            <p:cNvSpPr>
              <a:spLocks noChangeArrowheads="1"/>
            </p:cNvSpPr>
            <p:nvPr/>
          </p:nvSpPr>
          <p:spPr bwMode="auto">
            <a:xfrm>
              <a:off x="3014"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8" name="Rectangle 462"/>
            <p:cNvSpPr>
              <a:spLocks noChangeArrowheads="1"/>
            </p:cNvSpPr>
            <p:nvPr/>
          </p:nvSpPr>
          <p:spPr bwMode="auto">
            <a:xfrm>
              <a:off x="3014"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89" name="Rectangle 463"/>
            <p:cNvSpPr>
              <a:spLocks noChangeArrowheads="1"/>
            </p:cNvSpPr>
            <p:nvPr/>
          </p:nvSpPr>
          <p:spPr bwMode="auto">
            <a:xfrm>
              <a:off x="3014"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0" name="Rectangle 464"/>
            <p:cNvSpPr>
              <a:spLocks noChangeArrowheads="1"/>
            </p:cNvSpPr>
            <p:nvPr/>
          </p:nvSpPr>
          <p:spPr bwMode="auto">
            <a:xfrm>
              <a:off x="3014"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1" name="Rectangle 465"/>
            <p:cNvSpPr>
              <a:spLocks noChangeArrowheads="1"/>
            </p:cNvSpPr>
            <p:nvPr/>
          </p:nvSpPr>
          <p:spPr bwMode="auto">
            <a:xfrm>
              <a:off x="3014"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2" name="Rectangle 466"/>
            <p:cNvSpPr>
              <a:spLocks noChangeArrowheads="1"/>
            </p:cNvSpPr>
            <p:nvPr/>
          </p:nvSpPr>
          <p:spPr bwMode="auto">
            <a:xfrm>
              <a:off x="3014"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3" name="Rectangle 467"/>
            <p:cNvSpPr>
              <a:spLocks noChangeArrowheads="1"/>
            </p:cNvSpPr>
            <p:nvPr/>
          </p:nvSpPr>
          <p:spPr bwMode="auto">
            <a:xfrm>
              <a:off x="3014"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4" name="Rectangle 468"/>
            <p:cNvSpPr>
              <a:spLocks noChangeArrowheads="1"/>
            </p:cNvSpPr>
            <p:nvPr/>
          </p:nvSpPr>
          <p:spPr bwMode="auto">
            <a:xfrm>
              <a:off x="3014"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5" name="Rectangle 469"/>
            <p:cNvSpPr>
              <a:spLocks noChangeArrowheads="1"/>
            </p:cNvSpPr>
            <p:nvPr/>
          </p:nvSpPr>
          <p:spPr bwMode="auto">
            <a:xfrm>
              <a:off x="3014"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6" name="Rectangle 470"/>
            <p:cNvSpPr>
              <a:spLocks noChangeArrowheads="1"/>
            </p:cNvSpPr>
            <p:nvPr/>
          </p:nvSpPr>
          <p:spPr bwMode="auto">
            <a:xfrm>
              <a:off x="3014"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7" name="Rectangle 471"/>
            <p:cNvSpPr>
              <a:spLocks noChangeArrowheads="1"/>
            </p:cNvSpPr>
            <p:nvPr/>
          </p:nvSpPr>
          <p:spPr bwMode="auto">
            <a:xfrm>
              <a:off x="3014"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8" name="Rectangle 472"/>
            <p:cNvSpPr>
              <a:spLocks noChangeArrowheads="1"/>
            </p:cNvSpPr>
            <p:nvPr/>
          </p:nvSpPr>
          <p:spPr bwMode="auto">
            <a:xfrm>
              <a:off x="3014"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99" name="Rectangle 473"/>
            <p:cNvSpPr>
              <a:spLocks noChangeArrowheads="1"/>
            </p:cNvSpPr>
            <p:nvPr/>
          </p:nvSpPr>
          <p:spPr bwMode="auto">
            <a:xfrm>
              <a:off x="3014"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0" name="Rectangle 474"/>
            <p:cNvSpPr>
              <a:spLocks noChangeArrowheads="1"/>
            </p:cNvSpPr>
            <p:nvPr/>
          </p:nvSpPr>
          <p:spPr bwMode="auto">
            <a:xfrm>
              <a:off x="3014"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1" name="Rectangle 475"/>
            <p:cNvSpPr>
              <a:spLocks noChangeArrowheads="1"/>
            </p:cNvSpPr>
            <p:nvPr/>
          </p:nvSpPr>
          <p:spPr bwMode="auto">
            <a:xfrm>
              <a:off x="3014"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2" name="Rectangle 476"/>
            <p:cNvSpPr>
              <a:spLocks noChangeArrowheads="1"/>
            </p:cNvSpPr>
            <p:nvPr/>
          </p:nvSpPr>
          <p:spPr bwMode="auto">
            <a:xfrm>
              <a:off x="3014"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3" name="Rectangle 477"/>
            <p:cNvSpPr>
              <a:spLocks noChangeArrowheads="1"/>
            </p:cNvSpPr>
            <p:nvPr/>
          </p:nvSpPr>
          <p:spPr bwMode="auto">
            <a:xfrm>
              <a:off x="3014"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4" name="Rectangle 478"/>
            <p:cNvSpPr>
              <a:spLocks noChangeArrowheads="1"/>
            </p:cNvSpPr>
            <p:nvPr/>
          </p:nvSpPr>
          <p:spPr bwMode="auto">
            <a:xfrm>
              <a:off x="3014"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5" name="Rectangle 479"/>
            <p:cNvSpPr>
              <a:spLocks noChangeArrowheads="1"/>
            </p:cNvSpPr>
            <p:nvPr/>
          </p:nvSpPr>
          <p:spPr bwMode="auto">
            <a:xfrm>
              <a:off x="3014"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6" name="Rectangle 480"/>
            <p:cNvSpPr>
              <a:spLocks noChangeArrowheads="1"/>
            </p:cNvSpPr>
            <p:nvPr/>
          </p:nvSpPr>
          <p:spPr bwMode="auto">
            <a:xfrm>
              <a:off x="3014"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7" name="Rectangle 481"/>
            <p:cNvSpPr>
              <a:spLocks noChangeArrowheads="1"/>
            </p:cNvSpPr>
            <p:nvPr/>
          </p:nvSpPr>
          <p:spPr bwMode="auto">
            <a:xfrm>
              <a:off x="3014"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8" name="Rectangle 482"/>
            <p:cNvSpPr>
              <a:spLocks noChangeArrowheads="1"/>
            </p:cNvSpPr>
            <p:nvPr/>
          </p:nvSpPr>
          <p:spPr bwMode="auto">
            <a:xfrm>
              <a:off x="3014"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09" name="Rectangle 483"/>
            <p:cNvSpPr>
              <a:spLocks noChangeArrowheads="1"/>
            </p:cNvSpPr>
            <p:nvPr/>
          </p:nvSpPr>
          <p:spPr bwMode="auto">
            <a:xfrm>
              <a:off x="3014"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0" name="Rectangle 484"/>
            <p:cNvSpPr>
              <a:spLocks noChangeArrowheads="1"/>
            </p:cNvSpPr>
            <p:nvPr/>
          </p:nvSpPr>
          <p:spPr bwMode="auto">
            <a:xfrm>
              <a:off x="3014"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1" name="Rectangle 485"/>
            <p:cNvSpPr>
              <a:spLocks noChangeArrowheads="1"/>
            </p:cNvSpPr>
            <p:nvPr/>
          </p:nvSpPr>
          <p:spPr bwMode="auto">
            <a:xfrm>
              <a:off x="3014"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2" name="Rectangle 486"/>
            <p:cNvSpPr>
              <a:spLocks noChangeArrowheads="1"/>
            </p:cNvSpPr>
            <p:nvPr/>
          </p:nvSpPr>
          <p:spPr bwMode="auto">
            <a:xfrm>
              <a:off x="3014"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3" name="Rectangle 487"/>
            <p:cNvSpPr>
              <a:spLocks noChangeArrowheads="1"/>
            </p:cNvSpPr>
            <p:nvPr/>
          </p:nvSpPr>
          <p:spPr bwMode="auto">
            <a:xfrm>
              <a:off x="3014"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4" name="Rectangle 488"/>
            <p:cNvSpPr>
              <a:spLocks noChangeArrowheads="1"/>
            </p:cNvSpPr>
            <p:nvPr/>
          </p:nvSpPr>
          <p:spPr bwMode="auto">
            <a:xfrm>
              <a:off x="3014"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5" name="Rectangle 489"/>
            <p:cNvSpPr>
              <a:spLocks noChangeArrowheads="1"/>
            </p:cNvSpPr>
            <p:nvPr/>
          </p:nvSpPr>
          <p:spPr bwMode="auto">
            <a:xfrm>
              <a:off x="3014"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6" name="Rectangle 490"/>
            <p:cNvSpPr>
              <a:spLocks noChangeArrowheads="1"/>
            </p:cNvSpPr>
            <p:nvPr/>
          </p:nvSpPr>
          <p:spPr bwMode="auto">
            <a:xfrm>
              <a:off x="3014"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7" name="Rectangle 491"/>
            <p:cNvSpPr>
              <a:spLocks noChangeArrowheads="1"/>
            </p:cNvSpPr>
            <p:nvPr/>
          </p:nvSpPr>
          <p:spPr bwMode="auto">
            <a:xfrm>
              <a:off x="3014"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8" name="Rectangle 492"/>
            <p:cNvSpPr>
              <a:spLocks noChangeArrowheads="1"/>
            </p:cNvSpPr>
            <p:nvPr/>
          </p:nvSpPr>
          <p:spPr bwMode="auto">
            <a:xfrm>
              <a:off x="3014"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19" name="Rectangle 493"/>
            <p:cNvSpPr>
              <a:spLocks noChangeArrowheads="1"/>
            </p:cNvSpPr>
            <p:nvPr/>
          </p:nvSpPr>
          <p:spPr bwMode="auto">
            <a:xfrm>
              <a:off x="3014"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0" name="Rectangle 494"/>
            <p:cNvSpPr>
              <a:spLocks noChangeArrowheads="1"/>
            </p:cNvSpPr>
            <p:nvPr/>
          </p:nvSpPr>
          <p:spPr bwMode="auto">
            <a:xfrm>
              <a:off x="3014"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1" name="Rectangle 495"/>
            <p:cNvSpPr>
              <a:spLocks noChangeArrowheads="1"/>
            </p:cNvSpPr>
            <p:nvPr/>
          </p:nvSpPr>
          <p:spPr bwMode="auto">
            <a:xfrm>
              <a:off x="3014"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2" name="Rectangle 496"/>
            <p:cNvSpPr>
              <a:spLocks noChangeArrowheads="1"/>
            </p:cNvSpPr>
            <p:nvPr/>
          </p:nvSpPr>
          <p:spPr bwMode="auto">
            <a:xfrm>
              <a:off x="3014"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3" name="Rectangle 497"/>
            <p:cNvSpPr>
              <a:spLocks noChangeArrowheads="1"/>
            </p:cNvSpPr>
            <p:nvPr/>
          </p:nvSpPr>
          <p:spPr bwMode="auto">
            <a:xfrm>
              <a:off x="3014"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4" name="Rectangle 498"/>
            <p:cNvSpPr>
              <a:spLocks noChangeArrowheads="1"/>
            </p:cNvSpPr>
            <p:nvPr/>
          </p:nvSpPr>
          <p:spPr bwMode="auto">
            <a:xfrm>
              <a:off x="3014"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5" name="Rectangle 499"/>
            <p:cNvSpPr>
              <a:spLocks noChangeArrowheads="1"/>
            </p:cNvSpPr>
            <p:nvPr/>
          </p:nvSpPr>
          <p:spPr bwMode="auto">
            <a:xfrm>
              <a:off x="3014"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6" name="Rectangle 500"/>
            <p:cNvSpPr>
              <a:spLocks noChangeArrowheads="1"/>
            </p:cNvSpPr>
            <p:nvPr/>
          </p:nvSpPr>
          <p:spPr bwMode="auto">
            <a:xfrm>
              <a:off x="3014"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7" name="Rectangle 501"/>
            <p:cNvSpPr>
              <a:spLocks noChangeArrowheads="1"/>
            </p:cNvSpPr>
            <p:nvPr/>
          </p:nvSpPr>
          <p:spPr bwMode="auto">
            <a:xfrm>
              <a:off x="3014"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8" name="Rectangle 502"/>
            <p:cNvSpPr>
              <a:spLocks noChangeArrowheads="1"/>
            </p:cNvSpPr>
            <p:nvPr/>
          </p:nvSpPr>
          <p:spPr bwMode="auto">
            <a:xfrm>
              <a:off x="3014"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29" name="Rectangle 503"/>
            <p:cNvSpPr>
              <a:spLocks noChangeArrowheads="1"/>
            </p:cNvSpPr>
            <p:nvPr/>
          </p:nvSpPr>
          <p:spPr bwMode="auto">
            <a:xfrm>
              <a:off x="3014"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0" name="Rectangle 504"/>
            <p:cNvSpPr>
              <a:spLocks noChangeArrowheads="1"/>
            </p:cNvSpPr>
            <p:nvPr/>
          </p:nvSpPr>
          <p:spPr bwMode="auto">
            <a:xfrm>
              <a:off x="3014"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1" name="Rectangle 505"/>
            <p:cNvSpPr>
              <a:spLocks noChangeArrowheads="1"/>
            </p:cNvSpPr>
            <p:nvPr/>
          </p:nvSpPr>
          <p:spPr bwMode="auto">
            <a:xfrm>
              <a:off x="3014"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2" name="Rectangle 506"/>
            <p:cNvSpPr>
              <a:spLocks noChangeArrowheads="1"/>
            </p:cNvSpPr>
            <p:nvPr/>
          </p:nvSpPr>
          <p:spPr bwMode="auto">
            <a:xfrm>
              <a:off x="3014"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3" name="Rectangle 507"/>
            <p:cNvSpPr>
              <a:spLocks noChangeArrowheads="1"/>
            </p:cNvSpPr>
            <p:nvPr/>
          </p:nvSpPr>
          <p:spPr bwMode="auto">
            <a:xfrm>
              <a:off x="3014"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4" name="Rectangle 508"/>
            <p:cNvSpPr>
              <a:spLocks noChangeArrowheads="1"/>
            </p:cNvSpPr>
            <p:nvPr/>
          </p:nvSpPr>
          <p:spPr bwMode="auto">
            <a:xfrm>
              <a:off x="3014"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5" name="Rectangle 509"/>
            <p:cNvSpPr>
              <a:spLocks noChangeArrowheads="1"/>
            </p:cNvSpPr>
            <p:nvPr/>
          </p:nvSpPr>
          <p:spPr bwMode="auto">
            <a:xfrm>
              <a:off x="3014"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6" name="Rectangle 510"/>
            <p:cNvSpPr>
              <a:spLocks noChangeArrowheads="1"/>
            </p:cNvSpPr>
            <p:nvPr/>
          </p:nvSpPr>
          <p:spPr bwMode="auto">
            <a:xfrm>
              <a:off x="3014"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7" name="Rectangle 511"/>
            <p:cNvSpPr>
              <a:spLocks noChangeArrowheads="1"/>
            </p:cNvSpPr>
            <p:nvPr/>
          </p:nvSpPr>
          <p:spPr bwMode="auto">
            <a:xfrm>
              <a:off x="3014"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8" name="Rectangle 512"/>
            <p:cNvSpPr>
              <a:spLocks noChangeArrowheads="1"/>
            </p:cNvSpPr>
            <p:nvPr/>
          </p:nvSpPr>
          <p:spPr bwMode="auto">
            <a:xfrm>
              <a:off x="3014"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39" name="Rectangle 513"/>
            <p:cNvSpPr>
              <a:spLocks noChangeArrowheads="1"/>
            </p:cNvSpPr>
            <p:nvPr/>
          </p:nvSpPr>
          <p:spPr bwMode="auto">
            <a:xfrm>
              <a:off x="3014"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0" name="Rectangle 514"/>
            <p:cNvSpPr>
              <a:spLocks noChangeArrowheads="1"/>
            </p:cNvSpPr>
            <p:nvPr/>
          </p:nvSpPr>
          <p:spPr bwMode="auto">
            <a:xfrm>
              <a:off x="3014"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1" name="Rectangle 515"/>
            <p:cNvSpPr>
              <a:spLocks noChangeArrowheads="1"/>
            </p:cNvSpPr>
            <p:nvPr/>
          </p:nvSpPr>
          <p:spPr bwMode="auto">
            <a:xfrm>
              <a:off x="3014"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2" name="Rectangle 516"/>
            <p:cNvSpPr>
              <a:spLocks noChangeArrowheads="1"/>
            </p:cNvSpPr>
            <p:nvPr/>
          </p:nvSpPr>
          <p:spPr bwMode="auto">
            <a:xfrm>
              <a:off x="3014"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3" name="Rectangle 517"/>
            <p:cNvSpPr>
              <a:spLocks noChangeArrowheads="1"/>
            </p:cNvSpPr>
            <p:nvPr/>
          </p:nvSpPr>
          <p:spPr bwMode="auto">
            <a:xfrm>
              <a:off x="3014"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4" name="Rectangle 518"/>
            <p:cNvSpPr>
              <a:spLocks noChangeArrowheads="1"/>
            </p:cNvSpPr>
            <p:nvPr/>
          </p:nvSpPr>
          <p:spPr bwMode="auto">
            <a:xfrm>
              <a:off x="3014"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5" name="Rectangle 519"/>
            <p:cNvSpPr>
              <a:spLocks noChangeArrowheads="1"/>
            </p:cNvSpPr>
            <p:nvPr/>
          </p:nvSpPr>
          <p:spPr bwMode="auto">
            <a:xfrm>
              <a:off x="3014"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6" name="Rectangle 520"/>
            <p:cNvSpPr>
              <a:spLocks noChangeArrowheads="1"/>
            </p:cNvSpPr>
            <p:nvPr/>
          </p:nvSpPr>
          <p:spPr bwMode="auto">
            <a:xfrm>
              <a:off x="3014"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7" name="Rectangle 521"/>
            <p:cNvSpPr>
              <a:spLocks noChangeArrowheads="1"/>
            </p:cNvSpPr>
            <p:nvPr/>
          </p:nvSpPr>
          <p:spPr bwMode="auto">
            <a:xfrm>
              <a:off x="3014"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8" name="Rectangle 522"/>
            <p:cNvSpPr>
              <a:spLocks noChangeArrowheads="1"/>
            </p:cNvSpPr>
            <p:nvPr/>
          </p:nvSpPr>
          <p:spPr bwMode="auto">
            <a:xfrm>
              <a:off x="3014"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49" name="Rectangle 523"/>
            <p:cNvSpPr>
              <a:spLocks noChangeArrowheads="1"/>
            </p:cNvSpPr>
            <p:nvPr/>
          </p:nvSpPr>
          <p:spPr bwMode="auto">
            <a:xfrm>
              <a:off x="3014"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0" name="Rectangle 524"/>
            <p:cNvSpPr>
              <a:spLocks noChangeArrowheads="1"/>
            </p:cNvSpPr>
            <p:nvPr/>
          </p:nvSpPr>
          <p:spPr bwMode="auto">
            <a:xfrm>
              <a:off x="3014"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1" name="Rectangle 525"/>
            <p:cNvSpPr>
              <a:spLocks noChangeArrowheads="1"/>
            </p:cNvSpPr>
            <p:nvPr/>
          </p:nvSpPr>
          <p:spPr bwMode="auto">
            <a:xfrm>
              <a:off x="3014"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2" name="Rectangle 526"/>
            <p:cNvSpPr>
              <a:spLocks noChangeArrowheads="1"/>
            </p:cNvSpPr>
            <p:nvPr/>
          </p:nvSpPr>
          <p:spPr bwMode="auto">
            <a:xfrm>
              <a:off x="3014"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3" name="Rectangle 527"/>
            <p:cNvSpPr>
              <a:spLocks noChangeArrowheads="1"/>
            </p:cNvSpPr>
            <p:nvPr/>
          </p:nvSpPr>
          <p:spPr bwMode="auto">
            <a:xfrm>
              <a:off x="3014"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9054" name="Rectangle 528"/>
            <p:cNvSpPr>
              <a:spLocks noChangeArrowheads="1"/>
            </p:cNvSpPr>
            <p:nvPr/>
          </p:nvSpPr>
          <p:spPr bwMode="auto">
            <a:xfrm>
              <a:off x="3014"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3137" name="Rectangle 529"/>
          <p:cNvSpPr>
            <a:spLocks noChangeArrowheads="1"/>
          </p:cNvSpPr>
          <p:nvPr/>
        </p:nvSpPr>
        <p:spPr bwMode="auto">
          <a:xfrm>
            <a:off x="5224463" y="4548188"/>
            <a:ext cx="560387" cy="2000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300">
                <a:solidFill>
                  <a:srgbClr val="000000"/>
                </a:solidFill>
                <a:latin typeface="华文楷体" panose="02010600040101010101" pitchFamily="2" charset="-122"/>
                <a:ea typeface="华文楷体" panose="02010600040101010101" pitchFamily="2" charset="-122"/>
              </a:rPr>
              <a:t>?醴磐旰</a:t>
            </a:r>
            <a:endParaRPr lang="zh-CN" altLang="en-US" sz="20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01" name="Group 530"/>
          <p:cNvGrpSpPr/>
          <p:nvPr/>
        </p:nvGrpSpPr>
        <p:grpSpPr bwMode="auto">
          <a:xfrm>
            <a:off x="1206500" y="5089525"/>
            <a:ext cx="4619625" cy="166688"/>
            <a:chOff x="768" y="3113"/>
            <a:chExt cx="2910" cy="105"/>
          </a:xfrm>
        </p:grpSpPr>
        <p:sp>
          <p:nvSpPr>
            <p:cNvPr id="218798" name="Rectangle 531"/>
            <p:cNvSpPr>
              <a:spLocks noChangeArrowheads="1"/>
            </p:cNvSpPr>
            <p:nvPr/>
          </p:nvSpPr>
          <p:spPr bwMode="auto">
            <a:xfrm>
              <a:off x="768" y="311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9" name="Rectangle 532"/>
            <p:cNvSpPr>
              <a:spLocks noChangeArrowheads="1"/>
            </p:cNvSpPr>
            <p:nvPr/>
          </p:nvSpPr>
          <p:spPr bwMode="auto">
            <a:xfrm>
              <a:off x="789" y="3113"/>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0" name="Rectangle 533"/>
            <p:cNvSpPr>
              <a:spLocks noChangeArrowheads="1"/>
            </p:cNvSpPr>
            <p:nvPr/>
          </p:nvSpPr>
          <p:spPr bwMode="auto">
            <a:xfrm>
              <a:off x="814" y="311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1" name="Rectangle 534"/>
            <p:cNvSpPr>
              <a:spLocks noChangeArrowheads="1"/>
            </p:cNvSpPr>
            <p:nvPr/>
          </p:nvSpPr>
          <p:spPr bwMode="auto">
            <a:xfrm>
              <a:off x="835" y="3113"/>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2" name="Rectangle 535"/>
            <p:cNvSpPr>
              <a:spLocks noChangeArrowheads="1"/>
            </p:cNvSpPr>
            <p:nvPr/>
          </p:nvSpPr>
          <p:spPr bwMode="auto">
            <a:xfrm>
              <a:off x="860" y="3113"/>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3" name="Rectangle 536"/>
            <p:cNvSpPr>
              <a:spLocks noChangeArrowheads="1"/>
            </p:cNvSpPr>
            <p:nvPr/>
          </p:nvSpPr>
          <p:spPr bwMode="auto">
            <a:xfrm>
              <a:off x="881" y="3113"/>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4" name="Rectangle 537"/>
            <p:cNvSpPr>
              <a:spLocks noChangeArrowheads="1"/>
            </p:cNvSpPr>
            <p:nvPr/>
          </p:nvSpPr>
          <p:spPr bwMode="auto">
            <a:xfrm>
              <a:off x="902" y="3113"/>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5" name="Rectangle 538"/>
            <p:cNvSpPr>
              <a:spLocks noChangeArrowheads="1"/>
            </p:cNvSpPr>
            <p:nvPr/>
          </p:nvSpPr>
          <p:spPr bwMode="auto">
            <a:xfrm>
              <a:off x="927" y="3113"/>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6" name="Rectangle 539"/>
            <p:cNvSpPr>
              <a:spLocks noChangeArrowheads="1"/>
            </p:cNvSpPr>
            <p:nvPr/>
          </p:nvSpPr>
          <p:spPr bwMode="auto">
            <a:xfrm>
              <a:off x="948" y="3113"/>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7" name="Rectangle 540"/>
            <p:cNvSpPr>
              <a:spLocks noChangeArrowheads="1"/>
            </p:cNvSpPr>
            <p:nvPr/>
          </p:nvSpPr>
          <p:spPr bwMode="auto">
            <a:xfrm>
              <a:off x="974" y="3113"/>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8" name="Rectangle 541"/>
            <p:cNvSpPr>
              <a:spLocks noChangeArrowheads="1"/>
            </p:cNvSpPr>
            <p:nvPr/>
          </p:nvSpPr>
          <p:spPr bwMode="auto">
            <a:xfrm>
              <a:off x="995" y="3113"/>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09" name="Rectangle 542"/>
            <p:cNvSpPr>
              <a:spLocks noChangeArrowheads="1"/>
            </p:cNvSpPr>
            <p:nvPr/>
          </p:nvSpPr>
          <p:spPr bwMode="auto">
            <a:xfrm>
              <a:off x="1016" y="3113"/>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0" name="Rectangle 543"/>
            <p:cNvSpPr>
              <a:spLocks noChangeArrowheads="1"/>
            </p:cNvSpPr>
            <p:nvPr/>
          </p:nvSpPr>
          <p:spPr bwMode="auto">
            <a:xfrm>
              <a:off x="1041" y="3113"/>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1" name="Rectangle 544"/>
            <p:cNvSpPr>
              <a:spLocks noChangeArrowheads="1"/>
            </p:cNvSpPr>
            <p:nvPr/>
          </p:nvSpPr>
          <p:spPr bwMode="auto">
            <a:xfrm>
              <a:off x="1062" y="3113"/>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2" name="Rectangle 545"/>
            <p:cNvSpPr>
              <a:spLocks noChangeArrowheads="1"/>
            </p:cNvSpPr>
            <p:nvPr/>
          </p:nvSpPr>
          <p:spPr bwMode="auto">
            <a:xfrm>
              <a:off x="1087" y="3113"/>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3" name="Rectangle 546"/>
            <p:cNvSpPr>
              <a:spLocks noChangeArrowheads="1"/>
            </p:cNvSpPr>
            <p:nvPr/>
          </p:nvSpPr>
          <p:spPr bwMode="auto">
            <a:xfrm>
              <a:off x="1108" y="3113"/>
              <a:ext cx="26"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4" name="Rectangle 547"/>
            <p:cNvSpPr>
              <a:spLocks noChangeArrowheads="1"/>
            </p:cNvSpPr>
            <p:nvPr/>
          </p:nvSpPr>
          <p:spPr bwMode="auto">
            <a:xfrm>
              <a:off x="1134" y="3113"/>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5" name="Rectangle 548"/>
            <p:cNvSpPr>
              <a:spLocks noChangeArrowheads="1"/>
            </p:cNvSpPr>
            <p:nvPr/>
          </p:nvSpPr>
          <p:spPr bwMode="auto">
            <a:xfrm>
              <a:off x="1155" y="3113"/>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6" name="Rectangle 549"/>
            <p:cNvSpPr>
              <a:spLocks noChangeArrowheads="1"/>
            </p:cNvSpPr>
            <p:nvPr/>
          </p:nvSpPr>
          <p:spPr bwMode="auto">
            <a:xfrm>
              <a:off x="1176" y="3113"/>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7" name="Rectangle 550"/>
            <p:cNvSpPr>
              <a:spLocks noChangeArrowheads="1"/>
            </p:cNvSpPr>
            <p:nvPr/>
          </p:nvSpPr>
          <p:spPr bwMode="auto">
            <a:xfrm>
              <a:off x="1201" y="3113"/>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8" name="Rectangle 551"/>
            <p:cNvSpPr>
              <a:spLocks noChangeArrowheads="1"/>
            </p:cNvSpPr>
            <p:nvPr/>
          </p:nvSpPr>
          <p:spPr bwMode="auto">
            <a:xfrm>
              <a:off x="1222" y="3113"/>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19" name="Rectangle 552"/>
            <p:cNvSpPr>
              <a:spLocks noChangeArrowheads="1"/>
            </p:cNvSpPr>
            <p:nvPr/>
          </p:nvSpPr>
          <p:spPr bwMode="auto">
            <a:xfrm>
              <a:off x="1247" y="3113"/>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0" name="Rectangle 553"/>
            <p:cNvSpPr>
              <a:spLocks noChangeArrowheads="1"/>
            </p:cNvSpPr>
            <p:nvPr/>
          </p:nvSpPr>
          <p:spPr bwMode="auto">
            <a:xfrm>
              <a:off x="1268" y="3113"/>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1" name="Rectangle 554"/>
            <p:cNvSpPr>
              <a:spLocks noChangeArrowheads="1"/>
            </p:cNvSpPr>
            <p:nvPr/>
          </p:nvSpPr>
          <p:spPr bwMode="auto">
            <a:xfrm>
              <a:off x="1289" y="3113"/>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2" name="Rectangle 555"/>
            <p:cNvSpPr>
              <a:spLocks noChangeArrowheads="1"/>
            </p:cNvSpPr>
            <p:nvPr/>
          </p:nvSpPr>
          <p:spPr bwMode="auto">
            <a:xfrm>
              <a:off x="1314" y="3113"/>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3" name="Rectangle 556"/>
            <p:cNvSpPr>
              <a:spLocks noChangeArrowheads="1"/>
            </p:cNvSpPr>
            <p:nvPr/>
          </p:nvSpPr>
          <p:spPr bwMode="auto">
            <a:xfrm>
              <a:off x="1335" y="3113"/>
              <a:ext cx="26"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4" name="Rectangle 557"/>
            <p:cNvSpPr>
              <a:spLocks noChangeArrowheads="1"/>
            </p:cNvSpPr>
            <p:nvPr/>
          </p:nvSpPr>
          <p:spPr bwMode="auto">
            <a:xfrm>
              <a:off x="1361" y="3113"/>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5" name="Rectangle 558"/>
            <p:cNvSpPr>
              <a:spLocks noChangeArrowheads="1"/>
            </p:cNvSpPr>
            <p:nvPr/>
          </p:nvSpPr>
          <p:spPr bwMode="auto">
            <a:xfrm>
              <a:off x="1382" y="3113"/>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6" name="Rectangle 559"/>
            <p:cNvSpPr>
              <a:spLocks noChangeArrowheads="1"/>
            </p:cNvSpPr>
            <p:nvPr/>
          </p:nvSpPr>
          <p:spPr bwMode="auto">
            <a:xfrm>
              <a:off x="1403" y="3113"/>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7" name="Rectangle 560"/>
            <p:cNvSpPr>
              <a:spLocks noChangeArrowheads="1"/>
            </p:cNvSpPr>
            <p:nvPr/>
          </p:nvSpPr>
          <p:spPr bwMode="auto">
            <a:xfrm>
              <a:off x="1428" y="3113"/>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8" name="Rectangle 561"/>
            <p:cNvSpPr>
              <a:spLocks noChangeArrowheads="1"/>
            </p:cNvSpPr>
            <p:nvPr/>
          </p:nvSpPr>
          <p:spPr bwMode="auto">
            <a:xfrm>
              <a:off x="1449" y="3113"/>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29" name="Rectangle 562"/>
            <p:cNvSpPr>
              <a:spLocks noChangeArrowheads="1"/>
            </p:cNvSpPr>
            <p:nvPr/>
          </p:nvSpPr>
          <p:spPr bwMode="auto">
            <a:xfrm>
              <a:off x="1474" y="3113"/>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0" name="Rectangle 563"/>
            <p:cNvSpPr>
              <a:spLocks noChangeArrowheads="1"/>
            </p:cNvSpPr>
            <p:nvPr/>
          </p:nvSpPr>
          <p:spPr bwMode="auto">
            <a:xfrm>
              <a:off x="1495" y="3113"/>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1" name="Rectangle 564"/>
            <p:cNvSpPr>
              <a:spLocks noChangeArrowheads="1"/>
            </p:cNvSpPr>
            <p:nvPr/>
          </p:nvSpPr>
          <p:spPr bwMode="auto">
            <a:xfrm>
              <a:off x="1516" y="3113"/>
              <a:ext cx="26"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2" name="Rectangle 565"/>
            <p:cNvSpPr>
              <a:spLocks noChangeArrowheads="1"/>
            </p:cNvSpPr>
            <p:nvPr/>
          </p:nvSpPr>
          <p:spPr bwMode="auto">
            <a:xfrm>
              <a:off x="1542" y="3113"/>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3" name="Rectangle 566"/>
            <p:cNvSpPr>
              <a:spLocks noChangeArrowheads="1"/>
            </p:cNvSpPr>
            <p:nvPr/>
          </p:nvSpPr>
          <p:spPr bwMode="auto">
            <a:xfrm>
              <a:off x="1563" y="3113"/>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4" name="Rectangle 567"/>
            <p:cNvSpPr>
              <a:spLocks noChangeArrowheads="1"/>
            </p:cNvSpPr>
            <p:nvPr/>
          </p:nvSpPr>
          <p:spPr bwMode="auto">
            <a:xfrm>
              <a:off x="1588" y="3113"/>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5" name="Rectangle 568"/>
            <p:cNvSpPr>
              <a:spLocks noChangeArrowheads="1"/>
            </p:cNvSpPr>
            <p:nvPr/>
          </p:nvSpPr>
          <p:spPr bwMode="auto">
            <a:xfrm>
              <a:off x="1609" y="3113"/>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6" name="Rectangle 569"/>
            <p:cNvSpPr>
              <a:spLocks noChangeArrowheads="1"/>
            </p:cNvSpPr>
            <p:nvPr/>
          </p:nvSpPr>
          <p:spPr bwMode="auto">
            <a:xfrm>
              <a:off x="1630" y="3113"/>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7" name="Rectangle 570"/>
            <p:cNvSpPr>
              <a:spLocks noChangeArrowheads="1"/>
            </p:cNvSpPr>
            <p:nvPr/>
          </p:nvSpPr>
          <p:spPr bwMode="auto">
            <a:xfrm>
              <a:off x="1655" y="3113"/>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8" name="Rectangle 571"/>
            <p:cNvSpPr>
              <a:spLocks noChangeArrowheads="1"/>
            </p:cNvSpPr>
            <p:nvPr/>
          </p:nvSpPr>
          <p:spPr bwMode="auto">
            <a:xfrm>
              <a:off x="1676" y="3113"/>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39" name="Rectangle 572"/>
            <p:cNvSpPr>
              <a:spLocks noChangeArrowheads="1"/>
            </p:cNvSpPr>
            <p:nvPr/>
          </p:nvSpPr>
          <p:spPr bwMode="auto">
            <a:xfrm>
              <a:off x="1701" y="3113"/>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0" name="Rectangle 573"/>
            <p:cNvSpPr>
              <a:spLocks noChangeArrowheads="1"/>
            </p:cNvSpPr>
            <p:nvPr/>
          </p:nvSpPr>
          <p:spPr bwMode="auto">
            <a:xfrm>
              <a:off x="1722" y="3113"/>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1" name="Rectangle 574"/>
            <p:cNvSpPr>
              <a:spLocks noChangeArrowheads="1"/>
            </p:cNvSpPr>
            <p:nvPr/>
          </p:nvSpPr>
          <p:spPr bwMode="auto">
            <a:xfrm>
              <a:off x="1743" y="3113"/>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2" name="Rectangle 575"/>
            <p:cNvSpPr>
              <a:spLocks noChangeArrowheads="1"/>
            </p:cNvSpPr>
            <p:nvPr/>
          </p:nvSpPr>
          <p:spPr bwMode="auto">
            <a:xfrm>
              <a:off x="1769" y="3113"/>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3" name="Rectangle 576"/>
            <p:cNvSpPr>
              <a:spLocks noChangeArrowheads="1"/>
            </p:cNvSpPr>
            <p:nvPr/>
          </p:nvSpPr>
          <p:spPr bwMode="auto">
            <a:xfrm>
              <a:off x="1790" y="3113"/>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4" name="Rectangle 577"/>
            <p:cNvSpPr>
              <a:spLocks noChangeArrowheads="1"/>
            </p:cNvSpPr>
            <p:nvPr/>
          </p:nvSpPr>
          <p:spPr bwMode="auto">
            <a:xfrm>
              <a:off x="1815" y="3113"/>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5" name="Rectangle 578"/>
            <p:cNvSpPr>
              <a:spLocks noChangeArrowheads="1"/>
            </p:cNvSpPr>
            <p:nvPr/>
          </p:nvSpPr>
          <p:spPr bwMode="auto">
            <a:xfrm>
              <a:off x="1836" y="3113"/>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6" name="Rectangle 579"/>
            <p:cNvSpPr>
              <a:spLocks noChangeArrowheads="1"/>
            </p:cNvSpPr>
            <p:nvPr/>
          </p:nvSpPr>
          <p:spPr bwMode="auto">
            <a:xfrm>
              <a:off x="1861" y="3113"/>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7" name="Rectangle 580"/>
            <p:cNvSpPr>
              <a:spLocks noChangeArrowheads="1"/>
            </p:cNvSpPr>
            <p:nvPr/>
          </p:nvSpPr>
          <p:spPr bwMode="auto">
            <a:xfrm>
              <a:off x="1882" y="3113"/>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8" name="Rectangle 581"/>
            <p:cNvSpPr>
              <a:spLocks noChangeArrowheads="1"/>
            </p:cNvSpPr>
            <p:nvPr/>
          </p:nvSpPr>
          <p:spPr bwMode="auto">
            <a:xfrm>
              <a:off x="1903" y="3113"/>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49" name="Rectangle 582"/>
            <p:cNvSpPr>
              <a:spLocks noChangeArrowheads="1"/>
            </p:cNvSpPr>
            <p:nvPr/>
          </p:nvSpPr>
          <p:spPr bwMode="auto">
            <a:xfrm>
              <a:off x="1928" y="3113"/>
              <a:ext cx="22"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0" name="Rectangle 583"/>
            <p:cNvSpPr>
              <a:spLocks noChangeArrowheads="1"/>
            </p:cNvSpPr>
            <p:nvPr/>
          </p:nvSpPr>
          <p:spPr bwMode="auto">
            <a:xfrm>
              <a:off x="1950" y="3113"/>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1" name="Rectangle 584"/>
            <p:cNvSpPr>
              <a:spLocks noChangeArrowheads="1"/>
            </p:cNvSpPr>
            <p:nvPr/>
          </p:nvSpPr>
          <p:spPr bwMode="auto">
            <a:xfrm>
              <a:off x="1975" y="311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2" name="Rectangle 585"/>
            <p:cNvSpPr>
              <a:spLocks noChangeArrowheads="1"/>
            </p:cNvSpPr>
            <p:nvPr/>
          </p:nvSpPr>
          <p:spPr bwMode="auto">
            <a:xfrm>
              <a:off x="1996" y="311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3" name="Rectangle 586"/>
            <p:cNvSpPr>
              <a:spLocks noChangeArrowheads="1"/>
            </p:cNvSpPr>
            <p:nvPr/>
          </p:nvSpPr>
          <p:spPr bwMode="auto">
            <a:xfrm>
              <a:off x="2017" y="3113"/>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4" name="Rectangle 587"/>
            <p:cNvSpPr>
              <a:spLocks noChangeArrowheads="1"/>
            </p:cNvSpPr>
            <p:nvPr/>
          </p:nvSpPr>
          <p:spPr bwMode="auto">
            <a:xfrm>
              <a:off x="2042" y="3113"/>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5" name="Rectangle 588"/>
            <p:cNvSpPr>
              <a:spLocks noChangeArrowheads="1"/>
            </p:cNvSpPr>
            <p:nvPr/>
          </p:nvSpPr>
          <p:spPr bwMode="auto">
            <a:xfrm>
              <a:off x="2063" y="3113"/>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6" name="Rectangle 589"/>
            <p:cNvSpPr>
              <a:spLocks noChangeArrowheads="1"/>
            </p:cNvSpPr>
            <p:nvPr/>
          </p:nvSpPr>
          <p:spPr bwMode="auto">
            <a:xfrm>
              <a:off x="2088" y="311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7" name="Rectangle 590"/>
            <p:cNvSpPr>
              <a:spLocks noChangeArrowheads="1"/>
            </p:cNvSpPr>
            <p:nvPr/>
          </p:nvSpPr>
          <p:spPr bwMode="auto">
            <a:xfrm>
              <a:off x="2109" y="311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8" name="Rectangle 591"/>
            <p:cNvSpPr>
              <a:spLocks noChangeArrowheads="1"/>
            </p:cNvSpPr>
            <p:nvPr/>
          </p:nvSpPr>
          <p:spPr bwMode="auto">
            <a:xfrm>
              <a:off x="2130" y="3113"/>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59" name="Rectangle 592"/>
            <p:cNvSpPr>
              <a:spLocks noChangeArrowheads="1"/>
            </p:cNvSpPr>
            <p:nvPr/>
          </p:nvSpPr>
          <p:spPr bwMode="auto">
            <a:xfrm>
              <a:off x="2156" y="3113"/>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0" name="Rectangle 593"/>
            <p:cNvSpPr>
              <a:spLocks noChangeArrowheads="1"/>
            </p:cNvSpPr>
            <p:nvPr/>
          </p:nvSpPr>
          <p:spPr bwMode="auto">
            <a:xfrm>
              <a:off x="2177" y="311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1" name="Rectangle 594"/>
            <p:cNvSpPr>
              <a:spLocks noChangeArrowheads="1"/>
            </p:cNvSpPr>
            <p:nvPr/>
          </p:nvSpPr>
          <p:spPr bwMode="auto">
            <a:xfrm>
              <a:off x="2202" y="3113"/>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2" name="Rectangle 595"/>
            <p:cNvSpPr>
              <a:spLocks noChangeArrowheads="1"/>
            </p:cNvSpPr>
            <p:nvPr/>
          </p:nvSpPr>
          <p:spPr bwMode="auto">
            <a:xfrm>
              <a:off x="2223" y="3113"/>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3" name="Rectangle 596"/>
            <p:cNvSpPr>
              <a:spLocks noChangeArrowheads="1"/>
            </p:cNvSpPr>
            <p:nvPr/>
          </p:nvSpPr>
          <p:spPr bwMode="auto">
            <a:xfrm>
              <a:off x="2244" y="311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4" name="Rectangle 597"/>
            <p:cNvSpPr>
              <a:spLocks noChangeArrowheads="1"/>
            </p:cNvSpPr>
            <p:nvPr/>
          </p:nvSpPr>
          <p:spPr bwMode="auto">
            <a:xfrm>
              <a:off x="2269" y="3113"/>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5" name="Rectangle 598"/>
            <p:cNvSpPr>
              <a:spLocks noChangeArrowheads="1"/>
            </p:cNvSpPr>
            <p:nvPr/>
          </p:nvSpPr>
          <p:spPr bwMode="auto">
            <a:xfrm>
              <a:off x="2290" y="311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6" name="Rectangle 599"/>
            <p:cNvSpPr>
              <a:spLocks noChangeArrowheads="1"/>
            </p:cNvSpPr>
            <p:nvPr/>
          </p:nvSpPr>
          <p:spPr bwMode="auto">
            <a:xfrm>
              <a:off x="2315" y="311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7" name="Rectangle 600"/>
            <p:cNvSpPr>
              <a:spLocks noChangeArrowheads="1"/>
            </p:cNvSpPr>
            <p:nvPr/>
          </p:nvSpPr>
          <p:spPr bwMode="auto">
            <a:xfrm>
              <a:off x="2336" y="3113"/>
              <a:ext cx="22"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8" name="Rectangle 601"/>
            <p:cNvSpPr>
              <a:spLocks noChangeArrowheads="1"/>
            </p:cNvSpPr>
            <p:nvPr/>
          </p:nvSpPr>
          <p:spPr bwMode="auto">
            <a:xfrm>
              <a:off x="2358" y="3113"/>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69" name="Rectangle 602"/>
            <p:cNvSpPr>
              <a:spLocks noChangeArrowheads="1"/>
            </p:cNvSpPr>
            <p:nvPr/>
          </p:nvSpPr>
          <p:spPr bwMode="auto">
            <a:xfrm>
              <a:off x="2383" y="3113"/>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0" name="Rectangle 603"/>
            <p:cNvSpPr>
              <a:spLocks noChangeArrowheads="1"/>
            </p:cNvSpPr>
            <p:nvPr/>
          </p:nvSpPr>
          <p:spPr bwMode="auto">
            <a:xfrm>
              <a:off x="2404" y="3113"/>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1" name="Rectangle 604"/>
            <p:cNvSpPr>
              <a:spLocks noChangeArrowheads="1"/>
            </p:cNvSpPr>
            <p:nvPr/>
          </p:nvSpPr>
          <p:spPr bwMode="auto">
            <a:xfrm>
              <a:off x="2429" y="311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2" name="Rectangle 605"/>
            <p:cNvSpPr>
              <a:spLocks noChangeArrowheads="1"/>
            </p:cNvSpPr>
            <p:nvPr/>
          </p:nvSpPr>
          <p:spPr bwMode="auto">
            <a:xfrm>
              <a:off x="2450" y="311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3" name="Rectangle 606"/>
            <p:cNvSpPr>
              <a:spLocks noChangeArrowheads="1"/>
            </p:cNvSpPr>
            <p:nvPr/>
          </p:nvSpPr>
          <p:spPr bwMode="auto">
            <a:xfrm>
              <a:off x="2471" y="3113"/>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4" name="Rectangle 607"/>
            <p:cNvSpPr>
              <a:spLocks noChangeArrowheads="1"/>
            </p:cNvSpPr>
            <p:nvPr/>
          </p:nvSpPr>
          <p:spPr bwMode="auto">
            <a:xfrm>
              <a:off x="2496" y="3113"/>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5" name="Rectangle 608"/>
            <p:cNvSpPr>
              <a:spLocks noChangeArrowheads="1"/>
            </p:cNvSpPr>
            <p:nvPr/>
          </p:nvSpPr>
          <p:spPr bwMode="auto">
            <a:xfrm>
              <a:off x="2517" y="3113"/>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6" name="Rectangle 609"/>
            <p:cNvSpPr>
              <a:spLocks noChangeArrowheads="1"/>
            </p:cNvSpPr>
            <p:nvPr/>
          </p:nvSpPr>
          <p:spPr bwMode="auto">
            <a:xfrm>
              <a:off x="2543" y="3113"/>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7" name="Rectangle 610"/>
            <p:cNvSpPr>
              <a:spLocks noChangeArrowheads="1"/>
            </p:cNvSpPr>
            <p:nvPr/>
          </p:nvSpPr>
          <p:spPr bwMode="auto">
            <a:xfrm>
              <a:off x="2564" y="3113"/>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8" name="Rectangle 611"/>
            <p:cNvSpPr>
              <a:spLocks noChangeArrowheads="1"/>
            </p:cNvSpPr>
            <p:nvPr/>
          </p:nvSpPr>
          <p:spPr bwMode="auto">
            <a:xfrm>
              <a:off x="2589" y="3113"/>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79" name="Rectangle 612"/>
            <p:cNvSpPr>
              <a:spLocks noChangeArrowheads="1"/>
            </p:cNvSpPr>
            <p:nvPr/>
          </p:nvSpPr>
          <p:spPr bwMode="auto">
            <a:xfrm>
              <a:off x="2610" y="3113"/>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0" name="Rectangle 613"/>
            <p:cNvSpPr>
              <a:spLocks noChangeArrowheads="1"/>
            </p:cNvSpPr>
            <p:nvPr/>
          </p:nvSpPr>
          <p:spPr bwMode="auto">
            <a:xfrm>
              <a:off x="2631" y="3113"/>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1" name="Rectangle 614"/>
            <p:cNvSpPr>
              <a:spLocks noChangeArrowheads="1"/>
            </p:cNvSpPr>
            <p:nvPr/>
          </p:nvSpPr>
          <p:spPr bwMode="auto">
            <a:xfrm>
              <a:off x="2656" y="3113"/>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2" name="Rectangle 615"/>
            <p:cNvSpPr>
              <a:spLocks noChangeArrowheads="1"/>
            </p:cNvSpPr>
            <p:nvPr/>
          </p:nvSpPr>
          <p:spPr bwMode="auto">
            <a:xfrm>
              <a:off x="2677" y="3113"/>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3" name="Rectangle 616"/>
            <p:cNvSpPr>
              <a:spLocks noChangeArrowheads="1"/>
            </p:cNvSpPr>
            <p:nvPr/>
          </p:nvSpPr>
          <p:spPr bwMode="auto">
            <a:xfrm>
              <a:off x="2702" y="3113"/>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4" name="Rectangle 617"/>
            <p:cNvSpPr>
              <a:spLocks noChangeArrowheads="1"/>
            </p:cNvSpPr>
            <p:nvPr/>
          </p:nvSpPr>
          <p:spPr bwMode="auto">
            <a:xfrm>
              <a:off x="2723" y="3113"/>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5" name="Rectangle 618"/>
            <p:cNvSpPr>
              <a:spLocks noChangeArrowheads="1"/>
            </p:cNvSpPr>
            <p:nvPr/>
          </p:nvSpPr>
          <p:spPr bwMode="auto">
            <a:xfrm>
              <a:off x="2744" y="3113"/>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6" name="Rectangle 619"/>
            <p:cNvSpPr>
              <a:spLocks noChangeArrowheads="1"/>
            </p:cNvSpPr>
            <p:nvPr/>
          </p:nvSpPr>
          <p:spPr bwMode="auto">
            <a:xfrm>
              <a:off x="2770" y="3113"/>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7" name="Rectangle 620"/>
            <p:cNvSpPr>
              <a:spLocks noChangeArrowheads="1"/>
            </p:cNvSpPr>
            <p:nvPr/>
          </p:nvSpPr>
          <p:spPr bwMode="auto">
            <a:xfrm>
              <a:off x="2791" y="3113"/>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8" name="Rectangle 621"/>
            <p:cNvSpPr>
              <a:spLocks noChangeArrowheads="1"/>
            </p:cNvSpPr>
            <p:nvPr/>
          </p:nvSpPr>
          <p:spPr bwMode="auto">
            <a:xfrm>
              <a:off x="2816" y="3113"/>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89" name="Rectangle 622"/>
            <p:cNvSpPr>
              <a:spLocks noChangeArrowheads="1"/>
            </p:cNvSpPr>
            <p:nvPr/>
          </p:nvSpPr>
          <p:spPr bwMode="auto">
            <a:xfrm>
              <a:off x="2837" y="3113"/>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0" name="Rectangle 623"/>
            <p:cNvSpPr>
              <a:spLocks noChangeArrowheads="1"/>
            </p:cNvSpPr>
            <p:nvPr/>
          </p:nvSpPr>
          <p:spPr bwMode="auto">
            <a:xfrm>
              <a:off x="2858" y="3113"/>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1" name="Rectangle 624"/>
            <p:cNvSpPr>
              <a:spLocks noChangeArrowheads="1"/>
            </p:cNvSpPr>
            <p:nvPr/>
          </p:nvSpPr>
          <p:spPr bwMode="auto">
            <a:xfrm>
              <a:off x="2883" y="3113"/>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2" name="Rectangle 625"/>
            <p:cNvSpPr>
              <a:spLocks noChangeArrowheads="1"/>
            </p:cNvSpPr>
            <p:nvPr/>
          </p:nvSpPr>
          <p:spPr bwMode="auto">
            <a:xfrm>
              <a:off x="2904" y="3113"/>
              <a:ext cx="26"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3" name="Rectangle 626"/>
            <p:cNvSpPr>
              <a:spLocks noChangeArrowheads="1"/>
            </p:cNvSpPr>
            <p:nvPr/>
          </p:nvSpPr>
          <p:spPr bwMode="auto">
            <a:xfrm>
              <a:off x="2930" y="3113"/>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4" name="Rectangle 627"/>
            <p:cNvSpPr>
              <a:spLocks noChangeArrowheads="1"/>
            </p:cNvSpPr>
            <p:nvPr/>
          </p:nvSpPr>
          <p:spPr bwMode="auto">
            <a:xfrm>
              <a:off x="2951" y="3113"/>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5" name="Rectangle 628"/>
            <p:cNvSpPr>
              <a:spLocks noChangeArrowheads="1"/>
            </p:cNvSpPr>
            <p:nvPr/>
          </p:nvSpPr>
          <p:spPr bwMode="auto">
            <a:xfrm>
              <a:off x="2972" y="3113"/>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6" name="Rectangle 629"/>
            <p:cNvSpPr>
              <a:spLocks noChangeArrowheads="1"/>
            </p:cNvSpPr>
            <p:nvPr/>
          </p:nvSpPr>
          <p:spPr bwMode="auto">
            <a:xfrm>
              <a:off x="2997" y="3113"/>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7" name="Rectangle 630"/>
            <p:cNvSpPr>
              <a:spLocks noChangeArrowheads="1"/>
            </p:cNvSpPr>
            <p:nvPr/>
          </p:nvSpPr>
          <p:spPr bwMode="auto">
            <a:xfrm>
              <a:off x="3018" y="3113"/>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8" name="Rectangle 631"/>
            <p:cNvSpPr>
              <a:spLocks noChangeArrowheads="1"/>
            </p:cNvSpPr>
            <p:nvPr/>
          </p:nvSpPr>
          <p:spPr bwMode="auto">
            <a:xfrm>
              <a:off x="3043" y="3113"/>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899" name="Rectangle 632"/>
            <p:cNvSpPr>
              <a:spLocks noChangeArrowheads="1"/>
            </p:cNvSpPr>
            <p:nvPr/>
          </p:nvSpPr>
          <p:spPr bwMode="auto">
            <a:xfrm>
              <a:off x="3064" y="3113"/>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0" name="Rectangle 633"/>
            <p:cNvSpPr>
              <a:spLocks noChangeArrowheads="1"/>
            </p:cNvSpPr>
            <p:nvPr/>
          </p:nvSpPr>
          <p:spPr bwMode="auto">
            <a:xfrm>
              <a:off x="3085" y="3113"/>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1" name="Rectangle 634"/>
            <p:cNvSpPr>
              <a:spLocks noChangeArrowheads="1"/>
            </p:cNvSpPr>
            <p:nvPr/>
          </p:nvSpPr>
          <p:spPr bwMode="auto">
            <a:xfrm>
              <a:off x="3110" y="3113"/>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2" name="Rectangle 635"/>
            <p:cNvSpPr>
              <a:spLocks noChangeArrowheads="1"/>
            </p:cNvSpPr>
            <p:nvPr/>
          </p:nvSpPr>
          <p:spPr bwMode="auto">
            <a:xfrm>
              <a:off x="3131" y="3113"/>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3" name="Rectangle 636"/>
            <p:cNvSpPr>
              <a:spLocks noChangeArrowheads="1"/>
            </p:cNvSpPr>
            <p:nvPr/>
          </p:nvSpPr>
          <p:spPr bwMode="auto">
            <a:xfrm>
              <a:off x="3157" y="3113"/>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4" name="Rectangle 637"/>
            <p:cNvSpPr>
              <a:spLocks noChangeArrowheads="1"/>
            </p:cNvSpPr>
            <p:nvPr/>
          </p:nvSpPr>
          <p:spPr bwMode="auto">
            <a:xfrm>
              <a:off x="3178" y="3113"/>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5" name="Rectangle 638"/>
            <p:cNvSpPr>
              <a:spLocks noChangeArrowheads="1"/>
            </p:cNvSpPr>
            <p:nvPr/>
          </p:nvSpPr>
          <p:spPr bwMode="auto">
            <a:xfrm>
              <a:off x="3199" y="3113"/>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6" name="Rectangle 639"/>
            <p:cNvSpPr>
              <a:spLocks noChangeArrowheads="1"/>
            </p:cNvSpPr>
            <p:nvPr/>
          </p:nvSpPr>
          <p:spPr bwMode="auto">
            <a:xfrm>
              <a:off x="3224" y="3113"/>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7" name="Rectangle 640"/>
            <p:cNvSpPr>
              <a:spLocks noChangeArrowheads="1"/>
            </p:cNvSpPr>
            <p:nvPr/>
          </p:nvSpPr>
          <p:spPr bwMode="auto">
            <a:xfrm>
              <a:off x="3245" y="3113"/>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8" name="Rectangle 641"/>
            <p:cNvSpPr>
              <a:spLocks noChangeArrowheads="1"/>
            </p:cNvSpPr>
            <p:nvPr/>
          </p:nvSpPr>
          <p:spPr bwMode="auto">
            <a:xfrm>
              <a:off x="3270" y="3113"/>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09" name="Rectangle 642"/>
            <p:cNvSpPr>
              <a:spLocks noChangeArrowheads="1"/>
            </p:cNvSpPr>
            <p:nvPr/>
          </p:nvSpPr>
          <p:spPr bwMode="auto">
            <a:xfrm>
              <a:off x="3291" y="3113"/>
              <a:ext cx="26"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0" name="Rectangle 643"/>
            <p:cNvSpPr>
              <a:spLocks noChangeArrowheads="1"/>
            </p:cNvSpPr>
            <p:nvPr/>
          </p:nvSpPr>
          <p:spPr bwMode="auto">
            <a:xfrm>
              <a:off x="3317" y="3113"/>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1" name="Rectangle 644"/>
            <p:cNvSpPr>
              <a:spLocks noChangeArrowheads="1"/>
            </p:cNvSpPr>
            <p:nvPr/>
          </p:nvSpPr>
          <p:spPr bwMode="auto">
            <a:xfrm>
              <a:off x="3338" y="3113"/>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2" name="Rectangle 645"/>
            <p:cNvSpPr>
              <a:spLocks noChangeArrowheads="1"/>
            </p:cNvSpPr>
            <p:nvPr/>
          </p:nvSpPr>
          <p:spPr bwMode="auto">
            <a:xfrm>
              <a:off x="3359" y="3113"/>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3" name="Rectangle 646"/>
            <p:cNvSpPr>
              <a:spLocks noChangeArrowheads="1"/>
            </p:cNvSpPr>
            <p:nvPr/>
          </p:nvSpPr>
          <p:spPr bwMode="auto">
            <a:xfrm>
              <a:off x="3384" y="3113"/>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4" name="Rectangle 647"/>
            <p:cNvSpPr>
              <a:spLocks noChangeArrowheads="1"/>
            </p:cNvSpPr>
            <p:nvPr/>
          </p:nvSpPr>
          <p:spPr bwMode="auto">
            <a:xfrm>
              <a:off x="3405" y="3113"/>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5" name="Rectangle 648"/>
            <p:cNvSpPr>
              <a:spLocks noChangeArrowheads="1"/>
            </p:cNvSpPr>
            <p:nvPr/>
          </p:nvSpPr>
          <p:spPr bwMode="auto">
            <a:xfrm>
              <a:off x="3430" y="3113"/>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6" name="Rectangle 649"/>
            <p:cNvSpPr>
              <a:spLocks noChangeArrowheads="1"/>
            </p:cNvSpPr>
            <p:nvPr/>
          </p:nvSpPr>
          <p:spPr bwMode="auto">
            <a:xfrm>
              <a:off x="3451" y="3113"/>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7" name="Rectangle 650"/>
            <p:cNvSpPr>
              <a:spLocks noChangeArrowheads="1"/>
            </p:cNvSpPr>
            <p:nvPr/>
          </p:nvSpPr>
          <p:spPr bwMode="auto">
            <a:xfrm>
              <a:off x="3472" y="3113"/>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8" name="Rectangle 651"/>
            <p:cNvSpPr>
              <a:spLocks noChangeArrowheads="1"/>
            </p:cNvSpPr>
            <p:nvPr/>
          </p:nvSpPr>
          <p:spPr bwMode="auto">
            <a:xfrm>
              <a:off x="3497" y="3113"/>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19" name="Rectangle 652"/>
            <p:cNvSpPr>
              <a:spLocks noChangeArrowheads="1"/>
            </p:cNvSpPr>
            <p:nvPr/>
          </p:nvSpPr>
          <p:spPr bwMode="auto">
            <a:xfrm>
              <a:off x="3518" y="3113"/>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0" name="Rectangle 653"/>
            <p:cNvSpPr>
              <a:spLocks noChangeArrowheads="1"/>
            </p:cNvSpPr>
            <p:nvPr/>
          </p:nvSpPr>
          <p:spPr bwMode="auto">
            <a:xfrm>
              <a:off x="3544" y="3113"/>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1" name="Rectangle 654"/>
            <p:cNvSpPr>
              <a:spLocks noChangeArrowheads="1"/>
            </p:cNvSpPr>
            <p:nvPr/>
          </p:nvSpPr>
          <p:spPr bwMode="auto">
            <a:xfrm>
              <a:off x="3565" y="3113"/>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2" name="Rectangle 655"/>
            <p:cNvSpPr>
              <a:spLocks noChangeArrowheads="1"/>
            </p:cNvSpPr>
            <p:nvPr/>
          </p:nvSpPr>
          <p:spPr bwMode="auto">
            <a:xfrm>
              <a:off x="3586" y="3113"/>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3" name="Rectangle 656"/>
            <p:cNvSpPr>
              <a:spLocks noChangeArrowheads="1"/>
            </p:cNvSpPr>
            <p:nvPr/>
          </p:nvSpPr>
          <p:spPr bwMode="auto">
            <a:xfrm>
              <a:off x="3611" y="311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4" name="Rectangle 657"/>
            <p:cNvSpPr>
              <a:spLocks noChangeArrowheads="1"/>
            </p:cNvSpPr>
            <p:nvPr/>
          </p:nvSpPr>
          <p:spPr bwMode="auto">
            <a:xfrm>
              <a:off x="3632" y="3113"/>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925" name="Rectangle 658"/>
            <p:cNvSpPr>
              <a:spLocks noChangeArrowheads="1"/>
            </p:cNvSpPr>
            <p:nvPr/>
          </p:nvSpPr>
          <p:spPr bwMode="auto">
            <a:xfrm>
              <a:off x="3657" y="311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2" name="Group 659"/>
          <p:cNvGrpSpPr/>
          <p:nvPr/>
        </p:nvGrpSpPr>
        <p:grpSpPr bwMode="auto">
          <a:xfrm>
            <a:off x="820738" y="5522913"/>
            <a:ext cx="4619625" cy="166687"/>
            <a:chOff x="524" y="3386"/>
            <a:chExt cx="2910" cy="105"/>
          </a:xfrm>
        </p:grpSpPr>
        <p:sp>
          <p:nvSpPr>
            <p:cNvPr id="218670" name="Rectangle 660"/>
            <p:cNvSpPr>
              <a:spLocks noChangeArrowheads="1"/>
            </p:cNvSpPr>
            <p:nvPr/>
          </p:nvSpPr>
          <p:spPr bwMode="auto">
            <a:xfrm>
              <a:off x="524"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1" name="Rectangle 661"/>
            <p:cNvSpPr>
              <a:spLocks noChangeArrowheads="1"/>
            </p:cNvSpPr>
            <p:nvPr/>
          </p:nvSpPr>
          <p:spPr bwMode="auto">
            <a:xfrm>
              <a:off x="545" y="3386"/>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2" name="Rectangle 662"/>
            <p:cNvSpPr>
              <a:spLocks noChangeArrowheads="1"/>
            </p:cNvSpPr>
            <p:nvPr/>
          </p:nvSpPr>
          <p:spPr bwMode="auto">
            <a:xfrm>
              <a:off x="570"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3" name="Rectangle 663"/>
            <p:cNvSpPr>
              <a:spLocks noChangeArrowheads="1"/>
            </p:cNvSpPr>
            <p:nvPr/>
          </p:nvSpPr>
          <p:spPr bwMode="auto">
            <a:xfrm>
              <a:off x="591" y="338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4" name="Rectangle 664"/>
            <p:cNvSpPr>
              <a:spLocks noChangeArrowheads="1"/>
            </p:cNvSpPr>
            <p:nvPr/>
          </p:nvSpPr>
          <p:spPr bwMode="auto">
            <a:xfrm>
              <a:off x="616"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5" name="Rectangle 665"/>
            <p:cNvSpPr>
              <a:spLocks noChangeArrowheads="1"/>
            </p:cNvSpPr>
            <p:nvPr/>
          </p:nvSpPr>
          <p:spPr bwMode="auto">
            <a:xfrm>
              <a:off x="637" y="338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6" name="Rectangle 666"/>
            <p:cNvSpPr>
              <a:spLocks noChangeArrowheads="1"/>
            </p:cNvSpPr>
            <p:nvPr/>
          </p:nvSpPr>
          <p:spPr bwMode="auto">
            <a:xfrm>
              <a:off x="658" y="3386"/>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7" name="Rectangle 667"/>
            <p:cNvSpPr>
              <a:spLocks noChangeArrowheads="1"/>
            </p:cNvSpPr>
            <p:nvPr/>
          </p:nvSpPr>
          <p:spPr bwMode="auto">
            <a:xfrm>
              <a:off x="683" y="3386"/>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8" name="Rectangle 668"/>
            <p:cNvSpPr>
              <a:spLocks noChangeArrowheads="1"/>
            </p:cNvSpPr>
            <p:nvPr/>
          </p:nvSpPr>
          <p:spPr bwMode="auto">
            <a:xfrm>
              <a:off x="704" y="3386"/>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79" name="Rectangle 669"/>
            <p:cNvSpPr>
              <a:spLocks noChangeArrowheads="1"/>
            </p:cNvSpPr>
            <p:nvPr/>
          </p:nvSpPr>
          <p:spPr bwMode="auto">
            <a:xfrm>
              <a:off x="730"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0" name="Rectangle 670"/>
            <p:cNvSpPr>
              <a:spLocks noChangeArrowheads="1"/>
            </p:cNvSpPr>
            <p:nvPr/>
          </p:nvSpPr>
          <p:spPr bwMode="auto">
            <a:xfrm>
              <a:off x="751" y="3386"/>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1" name="Rectangle 671"/>
            <p:cNvSpPr>
              <a:spLocks noChangeArrowheads="1"/>
            </p:cNvSpPr>
            <p:nvPr/>
          </p:nvSpPr>
          <p:spPr bwMode="auto">
            <a:xfrm>
              <a:off x="772" y="338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2" name="Rectangle 672"/>
            <p:cNvSpPr>
              <a:spLocks noChangeArrowheads="1"/>
            </p:cNvSpPr>
            <p:nvPr/>
          </p:nvSpPr>
          <p:spPr bwMode="auto">
            <a:xfrm>
              <a:off x="797" y="338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3" name="Rectangle 673"/>
            <p:cNvSpPr>
              <a:spLocks noChangeArrowheads="1"/>
            </p:cNvSpPr>
            <p:nvPr/>
          </p:nvSpPr>
          <p:spPr bwMode="auto">
            <a:xfrm>
              <a:off x="818" y="3386"/>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4" name="Rectangle 674"/>
            <p:cNvSpPr>
              <a:spLocks noChangeArrowheads="1"/>
            </p:cNvSpPr>
            <p:nvPr/>
          </p:nvSpPr>
          <p:spPr bwMode="auto">
            <a:xfrm>
              <a:off x="843" y="338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5" name="Rectangle 675"/>
            <p:cNvSpPr>
              <a:spLocks noChangeArrowheads="1"/>
            </p:cNvSpPr>
            <p:nvPr/>
          </p:nvSpPr>
          <p:spPr bwMode="auto">
            <a:xfrm>
              <a:off x="864" y="3386"/>
              <a:ext cx="26"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6" name="Rectangle 676"/>
            <p:cNvSpPr>
              <a:spLocks noChangeArrowheads="1"/>
            </p:cNvSpPr>
            <p:nvPr/>
          </p:nvSpPr>
          <p:spPr bwMode="auto">
            <a:xfrm>
              <a:off x="890" y="3386"/>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7" name="Rectangle 677"/>
            <p:cNvSpPr>
              <a:spLocks noChangeArrowheads="1"/>
            </p:cNvSpPr>
            <p:nvPr/>
          </p:nvSpPr>
          <p:spPr bwMode="auto">
            <a:xfrm>
              <a:off x="911" y="338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8" name="Rectangle 678"/>
            <p:cNvSpPr>
              <a:spLocks noChangeArrowheads="1"/>
            </p:cNvSpPr>
            <p:nvPr/>
          </p:nvSpPr>
          <p:spPr bwMode="auto">
            <a:xfrm>
              <a:off x="932" y="3386"/>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89" name="Rectangle 679"/>
            <p:cNvSpPr>
              <a:spLocks noChangeArrowheads="1"/>
            </p:cNvSpPr>
            <p:nvPr/>
          </p:nvSpPr>
          <p:spPr bwMode="auto">
            <a:xfrm>
              <a:off x="957" y="338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0" name="Rectangle 680"/>
            <p:cNvSpPr>
              <a:spLocks noChangeArrowheads="1"/>
            </p:cNvSpPr>
            <p:nvPr/>
          </p:nvSpPr>
          <p:spPr bwMode="auto">
            <a:xfrm>
              <a:off x="978" y="338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1" name="Rectangle 681"/>
            <p:cNvSpPr>
              <a:spLocks noChangeArrowheads="1"/>
            </p:cNvSpPr>
            <p:nvPr/>
          </p:nvSpPr>
          <p:spPr bwMode="auto">
            <a:xfrm>
              <a:off x="1003" y="3386"/>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2" name="Rectangle 682"/>
            <p:cNvSpPr>
              <a:spLocks noChangeArrowheads="1"/>
            </p:cNvSpPr>
            <p:nvPr/>
          </p:nvSpPr>
          <p:spPr bwMode="auto">
            <a:xfrm>
              <a:off x="1024" y="338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3" name="Rectangle 683"/>
            <p:cNvSpPr>
              <a:spLocks noChangeArrowheads="1"/>
            </p:cNvSpPr>
            <p:nvPr/>
          </p:nvSpPr>
          <p:spPr bwMode="auto">
            <a:xfrm>
              <a:off x="1045" y="3386"/>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4" name="Rectangle 684"/>
            <p:cNvSpPr>
              <a:spLocks noChangeArrowheads="1"/>
            </p:cNvSpPr>
            <p:nvPr/>
          </p:nvSpPr>
          <p:spPr bwMode="auto">
            <a:xfrm>
              <a:off x="1070" y="338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5" name="Rectangle 685"/>
            <p:cNvSpPr>
              <a:spLocks noChangeArrowheads="1"/>
            </p:cNvSpPr>
            <p:nvPr/>
          </p:nvSpPr>
          <p:spPr bwMode="auto">
            <a:xfrm>
              <a:off x="1091" y="3386"/>
              <a:ext cx="26"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6" name="Rectangle 686"/>
            <p:cNvSpPr>
              <a:spLocks noChangeArrowheads="1"/>
            </p:cNvSpPr>
            <p:nvPr/>
          </p:nvSpPr>
          <p:spPr bwMode="auto">
            <a:xfrm>
              <a:off x="1117" y="338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7" name="Rectangle 687"/>
            <p:cNvSpPr>
              <a:spLocks noChangeArrowheads="1"/>
            </p:cNvSpPr>
            <p:nvPr/>
          </p:nvSpPr>
          <p:spPr bwMode="auto">
            <a:xfrm>
              <a:off x="1138" y="338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8" name="Rectangle 688"/>
            <p:cNvSpPr>
              <a:spLocks noChangeArrowheads="1"/>
            </p:cNvSpPr>
            <p:nvPr/>
          </p:nvSpPr>
          <p:spPr bwMode="auto">
            <a:xfrm>
              <a:off x="1159" y="3386"/>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99" name="Rectangle 689"/>
            <p:cNvSpPr>
              <a:spLocks noChangeArrowheads="1"/>
            </p:cNvSpPr>
            <p:nvPr/>
          </p:nvSpPr>
          <p:spPr bwMode="auto">
            <a:xfrm>
              <a:off x="1184" y="338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0" name="Rectangle 690"/>
            <p:cNvSpPr>
              <a:spLocks noChangeArrowheads="1"/>
            </p:cNvSpPr>
            <p:nvPr/>
          </p:nvSpPr>
          <p:spPr bwMode="auto">
            <a:xfrm>
              <a:off x="1205" y="338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1" name="Rectangle 691"/>
            <p:cNvSpPr>
              <a:spLocks noChangeArrowheads="1"/>
            </p:cNvSpPr>
            <p:nvPr/>
          </p:nvSpPr>
          <p:spPr bwMode="auto">
            <a:xfrm>
              <a:off x="1230" y="3386"/>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2" name="Rectangle 692"/>
            <p:cNvSpPr>
              <a:spLocks noChangeArrowheads="1"/>
            </p:cNvSpPr>
            <p:nvPr/>
          </p:nvSpPr>
          <p:spPr bwMode="auto">
            <a:xfrm>
              <a:off x="1251" y="338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3" name="Rectangle 693"/>
            <p:cNvSpPr>
              <a:spLocks noChangeArrowheads="1"/>
            </p:cNvSpPr>
            <p:nvPr/>
          </p:nvSpPr>
          <p:spPr bwMode="auto">
            <a:xfrm>
              <a:off x="1272" y="3386"/>
              <a:ext cx="26"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4" name="Rectangle 694"/>
            <p:cNvSpPr>
              <a:spLocks noChangeArrowheads="1"/>
            </p:cNvSpPr>
            <p:nvPr/>
          </p:nvSpPr>
          <p:spPr bwMode="auto">
            <a:xfrm>
              <a:off x="1298" y="338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5" name="Rectangle 695"/>
            <p:cNvSpPr>
              <a:spLocks noChangeArrowheads="1"/>
            </p:cNvSpPr>
            <p:nvPr/>
          </p:nvSpPr>
          <p:spPr bwMode="auto">
            <a:xfrm>
              <a:off x="1319" y="3386"/>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6" name="Rectangle 696"/>
            <p:cNvSpPr>
              <a:spLocks noChangeArrowheads="1"/>
            </p:cNvSpPr>
            <p:nvPr/>
          </p:nvSpPr>
          <p:spPr bwMode="auto">
            <a:xfrm>
              <a:off x="1344" y="3386"/>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7" name="Rectangle 697"/>
            <p:cNvSpPr>
              <a:spLocks noChangeArrowheads="1"/>
            </p:cNvSpPr>
            <p:nvPr/>
          </p:nvSpPr>
          <p:spPr bwMode="auto">
            <a:xfrm>
              <a:off x="1365" y="338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8" name="Rectangle 698"/>
            <p:cNvSpPr>
              <a:spLocks noChangeArrowheads="1"/>
            </p:cNvSpPr>
            <p:nvPr/>
          </p:nvSpPr>
          <p:spPr bwMode="auto">
            <a:xfrm>
              <a:off x="1386" y="3386"/>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09" name="Rectangle 699"/>
            <p:cNvSpPr>
              <a:spLocks noChangeArrowheads="1"/>
            </p:cNvSpPr>
            <p:nvPr/>
          </p:nvSpPr>
          <p:spPr bwMode="auto">
            <a:xfrm>
              <a:off x="1411" y="338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0" name="Rectangle 700"/>
            <p:cNvSpPr>
              <a:spLocks noChangeArrowheads="1"/>
            </p:cNvSpPr>
            <p:nvPr/>
          </p:nvSpPr>
          <p:spPr bwMode="auto">
            <a:xfrm>
              <a:off x="1432" y="3386"/>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1" name="Rectangle 701"/>
            <p:cNvSpPr>
              <a:spLocks noChangeArrowheads="1"/>
            </p:cNvSpPr>
            <p:nvPr/>
          </p:nvSpPr>
          <p:spPr bwMode="auto">
            <a:xfrm>
              <a:off x="1457" y="3386"/>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2" name="Rectangle 702"/>
            <p:cNvSpPr>
              <a:spLocks noChangeArrowheads="1"/>
            </p:cNvSpPr>
            <p:nvPr/>
          </p:nvSpPr>
          <p:spPr bwMode="auto">
            <a:xfrm>
              <a:off x="1478" y="338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3" name="Rectangle 703"/>
            <p:cNvSpPr>
              <a:spLocks noChangeArrowheads="1"/>
            </p:cNvSpPr>
            <p:nvPr/>
          </p:nvSpPr>
          <p:spPr bwMode="auto">
            <a:xfrm>
              <a:off x="1499" y="3386"/>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4" name="Rectangle 704"/>
            <p:cNvSpPr>
              <a:spLocks noChangeArrowheads="1"/>
            </p:cNvSpPr>
            <p:nvPr/>
          </p:nvSpPr>
          <p:spPr bwMode="auto">
            <a:xfrm>
              <a:off x="1525" y="338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5" name="Rectangle 705"/>
            <p:cNvSpPr>
              <a:spLocks noChangeArrowheads="1"/>
            </p:cNvSpPr>
            <p:nvPr/>
          </p:nvSpPr>
          <p:spPr bwMode="auto">
            <a:xfrm>
              <a:off x="1546" y="338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6" name="Rectangle 706"/>
            <p:cNvSpPr>
              <a:spLocks noChangeArrowheads="1"/>
            </p:cNvSpPr>
            <p:nvPr/>
          </p:nvSpPr>
          <p:spPr bwMode="auto">
            <a:xfrm>
              <a:off x="1571" y="338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7" name="Rectangle 707"/>
            <p:cNvSpPr>
              <a:spLocks noChangeArrowheads="1"/>
            </p:cNvSpPr>
            <p:nvPr/>
          </p:nvSpPr>
          <p:spPr bwMode="auto">
            <a:xfrm>
              <a:off x="1592" y="3386"/>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8" name="Rectangle 708"/>
            <p:cNvSpPr>
              <a:spLocks noChangeArrowheads="1"/>
            </p:cNvSpPr>
            <p:nvPr/>
          </p:nvSpPr>
          <p:spPr bwMode="auto">
            <a:xfrm>
              <a:off x="1617" y="3386"/>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19" name="Rectangle 709"/>
            <p:cNvSpPr>
              <a:spLocks noChangeArrowheads="1"/>
            </p:cNvSpPr>
            <p:nvPr/>
          </p:nvSpPr>
          <p:spPr bwMode="auto">
            <a:xfrm>
              <a:off x="1638" y="3386"/>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0" name="Rectangle 710"/>
            <p:cNvSpPr>
              <a:spLocks noChangeArrowheads="1"/>
            </p:cNvSpPr>
            <p:nvPr/>
          </p:nvSpPr>
          <p:spPr bwMode="auto">
            <a:xfrm>
              <a:off x="1659" y="3386"/>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1" name="Rectangle 711"/>
            <p:cNvSpPr>
              <a:spLocks noChangeArrowheads="1"/>
            </p:cNvSpPr>
            <p:nvPr/>
          </p:nvSpPr>
          <p:spPr bwMode="auto">
            <a:xfrm>
              <a:off x="1685" y="338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2" name="Rectangle 712"/>
            <p:cNvSpPr>
              <a:spLocks noChangeArrowheads="1"/>
            </p:cNvSpPr>
            <p:nvPr/>
          </p:nvSpPr>
          <p:spPr bwMode="auto">
            <a:xfrm>
              <a:off x="1706" y="3386"/>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3" name="Rectangle 713"/>
            <p:cNvSpPr>
              <a:spLocks noChangeArrowheads="1"/>
            </p:cNvSpPr>
            <p:nvPr/>
          </p:nvSpPr>
          <p:spPr bwMode="auto">
            <a:xfrm>
              <a:off x="1731"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4" name="Rectangle 714"/>
            <p:cNvSpPr>
              <a:spLocks noChangeArrowheads="1"/>
            </p:cNvSpPr>
            <p:nvPr/>
          </p:nvSpPr>
          <p:spPr bwMode="auto">
            <a:xfrm>
              <a:off x="1752"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5" name="Rectangle 715"/>
            <p:cNvSpPr>
              <a:spLocks noChangeArrowheads="1"/>
            </p:cNvSpPr>
            <p:nvPr/>
          </p:nvSpPr>
          <p:spPr bwMode="auto">
            <a:xfrm>
              <a:off x="1773" y="338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6" name="Rectangle 716"/>
            <p:cNvSpPr>
              <a:spLocks noChangeArrowheads="1"/>
            </p:cNvSpPr>
            <p:nvPr/>
          </p:nvSpPr>
          <p:spPr bwMode="auto">
            <a:xfrm>
              <a:off x="1798" y="338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7" name="Rectangle 717"/>
            <p:cNvSpPr>
              <a:spLocks noChangeArrowheads="1"/>
            </p:cNvSpPr>
            <p:nvPr/>
          </p:nvSpPr>
          <p:spPr bwMode="auto">
            <a:xfrm>
              <a:off x="1819" y="3386"/>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8" name="Rectangle 718"/>
            <p:cNvSpPr>
              <a:spLocks noChangeArrowheads="1"/>
            </p:cNvSpPr>
            <p:nvPr/>
          </p:nvSpPr>
          <p:spPr bwMode="auto">
            <a:xfrm>
              <a:off x="1844"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29" name="Rectangle 719"/>
            <p:cNvSpPr>
              <a:spLocks noChangeArrowheads="1"/>
            </p:cNvSpPr>
            <p:nvPr/>
          </p:nvSpPr>
          <p:spPr bwMode="auto">
            <a:xfrm>
              <a:off x="1865"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0" name="Rectangle 720"/>
            <p:cNvSpPr>
              <a:spLocks noChangeArrowheads="1"/>
            </p:cNvSpPr>
            <p:nvPr/>
          </p:nvSpPr>
          <p:spPr bwMode="auto">
            <a:xfrm>
              <a:off x="1886" y="3386"/>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1" name="Rectangle 721"/>
            <p:cNvSpPr>
              <a:spLocks noChangeArrowheads="1"/>
            </p:cNvSpPr>
            <p:nvPr/>
          </p:nvSpPr>
          <p:spPr bwMode="auto">
            <a:xfrm>
              <a:off x="1912" y="338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2" name="Rectangle 722"/>
            <p:cNvSpPr>
              <a:spLocks noChangeArrowheads="1"/>
            </p:cNvSpPr>
            <p:nvPr/>
          </p:nvSpPr>
          <p:spPr bwMode="auto">
            <a:xfrm>
              <a:off x="1933"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3" name="Rectangle 723"/>
            <p:cNvSpPr>
              <a:spLocks noChangeArrowheads="1"/>
            </p:cNvSpPr>
            <p:nvPr/>
          </p:nvSpPr>
          <p:spPr bwMode="auto">
            <a:xfrm>
              <a:off x="1958" y="338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4" name="Rectangle 724"/>
            <p:cNvSpPr>
              <a:spLocks noChangeArrowheads="1"/>
            </p:cNvSpPr>
            <p:nvPr/>
          </p:nvSpPr>
          <p:spPr bwMode="auto">
            <a:xfrm>
              <a:off x="1979" y="338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5" name="Rectangle 725"/>
            <p:cNvSpPr>
              <a:spLocks noChangeArrowheads="1"/>
            </p:cNvSpPr>
            <p:nvPr/>
          </p:nvSpPr>
          <p:spPr bwMode="auto">
            <a:xfrm>
              <a:off x="2000"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6" name="Rectangle 726"/>
            <p:cNvSpPr>
              <a:spLocks noChangeArrowheads="1"/>
            </p:cNvSpPr>
            <p:nvPr/>
          </p:nvSpPr>
          <p:spPr bwMode="auto">
            <a:xfrm>
              <a:off x="2025" y="338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7" name="Rectangle 727"/>
            <p:cNvSpPr>
              <a:spLocks noChangeArrowheads="1"/>
            </p:cNvSpPr>
            <p:nvPr/>
          </p:nvSpPr>
          <p:spPr bwMode="auto">
            <a:xfrm>
              <a:off x="2046"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8" name="Rectangle 728"/>
            <p:cNvSpPr>
              <a:spLocks noChangeArrowheads="1"/>
            </p:cNvSpPr>
            <p:nvPr/>
          </p:nvSpPr>
          <p:spPr bwMode="auto">
            <a:xfrm>
              <a:off x="2071" y="3386"/>
              <a:ext cx="22"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39" name="Rectangle 729"/>
            <p:cNvSpPr>
              <a:spLocks noChangeArrowheads="1"/>
            </p:cNvSpPr>
            <p:nvPr/>
          </p:nvSpPr>
          <p:spPr bwMode="auto">
            <a:xfrm>
              <a:off x="2093"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0" name="Rectangle 730"/>
            <p:cNvSpPr>
              <a:spLocks noChangeArrowheads="1"/>
            </p:cNvSpPr>
            <p:nvPr/>
          </p:nvSpPr>
          <p:spPr bwMode="auto">
            <a:xfrm>
              <a:off x="2114" y="3386"/>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1" name="Rectangle 731"/>
            <p:cNvSpPr>
              <a:spLocks noChangeArrowheads="1"/>
            </p:cNvSpPr>
            <p:nvPr/>
          </p:nvSpPr>
          <p:spPr bwMode="auto">
            <a:xfrm>
              <a:off x="2139" y="338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2" name="Rectangle 732"/>
            <p:cNvSpPr>
              <a:spLocks noChangeArrowheads="1"/>
            </p:cNvSpPr>
            <p:nvPr/>
          </p:nvSpPr>
          <p:spPr bwMode="auto">
            <a:xfrm>
              <a:off x="2160" y="338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3" name="Rectangle 733"/>
            <p:cNvSpPr>
              <a:spLocks noChangeArrowheads="1"/>
            </p:cNvSpPr>
            <p:nvPr/>
          </p:nvSpPr>
          <p:spPr bwMode="auto">
            <a:xfrm>
              <a:off x="2185"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4" name="Rectangle 734"/>
            <p:cNvSpPr>
              <a:spLocks noChangeArrowheads="1"/>
            </p:cNvSpPr>
            <p:nvPr/>
          </p:nvSpPr>
          <p:spPr bwMode="auto">
            <a:xfrm>
              <a:off x="2206"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5" name="Rectangle 735"/>
            <p:cNvSpPr>
              <a:spLocks noChangeArrowheads="1"/>
            </p:cNvSpPr>
            <p:nvPr/>
          </p:nvSpPr>
          <p:spPr bwMode="auto">
            <a:xfrm>
              <a:off x="2227" y="3386"/>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6" name="Rectangle 736"/>
            <p:cNvSpPr>
              <a:spLocks noChangeArrowheads="1"/>
            </p:cNvSpPr>
            <p:nvPr/>
          </p:nvSpPr>
          <p:spPr bwMode="auto">
            <a:xfrm>
              <a:off x="2252" y="338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7" name="Rectangle 737"/>
            <p:cNvSpPr>
              <a:spLocks noChangeArrowheads="1"/>
            </p:cNvSpPr>
            <p:nvPr/>
          </p:nvSpPr>
          <p:spPr bwMode="auto">
            <a:xfrm>
              <a:off x="2273" y="3386"/>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8" name="Rectangle 738"/>
            <p:cNvSpPr>
              <a:spLocks noChangeArrowheads="1"/>
            </p:cNvSpPr>
            <p:nvPr/>
          </p:nvSpPr>
          <p:spPr bwMode="auto">
            <a:xfrm>
              <a:off x="2299" y="3386"/>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49" name="Rectangle 739"/>
            <p:cNvSpPr>
              <a:spLocks noChangeArrowheads="1"/>
            </p:cNvSpPr>
            <p:nvPr/>
          </p:nvSpPr>
          <p:spPr bwMode="auto">
            <a:xfrm>
              <a:off x="2320" y="3386"/>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0" name="Rectangle 740"/>
            <p:cNvSpPr>
              <a:spLocks noChangeArrowheads="1"/>
            </p:cNvSpPr>
            <p:nvPr/>
          </p:nvSpPr>
          <p:spPr bwMode="auto">
            <a:xfrm>
              <a:off x="2345" y="3386"/>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1" name="Rectangle 741"/>
            <p:cNvSpPr>
              <a:spLocks noChangeArrowheads="1"/>
            </p:cNvSpPr>
            <p:nvPr/>
          </p:nvSpPr>
          <p:spPr bwMode="auto">
            <a:xfrm>
              <a:off x="2366" y="338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2" name="Rectangle 742"/>
            <p:cNvSpPr>
              <a:spLocks noChangeArrowheads="1"/>
            </p:cNvSpPr>
            <p:nvPr/>
          </p:nvSpPr>
          <p:spPr bwMode="auto">
            <a:xfrm>
              <a:off x="2387" y="338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3" name="Rectangle 743"/>
            <p:cNvSpPr>
              <a:spLocks noChangeArrowheads="1"/>
            </p:cNvSpPr>
            <p:nvPr/>
          </p:nvSpPr>
          <p:spPr bwMode="auto">
            <a:xfrm>
              <a:off x="2412" y="338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4" name="Rectangle 744"/>
            <p:cNvSpPr>
              <a:spLocks noChangeArrowheads="1"/>
            </p:cNvSpPr>
            <p:nvPr/>
          </p:nvSpPr>
          <p:spPr bwMode="auto">
            <a:xfrm>
              <a:off x="2433" y="3386"/>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5" name="Rectangle 745"/>
            <p:cNvSpPr>
              <a:spLocks noChangeArrowheads="1"/>
            </p:cNvSpPr>
            <p:nvPr/>
          </p:nvSpPr>
          <p:spPr bwMode="auto">
            <a:xfrm>
              <a:off x="2458" y="338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6" name="Rectangle 746"/>
            <p:cNvSpPr>
              <a:spLocks noChangeArrowheads="1"/>
            </p:cNvSpPr>
            <p:nvPr/>
          </p:nvSpPr>
          <p:spPr bwMode="auto">
            <a:xfrm>
              <a:off x="2479" y="3386"/>
              <a:ext cx="22"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7" name="Rectangle 747"/>
            <p:cNvSpPr>
              <a:spLocks noChangeArrowheads="1"/>
            </p:cNvSpPr>
            <p:nvPr/>
          </p:nvSpPr>
          <p:spPr bwMode="auto">
            <a:xfrm>
              <a:off x="2501" y="3386"/>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8" name="Rectangle 748"/>
            <p:cNvSpPr>
              <a:spLocks noChangeArrowheads="1"/>
            </p:cNvSpPr>
            <p:nvPr/>
          </p:nvSpPr>
          <p:spPr bwMode="auto">
            <a:xfrm>
              <a:off x="2526" y="338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59" name="Rectangle 749"/>
            <p:cNvSpPr>
              <a:spLocks noChangeArrowheads="1"/>
            </p:cNvSpPr>
            <p:nvPr/>
          </p:nvSpPr>
          <p:spPr bwMode="auto">
            <a:xfrm>
              <a:off x="2547" y="3386"/>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0" name="Rectangle 750"/>
            <p:cNvSpPr>
              <a:spLocks noChangeArrowheads="1"/>
            </p:cNvSpPr>
            <p:nvPr/>
          </p:nvSpPr>
          <p:spPr bwMode="auto">
            <a:xfrm>
              <a:off x="2572" y="338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1" name="Rectangle 751"/>
            <p:cNvSpPr>
              <a:spLocks noChangeArrowheads="1"/>
            </p:cNvSpPr>
            <p:nvPr/>
          </p:nvSpPr>
          <p:spPr bwMode="auto">
            <a:xfrm>
              <a:off x="2593" y="3386"/>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2" name="Rectangle 752"/>
            <p:cNvSpPr>
              <a:spLocks noChangeArrowheads="1"/>
            </p:cNvSpPr>
            <p:nvPr/>
          </p:nvSpPr>
          <p:spPr bwMode="auto">
            <a:xfrm>
              <a:off x="2614" y="3386"/>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3" name="Rectangle 753"/>
            <p:cNvSpPr>
              <a:spLocks noChangeArrowheads="1"/>
            </p:cNvSpPr>
            <p:nvPr/>
          </p:nvSpPr>
          <p:spPr bwMode="auto">
            <a:xfrm>
              <a:off x="2639" y="338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4" name="Rectangle 754"/>
            <p:cNvSpPr>
              <a:spLocks noChangeArrowheads="1"/>
            </p:cNvSpPr>
            <p:nvPr/>
          </p:nvSpPr>
          <p:spPr bwMode="auto">
            <a:xfrm>
              <a:off x="2660" y="3386"/>
              <a:ext cx="26"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5" name="Rectangle 755"/>
            <p:cNvSpPr>
              <a:spLocks noChangeArrowheads="1"/>
            </p:cNvSpPr>
            <p:nvPr/>
          </p:nvSpPr>
          <p:spPr bwMode="auto">
            <a:xfrm>
              <a:off x="2686" y="338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6" name="Rectangle 756"/>
            <p:cNvSpPr>
              <a:spLocks noChangeArrowheads="1"/>
            </p:cNvSpPr>
            <p:nvPr/>
          </p:nvSpPr>
          <p:spPr bwMode="auto">
            <a:xfrm>
              <a:off x="2707" y="3386"/>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7" name="Rectangle 757"/>
            <p:cNvSpPr>
              <a:spLocks noChangeArrowheads="1"/>
            </p:cNvSpPr>
            <p:nvPr/>
          </p:nvSpPr>
          <p:spPr bwMode="auto">
            <a:xfrm>
              <a:off x="2728" y="338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8" name="Rectangle 758"/>
            <p:cNvSpPr>
              <a:spLocks noChangeArrowheads="1"/>
            </p:cNvSpPr>
            <p:nvPr/>
          </p:nvSpPr>
          <p:spPr bwMode="auto">
            <a:xfrm>
              <a:off x="2753" y="338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69" name="Rectangle 759"/>
            <p:cNvSpPr>
              <a:spLocks noChangeArrowheads="1"/>
            </p:cNvSpPr>
            <p:nvPr/>
          </p:nvSpPr>
          <p:spPr bwMode="auto">
            <a:xfrm>
              <a:off x="2774" y="3386"/>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0" name="Rectangle 760"/>
            <p:cNvSpPr>
              <a:spLocks noChangeArrowheads="1"/>
            </p:cNvSpPr>
            <p:nvPr/>
          </p:nvSpPr>
          <p:spPr bwMode="auto">
            <a:xfrm>
              <a:off x="2799" y="338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1" name="Rectangle 761"/>
            <p:cNvSpPr>
              <a:spLocks noChangeArrowheads="1"/>
            </p:cNvSpPr>
            <p:nvPr/>
          </p:nvSpPr>
          <p:spPr bwMode="auto">
            <a:xfrm>
              <a:off x="2820" y="338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2" name="Rectangle 762"/>
            <p:cNvSpPr>
              <a:spLocks noChangeArrowheads="1"/>
            </p:cNvSpPr>
            <p:nvPr/>
          </p:nvSpPr>
          <p:spPr bwMode="auto">
            <a:xfrm>
              <a:off x="2841" y="3386"/>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3" name="Rectangle 763"/>
            <p:cNvSpPr>
              <a:spLocks noChangeArrowheads="1"/>
            </p:cNvSpPr>
            <p:nvPr/>
          </p:nvSpPr>
          <p:spPr bwMode="auto">
            <a:xfrm>
              <a:off x="2866" y="338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4" name="Rectangle 764"/>
            <p:cNvSpPr>
              <a:spLocks noChangeArrowheads="1"/>
            </p:cNvSpPr>
            <p:nvPr/>
          </p:nvSpPr>
          <p:spPr bwMode="auto">
            <a:xfrm>
              <a:off x="2887" y="3386"/>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5" name="Rectangle 765"/>
            <p:cNvSpPr>
              <a:spLocks noChangeArrowheads="1"/>
            </p:cNvSpPr>
            <p:nvPr/>
          </p:nvSpPr>
          <p:spPr bwMode="auto">
            <a:xfrm>
              <a:off x="2913" y="338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6" name="Rectangle 766"/>
            <p:cNvSpPr>
              <a:spLocks noChangeArrowheads="1"/>
            </p:cNvSpPr>
            <p:nvPr/>
          </p:nvSpPr>
          <p:spPr bwMode="auto">
            <a:xfrm>
              <a:off x="2934" y="3386"/>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7" name="Rectangle 767"/>
            <p:cNvSpPr>
              <a:spLocks noChangeArrowheads="1"/>
            </p:cNvSpPr>
            <p:nvPr/>
          </p:nvSpPr>
          <p:spPr bwMode="auto">
            <a:xfrm>
              <a:off x="2955" y="338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8" name="Rectangle 768"/>
            <p:cNvSpPr>
              <a:spLocks noChangeArrowheads="1"/>
            </p:cNvSpPr>
            <p:nvPr/>
          </p:nvSpPr>
          <p:spPr bwMode="auto">
            <a:xfrm>
              <a:off x="2980" y="338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79" name="Rectangle 769"/>
            <p:cNvSpPr>
              <a:spLocks noChangeArrowheads="1"/>
            </p:cNvSpPr>
            <p:nvPr/>
          </p:nvSpPr>
          <p:spPr bwMode="auto">
            <a:xfrm>
              <a:off x="3001" y="3386"/>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0" name="Rectangle 770"/>
            <p:cNvSpPr>
              <a:spLocks noChangeArrowheads="1"/>
            </p:cNvSpPr>
            <p:nvPr/>
          </p:nvSpPr>
          <p:spPr bwMode="auto">
            <a:xfrm>
              <a:off x="3026" y="338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1" name="Rectangle 771"/>
            <p:cNvSpPr>
              <a:spLocks noChangeArrowheads="1"/>
            </p:cNvSpPr>
            <p:nvPr/>
          </p:nvSpPr>
          <p:spPr bwMode="auto">
            <a:xfrm>
              <a:off x="3047" y="3386"/>
              <a:ext cx="26"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2" name="Rectangle 772"/>
            <p:cNvSpPr>
              <a:spLocks noChangeArrowheads="1"/>
            </p:cNvSpPr>
            <p:nvPr/>
          </p:nvSpPr>
          <p:spPr bwMode="auto">
            <a:xfrm>
              <a:off x="3073" y="3386"/>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3" name="Rectangle 773"/>
            <p:cNvSpPr>
              <a:spLocks noChangeArrowheads="1"/>
            </p:cNvSpPr>
            <p:nvPr/>
          </p:nvSpPr>
          <p:spPr bwMode="auto">
            <a:xfrm>
              <a:off x="3094" y="338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4" name="Rectangle 774"/>
            <p:cNvSpPr>
              <a:spLocks noChangeArrowheads="1"/>
            </p:cNvSpPr>
            <p:nvPr/>
          </p:nvSpPr>
          <p:spPr bwMode="auto">
            <a:xfrm>
              <a:off x="3115" y="3386"/>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5" name="Rectangle 775"/>
            <p:cNvSpPr>
              <a:spLocks noChangeArrowheads="1"/>
            </p:cNvSpPr>
            <p:nvPr/>
          </p:nvSpPr>
          <p:spPr bwMode="auto">
            <a:xfrm>
              <a:off x="3140" y="338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6" name="Rectangle 776"/>
            <p:cNvSpPr>
              <a:spLocks noChangeArrowheads="1"/>
            </p:cNvSpPr>
            <p:nvPr/>
          </p:nvSpPr>
          <p:spPr bwMode="auto">
            <a:xfrm>
              <a:off x="3161" y="338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7" name="Rectangle 777"/>
            <p:cNvSpPr>
              <a:spLocks noChangeArrowheads="1"/>
            </p:cNvSpPr>
            <p:nvPr/>
          </p:nvSpPr>
          <p:spPr bwMode="auto">
            <a:xfrm>
              <a:off x="3186"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8" name="Rectangle 778"/>
            <p:cNvSpPr>
              <a:spLocks noChangeArrowheads="1"/>
            </p:cNvSpPr>
            <p:nvPr/>
          </p:nvSpPr>
          <p:spPr bwMode="auto">
            <a:xfrm>
              <a:off x="3207"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89" name="Rectangle 779"/>
            <p:cNvSpPr>
              <a:spLocks noChangeArrowheads="1"/>
            </p:cNvSpPr>
            <p:nvPr/>
          </p:nvSpPr>
          <p:spPr bwMode="auto">
            <a:xfrm>
              <a:off x="3228" y="3386"/>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0" name="Rectangle 780"/>
            <p:cNvSpPr>
              <a:spLocks noChangeArrowheads="1"/>
            </p:cNvSpPr>
            <p:nvPr/>
          </p:nvSpPr>
          <p:spPr bwMode="auto">
            <a:xfrm>
              <a:off x="3253" y="338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1" name="Rectangle 781"/>
            <p:cNvSpPr>
              <a:spLocks noChangeArrowheads="1"/>
            </p:cNvSpPr>
            <p:nvPr/>
          </p:nvSpPr>
          <p:spPr bwMode="auto">
            <a:xfrm>
              <a:off x="3274" y="3386"/>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2" name="Rectangle 782"/>
            <p:cNvSpPr>
              <a:spLocks noChangeArrowheads="1"/>
            </p:cNvSpPr>
            <p:nvPr/>
          </p:nvSpPr>
          <p:spPr bwMode="auto">
            <a:xfrm>
              <a:off x="3300"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3" name="Rectangle 783"/>
            <p:cNvSpPr>
              <a:spLocks noChangeArrowheads="1"/>
            </p:cNvSpPr>
            <p:nvPr/>
          </p:nvSpPr>
          <p:spPr bwMode="auto">
            <a:xfrm>
              <a:off x="3321"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4" name="Rectangle 784"/>
            <p:cNvSpPr>
              <a:spLocks noChangeArrowheads="1"/>
            </p:cNvSpPr>
            <p:nvPr/>
          </p:nvSpPr>
          <p:spPr bwMode="auto">
            <a:xfrm>
              <a:off x="3342" y="338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5" name="Rectangle 785"/>
            <p:cNvSpPr>
              <a:spLocks noChangeArrowheads="1"/>
            </p:cNvSpPr>
            <p:nvPr/>
          </p:nvSpPr>
          <p:spPr bwMode="auto">
            <a:xfrm>
              <a:off x="3367"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6" name="Rectangle 786"/>
            <p:cNvSpPr>
              <a:spLocks noChangeArrowheads="1"/>
            </p:cNvSpPr>
            <p:nvPr/>
          </p:nvSpPr>
          <p:spPr bwMode="auto">
            <a:xfrm>
              <a:off x="3388" y="3386"/>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797" name="Rectangle 787"/>
            <p:cNvSpPr>
              <a:spLocks noChangeArrowheads="1"/>
            </p:cNvSpPr>
            <p:nvPr/>
          </p:nvSpPr>
          <p:spPr bwMode="auto">
            <a:xfrm>
              <a:off x="3413"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3396" name="Rectangle 788"/>
          <p:cNvSpPr>
            <a:spLocks noChangeArrowheads="1"/>
          </p:cNvSpPr>
          <p:nvPr/>
        </p:nvSpPr>
        <p:spPr bwMode="auto">
          <a:xfrm>
            <a:off x="2757488" y="5541963"/>
            <a:ext cx="563562" cy="169862"/>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100">
                <a:solidFill>
                  <a:srgbClr val="000000"/>
                </a:solidFill>
                <a:latin typeface="华文楷体" panose="02010600040101010101" pitchFamily="2" charset="-122"/>
                <a:ea typeface="华文楷体" panose="02010600040101010101" pitchFamily="2" charset="-122"/>
              </a:rPr>
              <a:t>餫蕔奪燴</a:t>
            </a:r>
            <a:endParaRPr lang="zh-CN" altLang="en-US" sz="20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04" name="Group 789"/>
          <p:cNvGrpSpPr/>
          <p:nvPr/>
        </p:nvGrpSpPr>
        <p:grpSpPr bwMode="auto">
          <a:xfrm>
            <a:off x="609600" y="3348038"/>
            <a:ext cx="4622800" cy="166687"/>
            <a:chOff x="410" y="2011"/>
            <a:chExt cx="2911" cy="105"/>
          </a:xfrm>
        </p:grpSpPr>
        <p:sp>
          <p:nvSpPr>
            <p:cNvPr id="218542" name="Rectangle 790"/>
            <p:cNvSpPr>
              <a:spLocks noChangeArrowheads="1"/>
            </p:cNvSpPr>
            <p:nvPr/>
          </p:nvSpPr>
          <p:spPr bwMode="auto">
            <a:xfrm>
              <a:off x="410" y="201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3" name="Rectangle 791"/>
            <p:cNvSpPr>
              <a:spLocks noChangeArrowheads="1"/>
            </p:cNvSpPr>
            <p:nvPr/>
          </p:nvSpPr>
          <p:spPr bwMode="auto">
            <a:xfrm>
              <a:off x="431" y="2011"/>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4" name="Rectangle 792"/>
            <p:cNvSpPr>
              <a:spLocks noChangeArrowheads="1"/>
            </p:cNvSpPr>
            <p:nvPr/>
          </p:nvSpPr>
          <p:spPr bwMode="auto">
            <a:xfrm>
              <a:off x="456" y="201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5" name="Rectangle 793"/>
            <p:cNvSpPr>
              <a:spLocks noChangeArrowheads="1"/>
            </p:cNvSpPr>
            <p:nvPr/>
          </p:nvSpPr>
          <p:spPr bwMode="auto">
            <a:xfrm>
              <a:off x="477" y="2011"/>
              <a:ext cx="26"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6" name="Rectangle 794"/>
            <p:cNvSpPr>
              <a:spLocks noChangeArrowheads="1"/>
            </p:cNvSpPr>
            <p:nvPr/>
          </p:nvSpPr>
          <p:spPr bwMode="auto">
            <a:xfrm>
              <a:off x="503" y="201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7" name="Rectangle 795"/>
            <p:cNvSpPr>
              <a:spLocks noChangeArrowheads="1"/>
            </p:cNvSpPr>
            <p:nvPr/>
          </p:nvSpPr>
          <p:spPr bwMode="auto">
            <a:xfrm>
              <a:off x="524" y="2011"/>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8" name="Rectangle 796"/>
            <p:cNvSpPr>
              <a:spLocks noChangeArrowheads="1"/>
            </p:cNvSpPr>
            <p:nvPr/>
          </p:nvSpPr>
          <p:spPr bwMode="auto">
            <a:xfrm>
              <a:off x="545" y="2011"/>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9" name="Rectangle 797"/>
            <p:cNvSpPr>
              <a:spLocks noChangeArrowheads="1"/>
            </p:cNvSpPr>
            <p:nvPr/>
          </p:nvSpPr>
          <p:spPr bwMode="auto">
            <a:xfrm>
              <a:off x="570" y="2011"/>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0" name="Rectangle 798"/>
            <p:cNvSpPr>
              <a:spLocks noChangeArrowheads="1"/>
            </p:cNvSpPr>
            <p:nvPr/>
          </p:nvSpPr>
          <p:spPr bwMode="auto">
            <a:xfrm>
              <a:off x="591" y="2011"/>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1" name="Rectangle 799"/>
            <p:cNvSpPr>
              <a:spLocks noChangeArrowheads="1"/>
            </p:cNvSpPr>
            <p:nvPr/>
          </p:nvSpPr>
          <p:spPr bwMode="auto">
            <a:xfrm>
              <a:off x="616" y="201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2" name="Rectangle 800"/>
            <p:cNvSpPr>
              <a:spLocks noChangeArrowheads="1"/>
            </p:cNvSpPr>
            <p:nvPr/>
          </p:nvSpPr>
          <p:spPr bwMode="auto">
            <a:xfrm>
              <a:off x="637" y="2011"/>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3" name="Rectangle 801"/>
            <p:cNvSpPr>
              <a:spLocks noChangeArrowheads="1"/>
            </p:cNvSpPr>
            <p:nvPr/>
          </p:nvSpPr>
          <p:spPr bwMode="auto">
            <a:xfrm>
              <a:off x="658" y="2011"/>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4" name="Rectangle 802"/>
            <p:cNvSpPr>
              <a:spLocks noChangeArrowheads="1"/>
            </p:cNvSpPr>
            <p:nvPr/>
          </p:nvSpPr>
          <p:spPr bwMode="auto">
            <a:xfrm>
              <a:off x="683" y="2011"/>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5" name="Rectangle 803"/>
            <p:cNvSpPr>
              <a:spLocks noChangeArrowheads="1"/>
            </p:cNvSpPr>
            <p:nvPr/>
          </p:nvSpPr>
          <p:spPr bwMode="auto">
            <a:xfrm>
              <a:off x="704" y="2011"/>
              <a:ext cx="26"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6" name="Rectangle 804"/>
            <p:cNvSpPr>
              <a:spLocks noChangeArrowheads="1"/>
            </p:cNvSpPr>
            <p:nvPr/>
          </p:nvSpPr>
          <p:spPr bwMode="auto">
            <a:xfrm>
              <a:off x="730" y="2011"/>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7" name="Rectangle 805"/>
            <p:cNvSpPr>
              <a:spLocks noChangeArrowheads="1"/>
            </p:cNvSpPr>
            <p:nvPr/>
          </p:nvSpPr>
          <p:spPr bwMode="auto">
            <a:xfrm>
              <a:off x="751" y="2011"/>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8" name="Rectangle 806"/>
            <p:cNvSpPr>
              <a:spLocks noChangeArrowheads="1"/>
            </p:cNvSpPr>
            <p:nvPr/>
          </p:nvSpPr>
          <p:spPr bwMode="auto">
            <a:xfrm>
              <a:off x="776" y="2011"/>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59" name="Rectangle 807"/>
            <p:cNvSpPr>
              <a:spLocks noChangeArrowheads="1"/>
            </p:cNvSpPr>
            <p:nvPr/>
          </p:nvSpPr>
          <p:spPr bwMode="auto">
            <a:xfrm>
              <a:off x="797" y="2011"/>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0" name="Rectangle 808"/>
            <p:cNvSpPr>
              <a:spLocks noChangeArrowheads="1"/>
            </p:cNvSpPr>
            <p:nvPr/>
          </p:nvSpPr>
          <p:spPr bwMode="auto">
            <a:xfrm>
              <a:off x="818" y="2011"/>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1" name="Rectangle 809"/>
            <p:cNvSpPr>
              <a:spLocks noChangeArrowheads="1"/>
            </p:cNvSpPr>
            <p:nvPr/>
          </p:nvSpPr>
          <p:spPr bwMode="auto">
            <a:xfrm>
              <a:off x="843" y="2011"/>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2" name="Rectangle 810"/>
            <p:cNvSpPr>
              <a:spLocks noChangeArrowheads="1"/>
            </p:cNvSpPr>
            <p:nvPr/>
          </p:nvSpPr>
          <p:spPr bwMode="auto">
            <a:xfrm>
              <a:off x="864" y="2011"/>
              <a:ext cx="26"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3" name="Rectangle 811"/>
            <p:cNvSpPr>
              <a:spLocks noChangeArrowheads="1"/>
            </p:cNvSpPr>
            <p:nvPr/>
          </p:nvSpPr>
          <p:spPr bwMode="auto">
            <a:xfrm>
              <a:off x="890" y="2011"/>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4" name="Rectangle 812"/>
            <p:cNvSpPr>
              <a:spLocks noChangeArrowheads="1"/>
            </p:cNvSpPr>
            <p:nvPr/>
          </p:nvSpPr>
          <p:spPr bwMode="auto">
            <a:xfrm>
              <a:off x="911" y="2011"/>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5" name="Rectangle 813"/>
            <p:cNvSpPr>
              <a:spLocks noChangeArrowheads="1"/>
            </p:cNvSpPr>
            <p:nvPr/>
          </p:nvSpPr>
          <p:spPr bwMode="auto">
            <a:xfrm>
              <a:off x="932" y="2011"/>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6" name="Rectangle 814"/>
            <p:cNvSpPr>
              <a:spLocks noChangeArrowheads="1"/>
            </p:cNvSpPr>
            <p:nvPr/>
          </p:nvSpPr>
          <p:spPr bwMode="auto">
            <a:xfrm>
              <a:off x="957" y="2011"/>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7" name="Rectangle 815"/>
            <p:cNvSpPr>
              <a:spLocks noChangeArrowheads="1"/>
            </p:cNvSpPr>
            <p:nvPr/>
          </p:nvSpPr>
          <p:spPr bwMode="auto">
            <a:xfrm>
              <a:off x="978" y="2011"/>
              <a:ext cx="25"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8" name="Rectangle 816"/>
            <p:cNvSpPr>
              <a:spLocks noChangeArrowheads="1"/>
            </p:cNvSpPr>
            <p:nvPr/>
          </p:nvSpPr>
          <p:spPr bwMode="auto">
            <a:xfrm>
              <a:off x="1003" y="2011"/>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69" name="Rectangle 817"/>
            <p:cNvSpPr>
              <a:spLocks noChangeArrowheads="1"/>
            </p:cNvSpPr>
            <p:nvPr/>
          </p:nvSpPr>
          <p:spPr bwMode="auto">
            <a:xfrm>
              <a:off x="1024" y="2011"/>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0" name="Rectangle 818"/>
            <p:cNvSpPr>
              <a:spLocks noChangeArrowheads="1"/>
            </p:cNvSpPr>
            <p:nvPr/>
          </p:nvSpPr>
          <p:spPr bwMode="auto">
            <a:xfrm>
              <a:off x="1045" y="2011"/>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1" name="Rectangle 819"/>
            <p:cNvSpPr>
              <a:spLocks noChangeArrowheads="1"/>
            </p:cNvSpPr>
            <p:nvPr/>
          </p:nvSpPr>
          <p:spPr bwMode="auto">
            <a:xfrm>
              <a:off x="1070" y="2011"/>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2" name="Rectangle 820"/>
            <p:cNvSpPr>
              <a:spLocks noChangeArrowheads="1"/>
            </p:cNvSpPr>
            <p:nvPr/>
          </p:nvSpPr>
          <p:spPr bwMode="auto">
            <a:xfrm>
              <a:off x="1091" y="2011"/>
              <a:ext cx="26"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3" name="Rectangle 821"/>
            <p:cNvSpPr>
              <a:spLocks noChangeArrowheads="1"/>
            </p:cNvSpPr>
            <p:nvPr/>
          </p:nvSpPr>
          <p:spPr bwMode="auto">
            <a:xfrm>
              <a:off x="1117" y="2011"/>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4" name="Rectangle 822"/>
            <p:cNvSpPr>
              <a:spLocks noChangeArrowheads="1"/>
            </p:cNvSpPr>
            <p:nvPr/>
          </p:nvSpPr>
          <p:spPr bwMode="auto">
            <a:xfrm>
              <a:off x="1138" y="2011"/>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5" name="Rectangle 823"/>
            <p:cNvSpPr>
              <a:spLocks noChangeArrowheads="1"/>
            </p:cNvSpPr>
            <p:nvPr/>
          </p:nvSpPr>
          <p:spPr bwMode="auto">
            <a:xfrm>
              <a:off x="1159" y="2011"/>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6" name="Rectangle 824"/>
            <p:cNvSpPr>
              <a:spLocks noChangeArrowheads="1"/>
            </p:cNvSpPr>
            <p:nvPr/>
          </p:nvSpPr>
          <p:spPr bwMode="auto">
            <a:xfrm>
              <a:off x="1184" y="2011"/>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7" name="Rectangle 825"/>
            <p:cNvSpPr>
              <a:spLocks noChangeArrowheads="1"/>
            </p:cNvSpPr>
            <p:nvPr/>
          </p:nvSpPr>
          <p:spPr bwMode="auto">
            <a:xfrm>
              <a:off x="1205" y="2011"/>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8" name="Rectangle 826"/>
            <p:cNvSpPr>
              <a:spLocks noChangeArrowheads="1"/>
            </p:cNvSpPr>
            <p:nvPr/>
          </p:nvSpPr>
          <p:spPr bwMode="auto">
            <a:xfrm>
              <a:off x="1230" y="2011"/>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79" name="Rectangle 827"/>
            <p:cNvSpPr>
              <a:spLocks noChangeArrowheads="1"/>
            </p:cNvSpPr>
            <p:nvPr/>
          </p:nvSpPr>
          <p:spPr bwMode="auto">
            <a:xfrm>
              <a:off x="1251" y="2011"/>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0" name="Rectangle 828"/>
            <p:cNvSpPr>
              <a:spLocks noChangeArrowheads="1"/>
            </p:cNvSpPr>
            <p:nvPr/>
          </p:nvSpPr>
          <p:spPr bwMode="auto">
            <a:xfrm>
              <a:off x="1272" y="2011"/>
              <a:ext cx="26"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1" name="Rectangle 829"/>
            <p:cNvSpPr>
              <a:spLocks noChangeArrowheads="1"/>
            </p:cNvSpPr>
            <p:nvPr/>
          </p:nvSpPr>
          <p:spPr bwMode="auto">
            <a:xfrm>
              <a:off x="1298" y="2011"/>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2" name="Rectangle 830"/>
            <p:cNvSpPr>
              <a:spLocks noChangeArrowheads="1"/>
            </p:cNvSpPr>
            <p:nvPr/>
          </p:nvSpPr>
          <p:spPr bwMode="auto">
            <a:xfrm>
              <a:off x="1319" y="2011"/>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3" name="Rectangle 831"/>
            <p:cNvSpPr>
              <a:spLocks noChangeArrowheads="1"/>
            </p:cNvSpPr>
            <p:nvPr/>
          </p:nvSpPr>
          <p:spPr bwMode="auto">
            <a:xfrm>
              <a:off x="1344" y="2011"/>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4" name="Rectangle 832"/>
            <p:cNvSpPr>
              <a:spLocks noChangeArrowheads="1"/>
            </p:cNvSpPr>
            <p:nvPr/>
          </p:nvSpPr>
          <p:spPr bwMode="auto">
            <a:xfrm>
              <a:off x="1365" y="2011"/>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5" name="Rectangle 833"/>
            <p:cNvSpPr>
              <a:spLocks noChangeArrowheads="1"/>
            </p:cNvSpPr>
            <p:nvPr/>
          </p:nvSpPr>
          <p:spPr bwMode="auto">
            <a:xfrm>
              <a:off x="1386" y="2011"/>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6" name="Rectangle 834"/>
            <p:cNvSpPr>
              <a:spLocks noChangeArrowheads="1"/>
            </p:cNvSpPr>
            <p:nvPr/>
          </p:nvSpPr>
          <p:spPr bwMode="auto">
            <a:xfrm>
              <a:off x="1411" y="2011"/>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7" name="Rectangle 835"/>
            <p:cNvSpPr>
              <a:spLocks noChangeArrowheads="1"/>
            </p:cNvSpPr>
            <p:nvPr/>
          </p:nvSpPr>
          <p:spPr bwMode="auto">
            <a:xfrm>
              <a:off x="1432" y="2011"/>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8" name="Rectangle 836"/>
            <p:cNvSpPr>
              <a:spLocks noChangeArrowheads="1"/>
            </p:cNvSpPr>
            <p:nvPr/>
          </p:nvSpPr>
          <p:spPr bwMode="auto">
            <a:xfrm>
              <a:off x="1457" y="2011"/>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89" name="Rectangle 837"/>
            <p:cNvSpPr>
              <a:spLocks noChangeArrowheads="1"/>
            </p:cNvSpPr>
            <p:nvPr/>
          </p:nvSpPr>
          <p:spPr bwMode="auto">
            <a:xfrm>
              <a:off x="1478" y="2011"/>
              <a:ext cx="26"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0" name="Rectangle 838"/>
            <p:cNvSpPr>
              <a:spLocks noChangeArrowheads="1"/>
            </p:cNvSpPr>
            <p:nvPr/>
          </p:nvSpPr>
          <p:spPr bwMode="auto">
            <a:xfrm>
              <a:off x="1504" y="2011"/>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1" name="Rectangle 839"/>
            <p:cNvSpPr>
              <a:spLocks noChangeArrowheads="1"/>
            </p:cNvSpPr>
            <p:nvPr/>
          </p:nvSpPr>
          <p:spPr bwMode="auto">
            <a:xfrm>
              <a:off x="1525" y="2011"/>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2" name="Rectangle 840"/>
            <p:cNvSpPr>
              <a:spLocks noChangeArrowheads="1"/>
            </p:cNvSpPr>
            <p:nvPr/>
          </p:nvSpPr>
          <p:spPr bwMode="auto">
            <a:xfrm>
              <a:off x="1546" y="2011"/>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3" name="Rectangle 841"/>
            <p:cNvSpPr>
              <a:spLocks noChangeArrowheads="1"/>
            </p:cNvSpPr>
            <p:nvPr/>
          </p:nvSpPr>
          <p:spPr bwMode="auto">
            <a:xfrm>
              <a:off x="1571" y="2011"/>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4" name="Rectangle 842"/>
            <p:cNvSpPr>
              <a:spLocks noChangeArrowheads="1"/>
            </p:cNvSpPr>
            <p:nvPr/>
          </p:nvSpPr>
          <p:spPr bwMode="auto">
            <a:xfrm>
              <a:off x="1592" y="2011"/>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5" name="Rectangle 843"/>
            <p:cNvSpPr>
              <a:spLocks noChangeArrowheads="1"/>
            </p:cNvSpPr>
            <p:nvPr/>
          </p:nvSpPr>
          <p:spPr bwMode="auto">
            <a:xfrm>
              <a:off x="1617" y="201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6" name="Rectangle 844"/>
            <p:cNvSpPr>
              <a:spLocks noChangeArrowheads="1"/>
            </p:cNvSpPr>
            <p:nvPr/>
          </p:nvSpPr>
          <p:spPr bwMode="auto">
            <a:xfrm>
              <a:off x="1638" y="201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7" name="Rectangle 845"/>
            <p:cNvSpPr>
              <a:spLocks noChangeArrowheads="1"/>
            </p:cNvSpPr>
            <p:nvPr/>
          </p:nvSpPr>
          <p:spPr bwMode="auto">
            <a:xfrm>
              <a:off x="1659" y="2011"/>
              <a:ext cx="26"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8" name="Rectangle 846"/>
            <p:cNvSpPr>
              <a:spLocks noChangeArrowheads="1"/>
            </p:cNvSpPr>
            <p:nvPr/>
          </p:nvSpPr>
          <p:spPr bwMode="auto">
            <a:xfrm>
              <a:off x="1685" y="2011"/>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99" name="Rectangle 847"/>
            <p:cNvSpPr>
              <a:spLocks noChangeArrowheads="1"/>
            </p:cNvSpPr>
            <p:nvPr/>
          </p:nvSpPr>
          <p:spPr bwMode="auto">
            <a:xfrm>
              <a:off x="1706" y="2011"/>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0" name="Rectangle 848"/>
            <p:cNvSpPr>
              <a:spLocks noChangeArrowheads="1"/>
            </p:cNvSpPr>
            <p:nvPr/>
          </p:nvSpPr>
          <p:spPr bwMode="auto">
            <a:xfrm>
              <a:off x="1731" y="201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1" name="Rectangle 849"/>
            <p:cNvSpPr>
              <a:spLocks noChangeArrowheads="1"/>
            </p:cNvSpPr>
            <p:nvPr/>
          </p:nvSpPr>
          <p:spPr bwMode="auto">
            <a:xfrm>
              <a:off x="1752" y="201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2" name="Rectangle 850"/>
            <p:cNvSpPr>
              <a:spLocks noChangeArrowheads="1"/>
            </p:cNvSpPr>
            <p:nvPr/>
          </p:nvSpPr>
          <p:spPr bwMode="auto">
            <a:xfrm>
              <a:off x="1773" y="201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3" name="Rectangle 851"/>
            <p:cNvSpPr>
              <a:spLocks noChangeArrowheads="1"/>
            </p:cNvSpPr>
            <p:nvPr/>
          </p:nvSpPr>
          <p:spPr bwMode="auto">
            <a:xfrm>
              <a:off x="1798" y="2011"/>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4" name="Rectangle 852"/>
            <p:cNvSpPr>
              <a:spLocks noChangeArrowheads="1"/>
            </p:cNvSpPr>
            <p:nvPr/>
          </p:nvSpPr>
          <p:spPr bwMode="auto">
            <a:xfrm>
              <a:off x="1819" y="201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5" name="Rectangle 853"/>
            <p:cNvSpPr>
              <a:spLocks noChangeArrowheads="1"/>
            </p:cNvSpPr>
            <p:nvPr/>
          </p:nvSpPr>
          <p:spPr bwMode="auto">
            <a:xfrm>
              <a:off x="1844" y="2011"/>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6" name="Rectangle 854"/>
            <p:cNvSpPr>
              <a:spLocks noChangeArrowheads="1"/>
            </p:cNvSpPr>
            <p:nvPr/>
          </p:nvSpPr>
          <p:spPr bwMode="auto">
            <a:xfrm>
              <a:off x="1865" y="2011"/>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7" name="Rectangle 855"/>
            <p:cNvSpPr>
              <a:spLocks noChangeArrowheads="1"/>
            </p:cNvSpPr>
            <p:nvPr/>
          </p:nvSpPr>
          <p:spPr bwMode="auto">
            <a:xfrm>
              <a:off x="1886" y="2011"/>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8" name="Rectangle 856"/>
            <p:cNvSpPr>
              <a:spLocks noChangeArrowheads="1"/>
            </p:cNvSpPr>
            <p:nvPr/>
          </p:nvSpPr>
          <p:spPr bwMode="auto">
            <a:xfrm>
              <a:off x="1912" y="2011"/>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09" name="Rectangle 857"/>
            <p:cNvSpPr>
              <a:spLocks noChangeArrowheads="1"/>
            </p:cNvSpPr>
            <p:nvPr/>
          </p:nvSpPr>
          <p:spPr bwMode="auto">
            <a:xfrm>
              <a:off x="1933" y="201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0" name="Rectangle 858"/>
            <p:cNvSpPr>
              <a:spLocks noChangeArrowheads="1"/>
            </p:cNvSpPr>
            <p:nvPr/>
          </p:nvSpPr>
          <p:spPr bwMode="auto">
            <a:xfrm>
              <a:off x="1958" y="201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1" name="Rectangle 859"/>
            <p:cNvSpPr>
              <a:spLocks noChangeArrowheads="1"/>
            </p:cNvSpPr>
            <p:nvPr/>
          </p:nvSpPr>
          <p:spPr bwMode="auto">
            <a:xfrm>
              <a:off x="1979" y="201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2" name="Rectangle 860"/>
            <p:cNvSpPr>
              <a:spLocks noChangeArrowheads="1"/>
            </p:cNvSpPr>
            <p:nvPr/>
          </p:nvSpPr>
          <p:spPr bwMode="auto">
            <a:xfrm>
              <a:off x="2000" y="2011"/>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3" name="Rectangle 861"/>
            <p:cNvSpPr>
              <a:spLocks noChangeArrowheads="1"/>
            </p:cNvSpPr>
            <p:nvPr/>
          </p:nvSpPr>
          <p:spPr bwMode="auto">
            <a:xfrm>
              <a:off x="2025" y="2011"/>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4" name="Rectangle 862"/>
            <p:cNvSpPr>
              <a:spLocks noChangeArrowheads="1"/>
            </p:cNvSpPr>
            <p:nvPr/>
          </p:nvSpPr>
          <p:spPr bwMode="auto">
            <a:xfrm>
              <a:off x="2046" y="2011"/>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5" name="Rectangle 863"/>
            <p:cNvSpPr>
              <a:spLocks noChangeArrowheads="1"/>
            </p:cNvSpPr>
            <p:nvPr/>
          </p:nvSpPr>
          <p:spPr bwMode="auto">
            <a:xfrm>
              <a:off x="2071" y="2011"/>
              <a:ext cx="22"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6" name="Rectangle 864"/>
            <p:cNvSpPr>
              <a:spLocks noChangeArrowheads="1"/>
            </p:cNvSpPr>
            <p:nvPr/>
          </p:nvSpPr>
          <p:spPr bwMode="auto">
            <a:xfrm>
              <a:off x="2093" y="201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7" name="Rectangle 865"/>
            <p:cNvSpPr>
              <a:spLocks noChangeArrowheads="1"/>
            </p:cNvSpPr>
            <p:nvPr/>
          </p:nvSpPr>
          <p:spPr bwMode="auto">
            <a:xfrm>
              <a:off x="2114" y="2011"/>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8" name="Rectangle 866"/>
            <p:cNvSpPr>
              <a:spLocks noChangeArrowheads="1"/>
            </p:cNvSpPr>
            <p:nvPr/>
          </p:nvSpPr>
          <p:spPr bwMode="auto">
            <a:xfrm>
              <a:off x="2139" y="2011"/>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19" name="Rectangle 867"/>
            <p:cNvSpPr>
              <a:spLocks noChangeArrowheads="1"/>
            </p:cNvSpPr>
            <p:nvPr/>
          </p:nvSpPr>
          <p:spPr bwMode="auto">
            <a:xfrm>
              <a:off x="2160" y="2011"/>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0" name="Rectangle 868"/>
            <p:cNvSpPr>
              <a:spLocks noChangeArrowheads="1"/>
            </p:cNvSpPr>
            <p:nvPr/>
          </p:nvSpPr>
          <p:spPr bwMode="auto">
            <a:xfrm>
              <a:off x="2185" y="2011"/>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1" name="Rectangle 869"/>
            <p:cNvSpPr>
              <a:spLocks noChangeArrowheads="1"/>
            </p:cNvSpPr>
            <p:nvPr/>
          </p:nvSpPr>
          <p:spPr bwMode="auto">
            <a:xfrm>
              <a:off x="2206" y="2011"/>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2" name="Rectangle 870"/>
            <p:cNvSpPr>
              <a:spLocks noChangeArrowheads="1"/>
            </p:cNvSpPr>
            <p:nvPr/>
          </p:nvSpPr>
          <p:spPr bwMode="auto">
            <a:xfrm>
              <a:off x="2231" y="2011"/>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3" name="Rectangle 871"/>
            <p:cNvSpPr>
              <a:spLocks noChangeArrowheads="1"/>
            </p:cNvSpPr>
            <p:nvPr/>
          </p:nvSpPr>
          <p:spPr bwMode="auto">
            <a:xfrm>
              <a:off x="2252" y="2011"/>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4" name="Rectangle 872"/>
            <p:cNvSpPr>
              <a:spLocks noChangeArrowheads="1"/>
            </p:cNvSpPr>
            <p:nvPr/>
          </p:nvSpPr>
          <p:spPr bwMode="auto">
            <a:xfrm>
              <a:off x="2273" y="2011"/>
              <a:ext cx="26"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5" name="Rectangle 873"/>
            <p:cNvSpPr>
              <a:spLocks noChangeArrowheads="1"/>
            </p:cNvSpPr>
            <p:nvPr/>
          </p:nvSpPr>
          <p:spPr bwMode="auto">
            <a:xfrm>
              <a:off x="2299" y="2011"/>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6" name="Rectangle 874"/>
            <p:cNvSpPr>
              <a:spLocks noChangeArrowheads="1"/>
            </p:cNvSpPr>
            <p:nvPr/>
          </p:nvSpPr>
          <p:spPr bwMode="auto">
            <a:xfrm>
              <a:off x="2320" y="2011"/>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7" name="Rectangle 875"/>
            <p:cNvSpPr>
              <a:spLocks noChangeArrowheads="1"/>
            </p:cNvSpPr>
            <p:nvPr/>
          </p:nvSpPr>
          <p:spPr bwMode="auto">
            <a:xfrm>
              <a:off x="2345" y="2011"/>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8" name="Rectangle 876"/>
            <p:cNvSpPr>
              <a:spLocks noChangeArrowheads="1"/>
            </p:cNvSpPr>
            <p:nvPr/>
          </p:nvSpPr>
          <p:spPr bwMode="auto">
            <a:xfrm>
              <a:off x="2366" y="2011"/>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29" name="Rectangle 877"/>
            <p:cNvSpPr>
              <a:spLocks noChangeArrowheads="1"/>
            </p:cNvSpPr>
            <p:nvPr/>
          </p:nvSpPr>
          <p:spPr bwMode="auto">
            <a:xfrm>
              <a:off x="2387" y="2011"/>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0" name="Rectangle 878"/>
            <p:cNvSpPr>
              <a:spLocks noChangeArrowheads="1"/>
            </p:cNvSpPr>
            <p:nvPr/>
          </p:nvSpPr>
          <p:spPr bwMode="auto">
            <a:xfrm>
              <a:off x="2412" y="2011"/>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1" name="Rectangle 879"/>
            <p:cNvSpPr>
              <a:spLocks noChangeArrowheads="1"/>
            </p:cNvSpPr>
            <p:nvPr/>
          </p:nvSpPr>
          <p:spPr bwMode="auto">
            <a:xfrm>
              <a:off x="2433" y="2011"/>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2" name="Rectangle 880"/>
            <p:cNvSpPr>
              <a:spLocks noChangeArrowheads="1"/>
            </p:cNvSpPr>
            <p:nvPr/>
          </p:nvSpPr>
          <p:spPr bwMode="auto">
            <a:xfrm>
              <a:off x="2458" y="2011"/>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3" name="Rectangle 881"/>
            <p:cNvSpPr>
              <a:spLocks noChangeArrowheads="1"/>
            </p:cNvSpPr>
            <p:nvPr/>
          </p:nvSpPr>
          <p:spPr bwMode="auto">
            <a:xfrm>
              <a:off x="2479" y="2011"/>
              <a:ext cx="22"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4" name="Rectangle 882"/>
            <p:cNvSpPr>
              <a:spLocks noChangeArrowheads="1"/>
            </p:cNvSpPr>
            <p:nvPr/>
          </p:nvSpPr>
          <p:spPr bwMode="auto">
            <a:xfrm>
              <a:off x="2501" y="2011"/>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5" name="Rectangle 883"/>
            <p:cNvSpPr>
              <a:spLocks noChangeArrowheads="1"/>
            </p:cNvSpPr>
            <p:nvPr/>
          </p:nvSpPr>
          <p:spPr bwMode="auto">
            <a:xfrm>
              <a:off x="2526" y="2011"/>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6" name="Rectangle 884"/>
            <p:cNvSpPr>
              <a:spLocks noChangeArrowheads="1"/>
            </p:cNvSpPr>
            <p:nvPr/>
          </p:nvSpPr>
          <p:spPr bwMode="auto">
            <a:xfrm>
              <a:off x="2547" y="2011"/>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7" name="Rectangle 885"/>
            <p:cNvSpPr>
              <a:spLocks noChangeArrowheads="1"/>
            </p:cNvSpPr>
            <p:nvPr/>
          </p:nvSpPr>
          <p:spPr bwMode="auto">
            <a:xfrm>
              <a:off x="2572" y="2011"/>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8" name="Rectangle 886"/>
            <p:cNvSpPr>
              <a:spLocks noChangeArrowheads="1"/>
            </p:cNvSpPr>
            <p:nvPr/>
          </p:nvSpPr>
          <p:spPr bwMode="auto">
            <a:xfrm>
              <a:off x="2593" y="2011"/>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39" name="Rectangle 887"/>
            <p:cNvSpPr>
              <a:spLocks noChangeArrowheads="1"/>
            </p:cNvSpPr>
            <p:nvPr/>
          </p:nvSpPr>
          <p:spPr bwMode="auto">
            <a:xfrm>
              <a:off x="2614" y="2011"/>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0" name="Rectangle 888"/>
            <p:cNvSpPr>
              <a:spLocks noChangeArrowheads="1"/>
            </p:cNvSpPr>
            <p:nvPr/>
          </p:nvSpPr>
          <p:spPr bwMode="auto">
            <a:xfrm>
              <a:off x="2639" y="2011"/>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1" name="Rectangle 889"/>
            <p:cNvSpPr>
              <a:spLocks noChangeArrowheads="1"/>
            </p:cNvSpPr>
            <p:nvPr/>
          </p:nvSpPr>
          <p:spPr bwMode="auto">
            <a:xfrm>
              <a:off x="2660" y="2011"/>
              <a:ext cx="26"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2" name="Rectangle 890"/>
            <p:cNvSpPr>
              <a:spLocks noChangeArrowheads="1"/>
            </p:cNvSpPr>
            <p:nvPr/>
          </p:nvSpPr>
          <p:spPr bwMode="auto">
            <a:xfrm>
              <a:off x="2686" y="2011"/>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3" name="Rectangle 891"/>
            <p:cNvSpPr>
              <a:spLocks noChangeArrowheads="1"/>
            </p:cNvSpPr>
            <p:nvPr/>
          </p:nvSpPr>
          <p:spPr bwMode="auto">
            <a:xfrm>
              <a:off x="2707" y="2011"/>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4" name="Rectangle 892"/>
            <p:cNvSpPr>
              <a:spLocks noChangeArrowheads="1"/>
            </p:cNvSpPr>
            <p:nvPr/>
          </p:nvSpPr>
          <p:spPr bwMode="auto">
            <a:xfrm>
              <a:off x="2728" y="2011"/>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5" name="Rectangle 893"/>
            <p:cNvSpPr>
              <a:spLocks noChangeArrowheads="1"/>
            </p:cNvSpPr>
            <p:nvPr/>
          </p:nvSpPr>
          <p:spPr bwMode="auto">
            <a:xfrm>
              <a:off x="2753" y="2011"/>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6" name="Rectangle 894"/>
            <p:cNvSpPr>
              <a:spLocks noChangeArrowheads="1"/>
            </p:cNvSpPr>
            <p:nvPr/>
          </p:nvSpPr>
          <p:spPr bwMode="auto">
            <a:xfrm>
              <a:off x="2774" y="2011"/>
              <a:ext cx="25"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7" name="Rectangle 895"/>
            <p:cNvSpPr>
              <a:spLocks noChangeArrowheads="1"/>
            </p:cNvSpPr>
            <p:nvPr/>
          </p:nvSpPr>
          <p:spPr bwMode="auto">
            <a:xfrm>
              <a:off x="2799" y="2011"/>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8" name="Rectangle 896"/>
            <p:cNvSpPr>
              <a:spLocks noChangeArrowheads="1"/>
            </p:cNvSpPr>
            <p:nvPr/>
          </p:nvSpPr>
          <p:spPr bwMode="auto">
            <a:xfrm>
              <a:off x="2820" y="2011"/>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49" name="Rectangle 897"/>
            <p:cNvSpPr>
              <a:spLocks noChangeArrowheads="1"/>
            </p:cNvSpPr>
            <p:nvPr/>
          </p:nvSpPr>
          <p:spPr bwMode="auto">
            <a:xfrm>
              <a:off x="2841" y="2011"/>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0" name="Rectangle 898"/>
            <p:cNvSpPr>
              <a:spLocks noChangeArrowheads="1"/>
            </p:cNvSpPr>
            <p:nvPr/>
          </p:nvSpPr>
          <p:spPr bwMode="auto">
            <a:xfrm>
              <a:off x="2866" y="2011"/>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1" name="Rectangle 899"/>
            <p:cNvSpPr>
              <a:spLocks noChangeArrowheads="1"/>
            </p:cNvSpPr>
            <p:nvPr/>
          </p:nvSpPr>
          <p:spPr bwMode="auto">
            <a:xfrm>
              <a:off x="2887" y="2011"/>
              <a:ext cx="26"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2" name="Rectangle 900"/>
            <p:cNvSpPr>
              <a:spLocks noChangeArrowheads="1"/>
            </p:cNvSpPr>
            <p:nvPr/>
          </p:nvSpPr>
          <p:spPr bwMode="auto">
            <a:xfrm>
              <a:off x="2913" y="2011"/>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3" name="Rectangle 901"/>
            <p:cNvSpPr>
              <a:spLocks noChangeArrowheads="1"/>
            </p:cNvSpPr>
            <p:nvPr/>
          </p:nvSpPr>
          <p:spPr bwMode="auto">
            <a:xfrm>
              <a:off x="2934" y="2011"/>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4" name="Rectangle 902"/>
            <p:cNvSpPr>
              <a:spLocks noChangeArrowheads="1"/>
            </p:cNvSpPr>
            <p:nvPr/>
          </p:nvSpPr>
          <p:spPr bwMode="auto">
            <a:xfrm>
              <a:off x="2959" y="2011"/>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5" name="Rectangle 903"/>
            <p:cNvSpPr>
              <a:spLocks noChangeArrowheads="1"/>
            </p:cNvSpPr>
            <p:nvPr/>
          </p:nvSpPr>
          <p:spPr bwMode="auto">
            <a:xfrm>
              <a:off x="2980" y="2011"/>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6" name="Rectangle 904"/>
            <p:cNvSpPr>
              <a:spLocks noChangeArrowheads="1"/>
            </p:cNvSpPr>
            <p:nvPr/>
          </p:nvSpPr>
          <p:spPr bwMode="auto">
            <a:xfrm>
              <a:off x="3001" y="2011"/>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7" name="Rectangle 905"/>
            <p:cNvSpPr>
              <a:spLocks noChangeArrowheads="1"/>
            </p:cNvSpPr>
            <p:nvPr/>
          </p:nvSpPr>
          <p:spPr bwMode="auto">
            <a:xfrm>
              <a:off x="3026" y="2011"/>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8" name="Rectangle 906"/>
            <p:cNvSpPr>
              <a:spLocks noChangeArrowheads="1"/>
            </p:cNvSpPr>
            <p:nvPr/>
          </p:nvSpPr>
          <p:spPr bwMode="auto">
            <a:xfrm>
              <a:off x="3047" y="2011"/>
              <a:ext cx="26"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59" name="Rectangle 907"/>
            <p:cNvSpPr>
              <a:spLocks noChangeArrowheads="1"/>
            </p:cNvSpPr>
            <p:nvPr/>
          </p:nvSpPr>
          <p:spPr bwMode="auto">
            <a:xfrm>
              <a:off x="3073" y="201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0" name="Rectangle 908"/>
            <p:cNvSpPr>
              <a:spLocks noChangeArrowheads="1"/>
            </p:cNvSpPr>
            <p:nvPr/>
          </p:nvSpPr>
          <p:spPr bwMode="auto">
            <a:xfrm>
              <a:off x="3094" y="201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1" name="Rectangle 909"/>
            <p:cNvSpPr>
              <a:spLocks noChangeArrowheads="1"/>
            </p:cNvSpPr>
            <p:nvPr/>
          </p:nvSpPr>
          <p:spPr bwMode="auto">
            <a:xfrm>
              <a:off x="3115" y="2011"/>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2" name="Rectangle 910"/>
            <p:cNvSpPr>
              <a:spLocks noChangeArrowheads="1"/>
            </p:cNvSpPr>
            <p:nvPr/>
          </p:nvSpPr>
          <p:spPr bwMode="auto">
            <a:xfrm>
              <a:off x="3140" y="2011"/>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3" name="Rectangle 911"/>
            <p:cNvSpPr>
              <a:spLocks noChangeArrowheads="1"/>
            </p:cNvSpPr>
            <p:nvPr/>
          </p:nvSpPr>
          <p:spPr bwMode="auto">
            <a:xfrm>
              <a:off x="3161" y="2011"/>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4" name="Rectangle 912"/>
            <p:cNvSpPr>
              <a:spLocks noChangeArrowheads="1"/>
            </p:cNvSpPr>
            <p:nvPr/>
          </p:nvSpPr>
          <p:spPr bwMode="auto">
            <a:xfrm>
              <a:off x="3186" y="201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5" name="Rectangle 913"/>
            <p:cNvSpPr>
              <a:spLocks noChangeArrowheads="1"/>
            </p:cNvSpPr>
            <p:nvPr/>
          </p:nvSpPr>
          <p:spPr bwMode="auto">
            <a:xfrm>
              <a:off x="3207" y="201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6" name="Rectangle 914"/>
            <p:cNvSpPr>
              <a:spLocks noChangeArrowheads="1"/>
            </p:cNvSpPr>
            <p:nvPr/>
          </p:nvSpPr>
          <p:spPr bwMode="auto">
            <a:xfrm>
              <a:off x="3228" y="2011"/>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7" name="Rectangle 915"/>
            <p:cNvSpPr>
              <a:spLocks noChangeArrowheads="1"/>
            </p:cNvSpPr>
            <p:nvPr/>
          </p:nvSpPr>
          <p:spPr bwMode="auto">
            <a:xfrm>
              <a:off x="3253" y="201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8" name="Rectangle 916"/>
            <p:cNvSpPr>
              <a:spLocks noChangeArrowheads="1"/>
            </p:cNvSpPr>
            <p:nvPr/>
          </p:nvSpPr>
          <p:spPr bwMode="auto">
            <a:xfrm>
              <a:off x="3274" y="2011"/>
              <a:ext cx="26"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669" name="Rectangle 917"/>
            <p:cNvSpPr>
              <a:spLocks noChangeArrowheads="1"/>
            </p:cNvSpPr>
            <p:nvPr/>
          </p:nvSpPr>
          <p:spPr bwMode="auto">
            <a:xfrm>
              <a:off x="3300" y="201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5" name="Group 918"/>
          <p:cNvGrpSpPr/>
          <p:nvPr/>
        </p:nvGrpSpPr>
        <p:grpSpPr bwMode="auto">
          <a:xfrm>
            <a:off x="1185863" y="3994150"/>
            <a:ext cx="4621212" cy="166688"/>
            <a:chOff x="755" y="2423"/>
            <a:chExt cx="2911" cy="105"/>
          </a:xfrm>
        </p:grpSpPr>
        <p:sp>
          <p:nvSpPr>
            <p:cNvPr id="218414" name="Rectangle 919"/>
            <p:cNvSpPr>
              <a:spLocks noChangeArrowheads="1"/>
            </p:cNvSpPr>
            <p:nvPr/>
          </p:nvSpPr>
          <p:spPr bwMode="auto">
            <a:xfrm>
              <a:off x="755" y="242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5" name="Rectangle 920"/>
            <p:cNvSpPr>
              <a:spLocks noChangeArrowheads="1"/>
            </p:cNvSpPr>
            <p:nvPr/>
          </p:nvSpPr>
          <p:spPr bwMode="auto">
            <a:xfrm>
              <a:off x="776" y="2423"/>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6" name="Rectangle 921"/>
            <p:cNvSpPr>
              <a:spLocks noChangeArrowheads="1"/>
            </p:cNvSpPr>
            <p:nvPr/>
          </p:nvSpPr>
          <p:spPr bwMode="auto">
            <a:xfrm>
              <a:off x="801" y="242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7" name="Rectangle 922"/>
            <p:cNvSpPr>
              <a:spLocks noChangeArrowheads="1"/>
            </p:cNvSpPr>
            <p:nvPr/>
          </p:nvSpPr>
          <p:spPr bwMode="auto">
            <a:xfrm>
              <a:off x="822" y="2423"/>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8" name="Rectangle 923"/>
            <p:cNvSpPr>
              <a:spLocks noChangeArrowheads="1"/>
            </p:cNvSpPr>
            <p:nvPr/>
          </p:nvSpPr>
          <p:spPr bwMode="auto">
            <a:xfrm>
              <a:off x="847" y="2423"/>
              <a:ext cx="22"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9" name="Rectangle 924"/>
            <p:cNvSpPr>
              <a:spLocks noChangeArrowheads="1"/>
            </p:cNvSpPr>
            <p:nvPr/>
          </p:nvSpPr>
          <p:spPr bwMode="auto">
            <a:xfrm>
              <a:off x="869" y="2423"/>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0" name="Rectangle 925"/>
            <p:cNvSpPr>
              <a:spLocks noChangeArrowheads="1"/>
            </p:cNvSpPr>
            <p:nvPr/>
          </p:nvSpPr>
          <p:spPr bwMode="auto">
            <a:xfrm>
              <a:off x="890" y="2423"/>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1" name="Rectangle 926"/>
            <p:cNvSpPr>
              <a:spLocks noChangeArrowheads="1"/>
            </p:cNvSpPr>
            <p:nvPr/>
          </p:nvSpPr>
          <p:spPr bwMode="auto">
            <a:xfrm>
              <a:off x="915" y="2423"/>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2" name="Rectangle 927"/>
            <p:cNvSpPr>
              <a:spLocks noChangeArrowheads="1"/>
            </p:cNvSpPr>
            <p:nvPr/>
          </p:nvSpPr>
          <p:spPr bwMode="auto">
            <a:xfrm>
              <a:off x="936" y="2423"/>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3" name="Rectangle 928"/>
            <p:cNvSpPr>
              <a:spLocks noChangeArrowheads="1"/>
            </p:cNvSpPr>
            <p:nvPr/>
          </p:nvSpPr>
          <p:spPr bwMode="auto">
            <a:xfrm>
              <a:off x="961" y="2423"/>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4" name="Rectangle 929"/>
            <p:cNvSpPr>
              <a:spLocks noChangeArrowheads="1"/>
            </p:cNvSpPr>
            <p:nvPr/>
          </p:nvSpPr>
          <p:spPr bwMode="auto">
            <a:xfrm>
              <a:off x="982" y="2423"/>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5" name="Rectangle 930"/>
            <p:cNvSpPr>
              <a:spLocks noChangeArrowheads="1"/>
            </p:cNvSpPr>
            <p:nvPr/>
          </p:nvSpPr>
          <p:spPr bwMode="auto">
            <a:xfrm>
              <a:off x="1003" y="2423"/>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6" name="Rectangle 931"/>
            <p:cNvSpPr>
              <a:spLocks noChangeArrowheads="1"/>
            </p:cNvSpPr>
            <p:nvPr/>
          </p:nvSpPr>
          <p:spPr bwMode="auto">
            <a:xfrm>
              <a:off x="1028" y="2423"/>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7" name="Rectangle 932"/>
            <p:cNvSpPr>
              <a:spLocks noChangeArrowheads="1"/>
            </p:cNvSpPr>
            <p:nvPr/>
          </p:nvSpPr>
          <p:spPr bwMode="auto">
            <a:xfrm>
              <a:off x="1049" y="2423"/>
              <a:ext cx="26"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8" name="Rectangle 933"/>
            <p:cNvSpPr>
              <a:spLocks noChangeArrowheads="1"/>
            </p:cNvSpPr>
            <p:nvPr/>
          </p:nvSpPr>
          <p:spPr bwMode="auto">
            <a:xfrm>
              <a:off x="1075" y="2423"/>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29" name="Rectangle 934"/>
            <p:cNvSpPr>
              <a:spLocks noChangeArrowheads="1"/>
            </p:cNvSpPr>
            <p:nvPr/>
          </p:nvSpPr>
          <p:spPr bwMode="auto">
            <a:xfrm>
              <a:off x="1096" y="2423"/>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0" name="Rectangle 935"/>
            <p:cNvSpPr>
              <a:spLocks noChangeArrowheads="1"/>
            </p:cNvSpPr>
            <p:nvPr/>
          </p:nvSpPr>
          <p:spPr bwMode="auto">
            <a:xfrm>
              <a:off x="1121" y="2423"/>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1" name="Rectangle 936"/>
            <p:cNvSpPr>
              <a:spLocks noChangeArrowheads="1"/>
            </p:cNvSpPr>
            <p:nvPr/>
          </p:nvSpPr>
          <p:spPr bwMode="auto">
            <a:xfrm>
              <a:off x="1142" y="2423"/>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2" name="Rectangle 937"/>
            <p:cNvSpPr>
              <a:spLocks noChangeArrowheads="1"/>
            </p:cNvSpPr>
            <p:nvPr/>
          </p:nvSpPr>
          <p:spPr bwMode="auto">
            <a:xfrm>
              <a:off x="1163" y="2423"/>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3" name="Rectangle 938"/>
            <p:cNvSpPr>
              <a:spLocks noChangeArrowheads="1"/>
            </p:cNvSpPr>
            <p:nvPr/>
          </p:nvSpPr>
          <p:spPr bwMode="auto">
            <a:xfrm>
              <a:off x="1188" y="2423"/>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4" name="Rectangle 939"/>
            <p:cNvSpPr>
              <a:spLocks noChangeArrowheads="1"/>
            </p:cNvSpPr>
            <p:nvPr/>
          </p:nvSpPr>
          <p:spPr bwMode="auto">
            <a:xfrm>
              <a:off x="1209" y="2423"/>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5" name="Rectangle 940"/>
            <p:cNvSpPr>
              <a:spLocks noChangeArrowheads="1"/>
            </p:cNvSpPr>
            <p:nvPr/>
          </p:nvSpPr>
          <p:spPr bwMode="auto">
            <a:xfrm>
              <a:off x="1234" y="2423"/>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6" name="Rectangle 941"/>
            <p:cNvSpPr>
              <a:spLocks noChangeArrowheads="1"/>
            </p:cNvSpPr>
            <p:nvPr/>
          </p:nvSpPr>
          <p:spPr bwMode="auto">
            <a:xfrm>
              <a:off x="1255" y="2423"/>
              <a:ext cx="22"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7" name="Rectangle 942"/>
            <p:cNvSpPr>
              <a:spLocks noChangeArrowheads="1"/>
            </p:cNvSpPr>
            <p:nvPr/>
          </p:nvSpPr>
          <p:spPr bwMode="auto">
            <a:xfrm>
              <a:off x="1277" y="2423"/>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8" name="Rectangle 943"/>
            <p:cNvSpPr>
              <a:spLocks noChangeArrowheads="1"/>
            </p:cNvSpPr>
            <p:nvPr/>
          </p:nvSpPr>
          <p:spPr bwMode="auto">
            <a:xfrm>
              <a:off x="1302" y="2423"/>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39" name="Rectangle 944"/>
            <p:cNvSpPr>
              <a:spLocks noChangeArrowheads="1"/>
            </p:cNvSpPr>
            <p:nvPr/>
          </p:nvSpPr>
          <p:spPr bwMode="auto">
            <a:xfrm>
              <a:off x="1323" y="2423"/>
              <a:ext cx="25"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0" name="Rectangle 945"/>
            <p:cNvSpPr>
              <a:spLocks noChangeArrowheads="1"/>
            </p:cNvSpPr>
            <p:nvPr/>
          </p:nvSpPr>
          <p:spPr bwMode="auto">
            <a:xfrm>
              <a:off x="1348" y="2423"/>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1" name="Rectangle 946"/>
            <p:cNvSpPr>
              <a:spLocks noChangeArrowheads="1"/>
            </p:cNvSpPr>
            <p:nvPr/>
          </p:nvSpPr>
          <p:spPr bwMode="auto">
            <a:xfrm>
              <a:off x="1369" y="2423"/>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2" name="Rectangle 947"/>
            <p:cNvSpPr>
              <a:spLocks noChangeArrowheads="1"/>
            </p:cNvSpPr>
            <p:nvPr/>
          </p:nvSpPr>
          <p:spPr bwMode="auto">
            <a:xfrm>
              <a:off x="1390" y="2423"/>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3" name="Rectangle 948"/>
            <p:cNvSpPr>
              <a:spLocks noChangeArrowheads="1"/>
            </p:cNvSpPr>
            <p:nvPr/>
          </p:nvSpPr>
          <p:spPr bwMode="auto">
            <a:xfrm>
              <a:off x="1415" y="2423"/>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4" name="Rectangle 949"/>
            <p:cNvSpPr>
              <a:spLocks noChangeArrowheads="1"/>
            </p:cNvSpPr>
            <p:nvPr/>
          </p:nvSpPr>
          <p:spPr bwMode="auto">
            <a:xfrm>
              <a:off x="1436" y="2423"/>
              <a:ext cx="26"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5" name="Rectangle 950"/>
            <p:cNvSpPr>
              <a:spLocks noChangeArrowheads="1"/>
            </p:cNvSpPr>
            <p:nvPr/>
          </p:nvSpPr>
          <p:spPr bwMode="auto">
            <a:xfrm>
              <a:off x="1462" y="2423"/>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6" name="Rectangle 951"/>
            <p:cNvSpPr>
              <a:spLocks noChangeArrowheads="1"/>
            </p:cNvSpPr>
            <p:nvPr/>
          </p:nvSpPr>
          <p:spPr bwMode="auto">
            <a:xfrm>
              <a:off x="1483" y="2423"/>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7" name="Rectangle 952"/>
            <p:cNvSpPr>
              <a:spLocks noChangeArrowheads="1"/>
            </p:cNvSpPr>
            <p:nvPr/>
          </p:nvSpPr>
          <p:spPr bwMode="auto">
            <a:xfrm>
              <a:off x="1504" y="2423"/>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8" name="Rectangle 953"/>
            <p:cNvSpPr>
              <a:spLocks noChangeArrowheads="1"/>
            </p:cNvSpPr>
            <p:nvPr/>
          </p:nvSpPr>
          <p:spPr bwMode="auto">
            <a:xfrm>
              <a:off x="1529" y="2423"/>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49" name="Rectangle 954"/>
            <p:cNvSpPr>
              <a:spLocks noChangeArrowheads="1"/>
            </p:cNvSpPr>
            <p:nvPr/>
          </p:nvSpPr>
          <p:spPr bwMode="auto">
            <a:xfrm>
              <a:off x="1550" y="2423"/>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0" name="Rectangle 955"/>
            <p:cNvSpPr>
              <a:spLocks noChangeArrowheads="1"/>
            </p:cNvSpPr>
            <p:nvPr/>
          </p:nvSpPr>
          <p:spPr bwMode="auto">
            <a:xfrm>
              <a:off x="1575" y="2423"/>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1" name="Rectangle 956"/>
            <p:cNvSpPr>
              <a:spLocks noChangeArrowheads="1"/>
            </p:cNvSpPr>
            <p:nvPr/>
          </p:nvSpPr>
          <p:spPr bwMode="auto">
            <a:xfrm>
              <a:off x="1596" y="2423"/>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2" name="Rectangle 957"/>
            <p:cNvSpPr>
              <a:spLocks noChangeArrowheads="1"/>
            </p:cNvSpPr>
            <p:nvPr/>
          </p:nvSpPr>
          <p:spPr bwMode="auto">
            <a:xfrm>
              <a:off x="1617" y="2423"/>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3" name="Rectangle 958"/>
            <p:cNvSpPr>
              <a:spLocks noChangeArrowheads="1"/>
            </p:cNvSpPr>
            <p:nvPr/>
          </p:nvSpPr>
          <p:spPr bwMode="auto">
            <a:xfrm>
              <a:off x="1642" y="2423"/>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4" name="Rectangle 959"/>
            <p:cNvSpPr>
              <a:spLocks noChangeArrowheads="1"/>
            </p:cNvSpPr>
            <p:nvPr/>
          </p:nvSpPr>
          <p:spPr bwMode="auto">
            <a:xfrm>
              <a:off x="1663" y="2423"/>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5" name="Rectangle 960"/>
            <p:cNvSpPr>
              <a:spLocks noChangeArrowheads="1"/>
            </p:cNvSpPr>
            <p:nvPr/>
          </p:nvSpPr>
          <p:spPr bwMode="auto">
            <a:xfrm>
              <a:off x="1689" y="2423"/>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6" name="Rectangle 961"/>
            <p:cNvSpPr>
              <a:spLocks noChangeArrowheads="1"/>
            </p:cNvSpPr>
            <p:nvPr/>
          </p:nvSpPr>
          <p:spPr bwMode="auto">
            <a:xfrm>
              <a:off x="1710" y="2423"/>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7" name="Rectangle 962"/>
            <p:cNvSpPr>
              <a:spLocks noChangeArrowheads="1"/>
            </p:cNvSpPr>
            <p:nvPr/>
          </p:nvSpPr>
          <p:spPr bwMode="auto">
            <a:xfrm>
              <a:off x="1731" y="2423"/>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8" name="Rectangle 963"/>
            <p:cNvSpPr>
              <a:spLocks noChangeArrowheads="1"/>
            </p:cNvSpPr>
            <p:nvPr/>
          </p:nvSpPr>
          <p:spPr bwMode="auto">
            <a:xfrm>
              <a:off x="1756" y="2423"/>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59" name="Rectangle 964"/>
            <p:cNvSpPr>
              <a:spLocks noChangeArrowheads="1"/>
            </p:cNvSpPr>
            <p:nvPr/>
          </p:nvSpPr>
          <p:spPr bwMode="auto">
            <a:xfrm>
              <a:off x="1777" y="2423"/>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0" name="Rectangle 965"/>
            <p:cNvSpPr>
              <a:spLocks noChangeArrowheads="1"/>
            </p:cNvSpPr>
            <p:nvPr/>
          </p:nvSpPr>
          <p:spPr bwMode="auto">
            <a:xfrm>
              <a:off x="1802" y="2423"/>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1" name="Rectangle 966"/>
            <p:cNvSpPr>
              <a:spLocks noChangeArrowheads="1"/>
            </p:cNvSpPr>
            <p:nvPr/>
          </p:nvSpPr>
          <p:spPr bwMode="auto">
            <a:xfrm>
              <a:off x="1823" y="2423"/>
              <a:ext cx="26"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2" name="Rectangle 967"/>
            <p:cNvSpPr>
              <a:spLocks noChangeArrowheads="1"/>
            </p:cNvSpPr>
            <p:nvPr/>
          </p:nvSpPr>
          <p:spPr bwMode="auto">
            <a:xfrm>
              <a:off x="1849" y="2423"/>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3" name="Rectangle 968"/>
            <p:cNvSpPr>
              <a:spLocks noChangeArrowheads="1"/>
            </p:cNvSpPr>
            <p:nvPr/>
          </p:nvSpPr>
          <p:spPr bwMode="auto">
            <a:xfrm>
              <a:off x="1870" y="2423"/>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4" name="Rectangle 969"/>
            <p:cNvSpPr>
              <a:spLocks noChangeArrowheads="1"/>
            </p:cNvSpPr>
            <p:nvPr/>
          </p:nvSpPr>
          <p:spPr bwMode="auto">
            <a:xfrm>
              <a:off x="1891" y="2423"/>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5" name="Rectangle 970"/>
            <p:cNvSpPr>
              <a:spLocks noChangeArrowheads="1"/>
            </p:cNvSpPr>
            <p:nvPr/>
          </p:nvSpPr>
          <p:spPr bwMode="auto">
            <a:xfrm>
              <a:off x="1916" y="2423"/>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6" name="Rectangle 971"/>
            <p:cNvSpPr>
              <a:spLocks noChangeArrowheads="1"/>
            </p:cNvSpPr>
            <p:nvPr/>
          </p:nvSpPr>
          <p:spPr bwMode="auto">
            <a:xfrm>
              <a:off x="1937" y="2423"/>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7" name="Rectangle 972"/>
            <p:cNvSpPr>
              <a:spLocks noChangeArrowheads="1"/>
            </p:cNvSpPr>
            <p:nvPr/>
          </p:nvSpPr>
          <p:spPr bwMode="auto">
            <a:xfrm>
              <a:off x="1962" y="242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8" name="Rectangle 973"/>
            <p:cNvSpPr>
              <a:spLocks noChangeArrowheads="1"/>
            </p:cNvSpPr>
            <p:nvPr/>
          </p:nvSpPr>
          <p:spPr bwMode="auto">
            <a:xfrm>
              <a:off x="1983" y="242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69" name="Rectangle 974"/>
            <p:cNvSpPr>
              <a:spLocks noChangeArrowheads="1"/>
            </p:cNvSpPr>
            <p:nvPr/>
          </p:nvSpPr>
          <p:spPr bwMode="auto">
            <a:xfrm>
              <a:off x="2004" y="2423"/>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0" name="Rectangle 975"/>
            <p:cNvSpPr>
              <a:spLocks noChangeArrowheads="1"/>
            </p:cNvSpPr>
            <p:nvPr/>
          </p:nvSpPr>
          <p:spPr bwMode="auto">
            <a:xfrm>
              <a:off x="2029" y="2423"/>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1" name="Rectangle 976"/>
            <p:cNvSpPr>
              <a:spLocks noChangeArrowheads="1"/>
            </p:cNvSpPr>
            <p:nvPr/>
          </p:nvSpPr>
          <p:spPr bwMode="auto">
            <a:xfrm>
              <a:off x="2050" y="2423"/>
              <a:ext cx="26"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2" name="Rectangle 977"/>
            <p:cNvSpPr>
              <a:spLocks noChangeArrowheads="1"/>
            </p:cNvSpPr>
            <p:nvPr/>
          </p:nvSpPr>
          <p:spPr bwMode="auto">
            <a:xfrm>
              <a:off x="2076" y="242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3" name="Rectangle 978"/>
            <p:cNvSpPr>
              <a:spLocks noChangeArrowheads="1"/>
            </p:cNvSpPr>
            <p:nvPr/>
          </p:nvSpPr>
          <p:spPr bwMode="auto">
            <a:xfrm>
              <a:off x="2097" y="242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4" name="Rectangle 979"/>
            <p:cNvSpPr>
              <a:spLocks noChangeArrowheads="1"/>
            </p:cNvSpPr>
            <p:nvPr/>
          </p:nvSpPr>
          <p:spPr bwMode="auto">
            <a:xfrm>
              <a:off x="2118" y="242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5" name="Rectangle 980"/>
            <p:cNvSpPr>
              <a:spLocks noChangeArrowheads="1"/>
            </p:cNvSpPr>
            <p:nvPr/>
          </p:nvSpPr>
          <p:spPr bwMode="auto">
            <a:xfrm>
              <a:off x="2143" y="2423"/>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6" name="Rectangle 981"/>
            <p:cNvSpPr>
              <a:spLocks noChangeArrowheads="1"/>
            </p:cNvSpPr>
            <p:nvPr/>
          </p:nvSpPr>
          <p:spPr bwMode="auto">
            <a:xfrm>
              <a:off x="2164" y="242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7" name="Rectangle 982"/>
            <p:cNvSpPr>
              <a:spLocks noChangeArrowheads="1"/>
            </p:cNvSpPr>
            <p:nvPr/>
          </p:nvSpPr>
          <p:spPr bwMode="auto">
            <a:xfrm>
              <a:off x="2189" y="2423"/>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8" name="Rectangle 983"/>
            <p:cNvSpPr>
              <a:spLocks noChangeArrowheads="1"/>
            </p:cNvSpPr>
            <p:nvPr/>
          </p:nvSpPr>
          <p:spPr bwMode="auto">
            <a:xfrm>
              <a:off x="2210" y="2423"/>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79" name="Rectangle 984"/>
            <p:cNvSpPr>
              <a:spLocks noChangeArrowheads="1"/>
            </p:cNvSpPr>
            <p:nvPr/>
          </p:nvSpPr>
          <p:spPr bwMode="auto">
            <a:xfrm>
              <a:off x="2231" y="2423"/>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0" name="Rectangle 985"/>
            <p:cNvSpPr>
              <a:spLocks noChangeArrowheads="1"/>
            </p:cNvSpPr>
            <p:nvPr/>
          </p:nvSpPr>
          <p:spPr bwMode="auto">
            <a:xfrm>
              <a:off x="2257" y="2423"/>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1" name="Rectangle 986"/>
            <p:cNvSpPr>
              <a:spLocks noChangeArrowheads="1"/>
            </p:cNvSpPr>
            <p:nvPr/>
          </p:nvSpPr>
          <p:spPr bwMode="auto">
            <a:xfrm>
              <a:off x="2278" y="2423"/>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2" name="Rectangle 987"/>
            <p:cNvSpPr>
              <a:spLocks noChangeArrowheads="1"/>
            </p:cNvSpPr>
            <p:nvPr/>
          </p:nvSpPr>
          <p:spPr bwMode="auto">
            <a:xfrm>
              <a:off x="2303" y="242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3" name="Rectangle 988"/>
            <p:cNvSpPr>
              <a:spLocks noChangeArrowheads="1"/>
            </p:cNvSpPr>
            <p:nvPr/>
          </p:nvSpPr>
          <p:spPr bwMode="auto">
            <a:xfrm>
              <a:off x="2324" y="2423"/>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4" name="Rectangle 989"/>
            <p:cNvSpPr>
              <a:spLocks noChangeArrowheads="1"/>
            </p:cNvSpPr>
            <p:nvPr/>
          </p:nvSpPr>
          <p:spPr bwMode="auto">
            <a:xfrm>
              <a:off x="2345" y="2423"/>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5" name="Rectangle 990"/>
            <p:cNvSpPr>
              <a:spLocks noChangeArrowheads="1"/>
            </p:cNvSpPr>
            <p:nvPr/>
          </p:nvSpPr>
          <p:spPr bwMode="auto">
            <a:xfrm>
              <a:off x="2370" y="2423"/>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6" name="Rectangle 991"/>
            <p:cNvSpPr>
              <a:spLocks noChangeArrowheads="1"/>
            </p:cNvSpPr>
            <p:nvPr/>
          </p:nvSpPr>
          <p:spPr bwMode="auto">
            <a:xfrm>
              <a:off x="2391" y="2423"/>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7" name="Rectangle 992"/>
            <p:cNvSpPr>
              <a:spLocks noChangeArrowheads="1"/>
            </p:cNvSpPr>
            <p:nvPr/>
          </p:nvSpPr>
          <p:spPr bwMode="auto">
            <a:xfrm>
              <a:off x="2416" y="242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8" name="Rectangle 993"/>
            <p:cNvSpPr>
              <a:spLocks noChangeArrowheads="1"/>
            </p:cNvSpPr>
            <p:nvPr/>
          </p:nvSpPr>
          <p:spPr bwMode="auto">
            <a:xfrm>
              <a:off x="2437" y="2423"/>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89" name="Rectangle 994"/>
            <p:cNvSpPr>
              <a:spLocks noChangeArrowheads="1"/>
            </p:cNvSpPr>
            <p:nvPr/>
          </p:nvSpPr>
          <p:spPr bwMode="auto">
            <a:xfrm>
              <a:off x="2458" y="2423"/>
              <a:ext cx="26"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0" name="Rectangle 995"/>
            <p:cNvSpPr>
              <a:spLocks noChangeArrowheads="1"/>
            </p:cNvSpPr>
            <p:nvPr/>
          </p:nvSpPr>
          <p:spPr bwMode="auto">
            <a:xfrm>
              <a:off x="2484" y="2423"/>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1" name="Rectangle 996"/>
            <p:cNvSpPr>
              <a:spLocks noChangeArrowheads="1"/>
            </p:cNvSpPr>
            <p:nvPr/>
          </p:nvSpPr>
          <p:spPr bwMode="auto">
            <a:xfrm>
              <a:off x="2505" y="2423"/>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2" name="Rectangle 997"/>
            <p:cNvSpPr>
              <a:spLocks noChangeArrowheads="1"/>
            </p:cNvSpPr>
            <p:nvPr/>
          </p:nvSpPr>
          <p:spPr bwMode="auto">
            <a:xfrm>
              <a:off x="2530" y="2423"/>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3" name="Rectangle 998"/>
            <p:cNvSpPr>
              <a:spLocks noChangeArrowheads="1"/>
            </p:cNvSpPr>
            <p:nvPr/>
          </p:nvSpPr>
          <p:spPr bwMode="auto">
            <a:xfrm>
              <a:off x="2551" y="2423"/>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4" name="Rectangle 999"/>
            <p:cNvSpPr>
              <a:spLocks noChangeArrowheads="1"/>
            </p:cNvSpPr>
            <p:nvPr/>
          </p:nvSpPr>
          <p:spPr bwMode="auto">
            <a:xfrm>
              <a:off x="2576" y="2423"/>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5" name="Rectangle 1000"/>
            <p:cNvSpPr>
              <a:spLocks noChangeArrowheads="1"/>
            </p:cNvSpPr>
            <p:nvPr/>
          </p:nvSpPr>
          <p:spPr bwMode="auto">
            <a:xfrm>
              <a:off x="2597" y="2423"/>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6" name="Rectangle 1001"/>
            <p:cNvSpPr>
              <a:spLocks noChangeArrowheads="1"/>
            </p:cNvSpPr>
            <p:nvPr/>
          </p:nvSpPr>
          <p:spPr bwMode="auto">
            <a:xfrm>
              <a:off x="2618" y="2423"/>
              <a:ext cx="26"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7" name="Rectangle 1002"/>
            <p:cNvSpPr>
              <a:spLocks noChangeArrowheads="1"/>
            </p:cNvSpPr>
            <p:nvPr/>
          </p:nvSpPr>
          <p:spPr bwMode="auto">
            <a:xfrm>
              <a:off x="2644" y="2423"/>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8" name="Rectangle 1003"/>
            <p:cNvSpPr>
              <a:spLocks noChangeArrowheads="1"/>
            </p:cNvSpPr>
            <p:nvPr/>
          </p:nvSpPr>
          <p:spPr bwMode="auto">
            <a:xfrm>
              <a:off x="2665" y="2423"/>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99" name="Rectangle 1004"/>
            <p:cNvSpPr>
              <a:spLocks noChangeArrowheads="1"/>
            </p:cNvSpPr>
            <p:nvPr/>
          </p:nvSpPr>
          <p:spPr bwMode="auto">
            <a:xfrm>
              <a:off x="2690" y="2423"/>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0" name="Rectangle 1005"/>
            <p:cNvSpPr>
              <a:spLocks noChangeArrowheads="1"/>
            </p:cNvSpPr>
            <p:nvPr/>
          </p:nvSpPr>
          <p:spPr bwMode="auto">
            <a:xfrm>
              <a:off x="2711" y="2423"/>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1" name="Rectangle 1006"/>
            <p:cNvSpPr>
              <a:spLocks noChangeArrowheads="1"/>
            </p:cNvSpPr>
            <p:nvPr/>
          </p:nvSpPr>
          <p:spPr bwMode="auto">
            <a:xfrm>
              <a:off x="2732" y="2423"/>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2" name="Rectangle 1007"/>
            <p:cNvSpPr>
              <a:spLocks noChangeArrowheads="1"/>
            </p:cNvSpPr>
            <p:nvPr/>
          </p:nvSpPr>
          <p:spPr bwMode="auto">
            <a:xfrm>
              <a:off x="2757" y="2423"/>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3" name="Rectangle 1008"/>
            <p:cNvSpPr>
              <a:spLocks noChangeArrowheads="1"/>
            </p:cNvSpPr>
            <p:nvPr/>
          </p:nvSpPr>
          <p:spPr bwMode="auto">
            <a:xfrm>
              <a:off x="2778" y="2423"/>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4" name="Rectangle 1009"/>
            <p:cNvSpPr>
              <a:spLocks noChangeArrowheads="1"/>
            </p:cNvSpPr>
            <p:nvPr/>
          </p:nvSpPr>
          <p:spPr bwMode="auto">
            <a:xfrm>
              <a:off x="2803" y="2423"/>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5" name="Rectangle 1010"/>
            <p:cNvSpPr>
              <a:spLocks noChangeArrowheads="1"/>
            </p:cNvSpPr>
            <p:nvPr/>
          </p:nvSpPr>
          <p:spPr bwMode="auto">
            <a:xfrm>
              <a:off x="2824" y="2423"/>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6" name="Rectangle 1011"/>
            <p:cNvSpPr>
              <a:spLocks noChangeArrowheads="1"/>
            </p:cNvSpPr>
            <p:nvPr/>
          </p:nvSpPr>
          <p:spPr bwMode="auto">
            <a:xfrm>
              <a:off x="2845" y="2423"/>
              <a:ext cx="26"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7" name="Rectangle 1012"/>
            <p:cNvSpPr>
              <a:spLocks noChangeArrowheads="1"/>
            </p:cNvSpPr>
            <p:nvPr/>
          </p:nvSpPr>
          <p:spPr bwMode="auto">
            <a:xfrm>
              <a:off x="2871" y="2423"/>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8" name="Rectangle 1013"/>
            <p:cNvSpPr>
              <a:spLocks noChangeArrowheads="1"/>
            </p:cNvSpPr>
            <p:nvPr/>
          </p:nvSpPr>
          <p:spPr bwMode="auto">
            <a:xfrm>
              <a:off x="2892" y="2423"/>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09" name="Rectangle 1014"/>
            <p:cNvSpPr>
              <a:spLocks noChangeArrowheads="1"/>
            </p:cNvSpPr>
            <p:nvPr/>
          </p:nvSpPr>
          <p:spPr bwMode="auto">
            <a:xfrm>
              <a:off x="2917" y="2423"/>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0" name="Rectangle 1015"/>
            <p:cNvSpPr>
              <a:spLocks noChangeArrowheads="1"/>
            </p:cNvSpPr>
            <p:nvPr/>
          </p:nvSpPr>
          <p:spPr bwMode="auto">
            <a:xfrm>
              <a:off x="2938" y="2423"/>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1" name="Rectangle 1016"/>
            <p:cNvSpPr>
              <a:spLocks noChangeArrowheads="1"/>
            </p:cNvSpPr>
            <p:nvPr/>
          </p:nvSpPr>
          <p:spPr bwMode="auto">
            <a:xfrm>
              <a:off x="2959" y="2423"/>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2" name="Rectangle 1017"/>
            <p:cNvSpPr>
              <a:spLocks noChangeArrowheads="1"/>
            </p:cNvSpPr>
            <p:nvPr/>
          </p:nvSpPr>
          <p:spPr bwMode="auto">
            <a:xfrm>
              <a:off x="2984" y="2423"/>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3" name="Rectangle 1018"/>
            <p:cNvSpPr>
              <a:spLocks noChangeArrowheads="1"/>
            </p:cNvSpPr>
            <p:nvPr/>
          </p:nvSpPr>
          <p:spPr bwMode="auto">
            <a:xfrm>
              <a:off x="3005" y="2423"/>
              <a:ext cx="26"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4" name="Rectangle 1019"/>
            <p:cNvSpPr>
              <a:spLocks noChangeArrowheads="1"/>
            </p:cNvSpPr>
            <p:nvPr/>
          </p:nvSpPr>
          <p:spPr bwMode="auto">
            <a:xfrm>
              <a:off x="3031" y="2423"/>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5" name="Rectangle 1020"/>
            <p:cNvSpPr>
              <a:spLocks noChangeArrowheads="1"/>
            </p:cNvSpPr>
            <p:nvPr/>
          </p:nvSpPr>
          <p:spPr bwMode="auto">
            <a:xfrm>
              <a:off x="3052" y="2423"/>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6" name="Rectangle 1021"/>
            <p:cNvSpPr>
              <a:spLocks noChangeArrowheads="1"/>
            </p:cNvSpPr>
            <p:nvPr/>
          </p:nvSpPr>
          <p:spPr bwMode="auto">
            <a:xfrm>
              <a:off x="3073" y="2423"/>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7" name="Rectangle 1022"/>
            <p:cNvSpPr>
              <a:spLocks noChangeArrowheads="1"/>
            </p:cNvSpPr>
            <p:nvPr/>
          </p:nvSpPr>
          <p:spPr bwMode="auto">
            <a:xfrm>
              <a:off x="3098" y="2423"/>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8" name="Rectangle 1023"/>
            <p:cNvSpPr>
              <a:spLocks noChangeArrowheads="1"/>
            </p:cNvSpPr>
            <p:nvPr/>
          </p:nvSpPr>
          <p:spPr bwMode="auto">
            <a:xfrm>
              <a:off x="3119" y="2423"/>
              <a:ext cx="25"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19" name="Rectangle 0"/>
            <p:cNvSpPr>
              <a:spLocks noChangeArrowheads="1"/>
            </p:cNvSpPr>
            <p:nvPr/>
          </p:nvSpPr>
          <p:spPr bwMode="auto">
            <a:xfrm>
              <a:off x="3144" y="2423"/>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0" name="Rectangle 1"/>
            <p:cNvSpPr>
              <a:spLocks noChangeArrowheads="1"/>
            </p:cNvSpPr>
            <p:nvPr/>
          </p:nvSpPr>
          <p:spPr bwMode="auto">
            <a:xfrm>
              <a:off x="3165" y="2423"/>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1" name="Rectangle 2"/>
            <p:cNvSpPr>
              <a:spLocks noChangeArrowheads="1"/>
            </p:cNvSpPr>
            <p:nvPr/>
          </p:nvSpPr>
          <p:spPr bwMode="auto">
            <a:xfrm>
              <a:off x="3186" y="2423"/>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2" name="Rectangle 3"/>
            <p:cNvSpPr>
              <a:spLocks noChangeArrowheads="1"/>
            </p:cNvSpPr>
            <p:nvPr/>
          </p:nvSpPr>
          <p:spPr bwMode="auto">
            <a:xfrm>
              <a:off x="3211" y="2423"/>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3" name="Rectangle 4"/>
            <p:cNvSpPr>
              <a:spLocks noChangeArrowheads="1"/>
            </p:cNvSpPr>
            <p:nvPr/>
          </p:nvSpPr>
          <p:spPr bwMode="auto">
            <a:xfrm>
              <a:off x="3232" y="2423"/>
              <a:ext cx="26"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4" name="Rectangle 5"/>
            <p:cNvSpPr>
              <a:spLocks noChangeArrowheads="1"/>
            </p:cNvSpPr>
            <p:nvPr/>
          </p:nvSpPr>
          <p:spPr bwMode="auto">
            <a:xfrm>
              <a:off x="3258" y="2423"/>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5" name="Rectangle 6"/>
            <p:cNvSpPr>
              <a:spLocks noChangeArrowheads="1"/>
            </p:cNvSpPr>
            <p:nvPr/>
          </p:nvSpPr>
          <p:spPr bwMode="auto">
            <a:xfrm>
              <a:off x="3279" y="2423"/>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6" name="Rectangle 7"/>
            <p:cNvSpPr>
              <a:spLocks noChangeArrowheads="1"/>
            </p:cNvSpPr>
            <p:nvPr/>
          </p:nvSpPr>
          <p:spPr bwMode="auto">
            <a:xfrm>
              <a:off x="3304" y="2423"/>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7" name="Rectangle 8"/>
            <p:cNvSpPr>
              <a:spLocks noChangeArrowheads="1"/>
            </p:cNvSpPr>
            <p:nvPr/>
          </p:nvSpPr>
          <p:spPr bwMode="auto">
            <a:xfrm>
              <a:off x="3325" y="2423"/>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8" name="Rectangle 9"/>
            <p:cNvSpPr>
              <a:spLocks noChangeArrowheads="1"/>
            </p:cNvSpPr>
            <p:nvPr/>
          </p:nvSpPr>
          <p:spPr bwMode="auto">
            <a:xfrm>
              <a:off x="3346" y="2423"/>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29" name="Rectangle 10"/>
            <p:cNvSpPr>
              <a:spLocks noChangeArrowheads="1"/>
            </p:cNvSpPr>
            <p:nvPr/>
          </p:nvSpPr>
          <p:spPr bwMode="auto">
            <a:xfrm>
              <a:off x="3371" y="2423"/>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0" name="Rectangle 11"/>
            <p:cNvSpPr>
              <a:spLocks noChangeArrowheads="1"/>
            </p:cNvSpPr>
            <p:nvPr/>
          </p:nvSpPr>
          <p:spPr bwMode="auto">
            <a:xfrm>
              <a:off x="3392" y="2423"/>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1" name="Rectangle 12"/>
            <p:cNvSpPr>
              <a:spLocks noChangeArrowheads="1"/>
            </p:cNvSpPr>
            <p:nvPr/>
          </p:nvSpPr>
          <p:spPr bwMode="auto">
            <a:xfrm>
              <a:off x="3417" y="2423"/>
              <a:ext cx="22"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2" name="Rectangle 13"/>
            <p:cNvSpPr>
              <a:spLocks noChangeArrowheads="1"/>
            </p:cNvSpPr>
            <p:nvPr/>
          </p:nvSpPr>
          <p:spPr bwMode="auto">
            <a:xfrm>
              <a:off x="3439" y="2423"/>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3" name="Rectangle 14"/>
            <p:cNvSpPr>
              <a:spLocks noChangeArrowheads="1"/>
            </p:cNvSpPr>
            <p:nvPr/>
          </p:nvSpPr>
          <p:spPr bwMode="auto">
            <a:xfrm>
              <a:off x="3460" y="2423"/>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4" name="Rectangle 15"/>
            <p:cNvSpPr>
              <a:spLocks noChangeArrowheads="1"/>
            </p:cNvSpPr>
            <p:nvPr/>
          </p:nvSpPr>
          <p:spPr bwMode="auto">
            <a:xfrm>
              <a:off x="3485" y="2423"/>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5" name="Rectangle 16"/>
            <p:cNvSpPr>
              <a:spLocks noChangeArrowheads="1"/>
            </p:cNvSpPr>
            <p:nvPr/>
          </p:nvSpPr>
          <p:spPr bwMode="auto">
            <a:xfrm>
              <a:off x="3506" y="2423"/>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6" name="Rectangle 17"/>
            <p:cNvSpPr>
              <a:spLocks noChangeArrowheads="1"/>
            </p:cNvSpPr>
            <p:nvPr/>
          </p:nvSpPr>
          <p:spPr bwMode="auto">
            <a:xfrm>
              <a:off x="3531" y="2423"/>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7" name="Rectangle 18"/>
            <p:cNvSpPr>
              <a:spLocks noChangeArrowheads="1"/>
            </p:cNvSpPr>
            <p:nvPr/>
          </p:nvSpPr>
          <p:spPr bwMode="auto">
            <a:xfrm>
              <a:off x="3552" y="2423"/>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8" name="Rectangle 19"/>
            <p:cNvSpPr>
              <a:spLocks noChangeArrowheads="1"/>
            </p:cNvSpPr>
            <p:nvPr/>
          </p:nvSpPr>
          <p:spPr bwMode="auto">
            <a:xfrm>
              <a:off x="3573" y="2423"/>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39" name="Rectangle 20"/>
            <p:cNvSpPr>
              <a:spLocks noChangeArrowheads="1"/>
            </p:cNvSpPr>
            <p:nvPr/>
          </p:nvSpPr>
          <p:spPr bwMode="auto">
            <a:xfrm>
              <a:off x="3598" y="242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0" name="Rectangle 21"/>
            <p:cNvSpPr>
              <a:spLocks noChangeArrowheads="1"/>
            </p:cNvSpPr>
            <p:nvPr/>
          </p:nvSpPr>
          <p:spPr bwMode="auto">
            <a:xfrm>
              <a:off x="3619" y="2423"/>
              <a:ext cx="26"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541" name="Rectangle 22"/>
            <p:cNvSpPr>
              <a:spLocks noChangeArrowheads="1"/>
            </p:cNvSpPr>
            <p:nvPr/>
          </p:nvSpPr>
          <p:spPr bwMode="auto">
            <a:xfrm>
              <a:off x="3645" y="2423"/>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6" name="Group 23"/>
          <p:cNvGrpSpPr/>
          <p:nvPr/>
        </p:nvGrpSpPr>
        <p:grpSpPr bwMode="auto">
          <a:xfrm>
            <a:off x="1006475" y="3779838"/>
            <a:ext cx="4621213" cy="166687"/>
            <a:chOff x="641" y="2288"/>
            <a:chExt cx="2911" cy="105"/>
          </a:xfrm>
        </p:grpSpPr>
        <p:sp>
          <p:nvSpPr>
            <p:cNvPr id="218286" name="Rectangle 24"/>
            <p:cNvSpPr>
              <a:spLocks noChangeArrowheads="1"/>
            </p:cNvSpPr>
            <p:nvPr/>
          </p:nvSpPr>
          <p:spPr bwMode="auto">
            <a:xfrm>
              <a:off x="641" y="2288"/>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7" name="Rectangle 25"/>
            <p:cNvSpPr>
              <a:spLocks noChangeArrowheads="1"/>
            </p:cNvSpPr>
            <p:nvPr/>
          </p:nvSpPr>
          <p:spPr bwMode="auto">
            <a:xfrm>
              <a:off x="662" y="2288"/>
              <a:ext cx="26"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8" name="Rectangle 26"/>
            <p:cNvSpPr>
              <a:spLocks noChangeArrowheads="1"/>
            </p:cNvSpPr>
            <p:nvPr/>
          </p:nvSpPr>
          <p:spPr bwMode="auto">
            <a:xfrm>
              <a:off x="688" y="2288"/>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9" name="Rectangle 27"/>
            <p:cNvSpPr>
              <a:spLocks noChangeArrowheads="1"/>
            </p:cNvSpPr>
            <p:nvPr/>
          </p:nvSpPr>
          <p:spPr bwMode="auto">
            <a:xfrm>
              <a:off x="709" y="2288"/>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0" name="Rectangle 28"/>
            <p:cNvSpPr>
              <a:spLocks noChangeArrowheads="1"/>
            </p:cNvSpPr>
            <p:nvPr/>
          </p:nvSpPr>
          <p:spPr bwMode="auto">
            <a:xfrm>
              <a:off x="734" y="2288"/>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1" name="Rectangle 29"/>
            <p:cNvSpPr>
              <a:spLocks noChangeArrowheads="1"/>
            </p:cNvSpPr>
            <p:nvPr/>
          </p:nvSpPr>
          <p:spPr bwMode="auto">
            <a:xfrm>
              <a:off x="755" y="2288"/>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2" name="Rectangle 30"/>
            <p:cNvSpPr>
              <a:spLocks noChangeArrowheads="1"/>
            </p:cNvSpPr>
            <p:nvPr/>
          </p:nvSpPr>
          <p:spPr bwMode="auto">
            <a:xfrm>
              <a:off x="776" y="2288"/>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3" name="Rectangle 31"/>
            <p:cNvSpPr>
              <a:spLocks noChangeArrowheads="1"/>
            </p:cNvSpPr>
            <p:nvPr/>
          </p:nvSpPr>
          <p:spPr bwMode="auto">
            <a:xfrm>
              <a:off x="801" y="2288"/>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4" name="Rectangle 32"/>
            <p:cNvSpPr>
              <a:spLocks noChangeArrowheads="1"/>
            </p:cNvSpPr>
            <p:nvPr/>
          </p:nvSpPr>
          <p:spPr bwMode="auto">
            <a:xfrm>
              <a:off x="822" y="2288"/>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5" name="Rectangle 33"/>
            <p:cNvSpPr>
              <a:spLocks noChangeArrowheads="1"/>
            </p:cNvSpPr>
            <p:nvPr/>
          </p:nvSpPr>
          <p:spPr bwMode="auto">
            <a:xfrm>
              <a:off x="847" y="2288"/>
              <a:ext cx="22"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6" name="Rectangle 34"/>
            <p:cNvSpPr>
              <a:spLocks noChangeArrowheads="1"/>
            </p:cNvSpPr>
            <p:nvPr/>
          </p:nvSpPr>
          <p:spPr bwMode="auto">
            <a:xfrm>
              <a:off x="869" y="2288"/>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7" name="Rectangle 35"/>
            <p:cNvSpPr>
              <a:spLocks noChangeArrowheads="1"/>
            </p:cNvSpPr>
            <p:nvPr/>
          </p:nvSpPr>
          <p:spPr bwMode="auto">
            <a:xfrm>
              <a:off x="890" y="2288"/>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8" name="Rectangle 36"/>
            <p:cNvSpPr>
              <a:spLocks noChangeArrowheads="1"/>
            </p:cNvSpPr>
            <p:nvPr/>
          </p:nvSpPr>
          <p:spPr bwMode="auto">
            <a:xfrm>
              <a:off x="915" y="2288"/>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99" name="Rectangle 37"/>
            <p:cNvSpPr>
              <a:spLocks noChangeArrowheads="1"/>
            </p:cNvSpPr>
            <p:nvPr/>
          </p:nvSpPr>
          <p:spPr bwMode="auto">
            <a:xfrm>
              <a:off x="936" y="2288"/>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0" name="Rectangle 38"/>
            <p:cNvSpPr>
              <a:spLocks noChangeArrowheads="1"/>
            </p:cNvSpPr>
            <p:nvPr/>
          </p:nvSpPr>
          <p:spPr bwMode="auto">
            <a:xfrm>
              <a:off x="961" y="2288"/>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1" name="Rectangle 39"/>
            <p:cNvSpPr>
              <a:spLocks noChangeArrowheads="1"/>
            </p:cNvSpPr>
            <p:nvPr/>
          </p:nvSpPr>
          <p:spPr bwMode="auto">
            <a:xfrm>
              <a:off x="982" y="2288"/>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2" name="Rectangle 40"/>
            <p:cNvSpPr>
              <a:spLocks noChangeArrowheads="1"/>
            </p:cNvSpPr>
            <p:nvPr/>
          </p:nvSpPr>
          <p:spPr bwMode="auto">
            <a:xfrm>
              <a:off x="1007" y="2288"/>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3" name="Rectangle 41"/>
            <p:cNvSpPr>
              <a:spLocks noChangeArrowheads="1"/>
            </p:cNvSpPr>
            <p:nvPr/>
          </p:nvSpPr>
          <p:spPr bwMode="auto">
            <a:xfrm>
              <a:off x="1028" y="2288"/>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4" name="Rectangle 42"/>
            <p:cNvSpPr>
              <a:spLocks noChangeArrowheads="1"/>
            </p:cNvSpPr>
            <p:nvPr/>
          </p:nvSpPr>
          <p:spPr bwMode="auto">
            <a:xfrm>
              <a:off x="1049" y="2288"/>
              <a:ext cx="26"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5" name="Rectangle 43"/>
            <p:cNvSpPr>
              <a:spLocks noChangeArrowheads="1"/>
            </p:cNvSpPr>
            <p:nvPr/>
          </p:nvSpPr>
          <p:spPr bwMode="auto">
            <a:xfrm>
              <a:off x="1075" y="2288"/>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6" name="Rectangle 44"/>
            <p:cNvSpPr>
              <a:spLocks noChangeArrowheads="1"/>
            </p:cNvSpPr>
            <p:nvPr/>
          </p:nvSpPr>
          <p:spPr bwMode="auto">
            <a:xfrm>
              <a:off x="1096" y="2288"/>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7" name="Rectangle 45"/>
            <p:cNvSpPr>
              <a:spLocks noChangeArrowheads="1"/>
            </p:cNvSpPr>
            <p:nvPr/>
          </p:nvSpPr>
          <p:spPr bwMode="auto">
            <a:xfrm>
              <a:off x="1121" y="2288"/>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8" name="Rectangle 46"/>
            <p:cNvSpPr>
              <a:spLocks noChangeArrowheads="1"/>
            </p:cNvSpPr>
            <p:nvPr/>
          </p:nvSpPr>
          <p:spPr bwMode="auto">
            <a:xfrm>
              <a:off x="1142" y="2288"/>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09" name="Rectangle 47"/>
            <p:cNvSpPr>
              <a:spLocks noChangeArrowheads="1"/>
            </p:cNvSpPr>
            <p:nvPr/>
          </p:nvSpPr>
          <p:spPr bwMode="auto">
            <a:xfrm>
              <a:off x="1163" y="2288"/>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0" name="Rectangle 48"/>
            <p:cNvSpPr>
              <a:spLocks noChangeArrowheads="1"/>
            </p:cNvSpPr>
            <p:nvPr/>
          </p:nvSpPr>
          <p:spPr bwMode="auto">
            <a:xfrm>
              <a:off x="1188" y="2288"/>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1" name="Rectangle 49"/>
            <p:cNvSpPr>
              <a:spLocks noChangeArrowheads="1"/>
            </p:cNvSpPr>
            <p:nvPr/>
          </p:nvSpPr>
          <p:spPr bwMode="auto">
            <a:xfrm>
              <a:off x="1209" y="2288"/>
              <a:ext cx="25"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2" name="Rectangle 50"/>
            <p:cNvSpPr>
              <a:spLocks noChangeArrowheads="1"/>
            </p:cNvSpPr>
            <p:nvPr/>
          </p:nvSpPr>
          <p:spPr bwMode="auto">
            <a:xfrm>
              <a:off x="1234" y="2288"/>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3" name="Rectangle 51"/>
            <p:cNvSpPr>
              <a:spLocks noChangeArrowheads="1"/>
            </p:cNvSpPr>
            <p:nvPr/>
          </p:nvSpPr>
          <p:spPr bwMode="auto">
            <a:xfrm>
              <a:off x="1255" y="2288"/>
              <a:ext cx="22"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4" name="Rectangle 52"/>
            <p:cNvSpPr>
              <a:spLocks noChangeArrowheads="1"/>
            </p:cNvSpPr>
            <p:nvPr/>
          </p:nvSpPr>
          <p:spPr bwMode="auto">
            <a:xfrm>
              <a:off x="1277" y="2288"/>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5" name="Rectangle 53"/>
            <p:cNvSpPr>
              <a:spLocks noChangeArrowheads="1"/>
            </p:cNvSpPr>
            <p:nvPr/>
          </p:nvSpPr>
          <p:spPr bwMode="auto">
            <a:xfrm>
              <a:off x="1302" y="2288"/>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6" name="Rectangle 54"/>
            <p:cNvSpPr>
              <a:spLocks noChangeArrowheads="1"/>
            </p:cNvSpPr>
            <p:nvPr/>
          </p:nvSpPr>
          <p:spPr bwMode="auto">
            <a:xfrm>
              <a:off x="1323" y="2288"/>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7" name="Rectangle 55"/>
            <p:cNvSpPr>
              <a:spLocks noChangeArrowheads="1"/>
            </p:cNvSpPr>
            <p:nvPr/>
          </p:nvSpPr>
          <p:spPr bwMode="auto">
            <a:xfrm>
              <a:off x="1348" y="2288"/>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8" name="Rectangle 56"/>
            <p:cNvSpPr>
              <a:spLocks noChangeArrowheads="1"/>
            </p:cNvSpPr>
            <p:nvPr/>
          </p:nvSpPr>
          <p:spPr bwMode="auto">
            <a:xfrm>
              <a:off x="1369" y="2288"/>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19" name="Rectangle 57"/>
            <p:cNvSpPr>
              <a:spLocks noChangeArrowheads="1"/>
            </p:cNvSpPr>
            <p:nvPr/>
          </p:nvSpPr>
          <p:spPr bwMode="auto">
            <a:xfrm>
              <a:off x="1390" y="2288"/>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0" name="Rectangle 58"/>
            <p:cNvSpPr>
              <a:spLocks noChangeArrowheads="1"/>
            </p:cNvSpPr>
            <p:nvPr/>
          </p:nvSpPr>
          <p:spPr bwMode="auto">
            <a:xfrm>
              <a:off x="1415" y="2288"/>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1" name="Rectangle 59"/>
            <p:cNvSpPr>
              <a:spLocks noChangeArrowheads="1"/>
            </p:cNvSpPr>
            <p:nvPr/>
          </p:nvSpPr>
          <p:spPr bwMode="auto">
            <a:xfrm>
              <a:off x="1436" y="2288"/>
              <a:ext cx="26"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2" name="Rectangle 60"/>
            <p:cNvSpPr>
              <a:spLocks noChangeArrowheads="1"/>
            </p:cNvSpPr>
            <p:nvPr/>
          </p:nvSpPr>
          <p:spPr bwMode="auto">
            <a:xfrm>
              <a:off x="1462" y="2288"/>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3" name="Rectangle 61"/>
            <p:cNvSpPr>
              <a:spLocks noChangeArrowheads="1"/>
            </p:cNvSpPr>
            <p:nvPr/>
          </p:nvSpPr>
          <p:spPr bwMode="auto">
            <a:xfrm>
              <a:off x="1483" y="2288"/>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4" name="Rectangle 62"/>
            <p:cNvSpPr>
              <a:spLocks noChangeArrowheads="1"/>
            </p:cNvSpPr>
            <p:nvPr/>
          </p:nvSpPr>
          <p:spPr bwMode="auto">
            <a:xfrm>
              <a:off x="1504" y="2288"/>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5" name="Rectangle 63"/>
            <p:cNvSpPr>
              <a:spLocks noChangeArrowheads="1"/>
            </p:cNvSpPr>
            <p:nvPr/>
          </p:nvSpPr>
          <p:spPr bwMode="auto">
            <a:xfrm>
              <a:off x="1529" y="2288"/>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6" name="Rectangle 64"/>
            <p:cNvSpPr>
              <a:spLocks noChangeArrowheads="1"/>
            </p:cNvSpPr>
            <p:nvPr/>
          </p:nvSpPr>
          <p:spPr bwMode="auto">
            <a:xfrm>
              <a:off x="1550" y="2288"/>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7" name="Rectangle 65"/>
            <p:cNvSpPr>
              <a:spLocks noChangeArrowheads="1"/>
            </p:cNvSpPr>
            <p:nvPr/>
          </p:nvSpPr>
          <p:spPr bwMode="auto">
            <a:xfrm>
              <a:off x="1575" y="2288"/>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8" name="Rectangle 66"/>
            <p:cNvSpPr>
              <a:spLocks noChangeArrowheads="1"/>
            </p:cNvSpPr>
            <p:nvPr/>
          </p:nvSpPr>
          <p:spPr bwMode="auto">
            <a:xfrm>
              <a:off x="1596" y="2288"/>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29" name="Rectangle 67"/>
            <p:cNvSpPr>
              <a:spLocks noChangeArrowheads="1"/>
            </p:cNvSpPr>
            <p:nvPr/>
          </p:nvSpPr>
          <p:spPr bwMode="auto">
            <a:xfrm>
              <a:off x="1617" y="2288"/>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0" name="Rectangle 68"/>
            <p:cNvSpPr>
              <a:spLocks noChangeArrowheads="1"/>
            </p:cNvSpPr>
            <p:nvPr/>
          </p:nvSpPr>
          <p:spPr bwMode="auto">
            <a:xfrm>
              <a:off x="1642" y="2288"/>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1" name="Rectangle 69"/>
            <p:cNvSpPr>
              <a:spLocks noChangeArrowheads="1"/>
            </p:cNvSpPr>
            <p:nvPr/>
          </p:nvSpPr>
          <p:spPr bwMode="auto">
            <a:xfrm>
              <a:off x="1663" y="2288"/>
              <a:ext cx="26"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2" name="Rectangle 70"/>
            <p:cNvSpPr>
              <a:spLocks noChangeArrowheads="1"/>
            </p:cNvSpPr>
            <p:nvPr/>
          </p:nvSpPr>
          <p:spPr bwMode="auto">
            <a:xfrm>
              <a:off x="1689" y="2288"/>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3" name="Rectangle 71"/>
            <p:cNvSpPr>
              <a:spLocks noChangeArrowheads="1"/>
            </p:cNvSpPr>
            <p:nvPr/>
          </p:nvSpPr>
          <p:spPr bwMode="auto">
            <a:xfrm>
              <a:off x="1710" y="2288"/>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4" name="Rectangle 72"/>
            <p:cNvSpPr>
              <a:spLocks noChangeArrowheads="1"/>
            </p:cNvSpPr>
            <p:nvPr/>
          </p:nvSpPr>
          <p:spPr bwMode="auto">
            <a:xfrm>
              <a:off x="1735" y="2288"/>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5" name="Rectangle 73"/>
            <p:cNvSpPr>
              <a:spLocks noChangeArrowheads="1"/>
            </p:cNvSpPr>
            <p:nvPr/>
          </p:nvSpPr>
          <p:spPr bwMode="auto">
            <a:xfrm>
              <a:off x="1756" y="2288"/>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6" name="Rectangle 74"/>
            <p:cNvSpPr>
              <a:spLocks noChangeArrowheads="1"/>
            </p:cNvSpPr>
            <p:nvPr/>
          </p:nvSpPr>
          <p:spPr bwMode="auto">
            <a:xfrm>
              <a:off x="1777" y="2288"/>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7" name="Rectangle 75"/>
            <p:cNvSpPr>
              <a:spLocks noChangeArrowheads="1"/>
            </p:cNvSpPr>
            <p:nvPr/>
          </p:nvSpPr>
          <p:spPr bwMode="auto">
            <a:xfrm>
              <a:off x="1802" y="2288"/>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8" name="Rectangle 76"/>
            <p:cNvSpPr>
              <a:spLocks noChangeArrowheads="1"/>
            </p:cNvSpPr>
            <p:nvPr/>
          </p:nvSpPr>
          <p:spPr bwMode="auto">
            <a:xfrm>
              <a:off x="1823" y="2288"/>
              <a:ext cx="26"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39" name="Rectangle 77"/>
            <p:cNvSpPr>
              <a:spLocks noChangeArrowheads="1"/>
            </p:cNvSpPr>
            <p:nvPr/>
          </p:nvSpPr>
          <p:spPr bwMode="auto">
            <a:xfrm>
              <a:off x="1849" y="2288"/>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0" name="Rectangle 78"/>
            <p:cNvSpPr>
              <a:spLocks noChangeArrowheads="1"/>
            </p:cNvSpPr>
            <p:nvPr/>
          </p:nvSpPr>
          <p:spPr bwMode="auto">
            <a:xfrm>
              <a:off x="1870" y="2288"/>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1" name="Rectangle 79"/>
            <p:cNvSpPr>
              <a:spLocks noChangeArrowheads="1"/>
            </p:cNvSpPr>
            <p:nvPr/>
          </p:nvSpPr>
          <p:spPr bwMode="auto">
            <a:xfrm>
              <a:off x="1891" y="2288"/>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2" name="Rectangle 80"/>
            <p:cNvSpPr>
              <a:spLocks noChangeArrowheads="1"/>
            </p:cNvSpPr>
            <p:nvPr/>
          </p:nvSpPr>
          <p:spPr bwMode="auto">
            <a:xfrm>
              <a:off x="1916" y="2288"/>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3" name="Rectangle 81"/>
            <p:cNvSpPr>
              <a:spLocks noChangeArrowheads="1"/>
            </p:cNvSpPr>
            <p:nvPr/>
          </p:nvSpPr>
          <p:spPr bwMode="auto">
            <a:xfrm>
              <a:off x="1937" y="2288"/>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4" name="Rectangle 82"/>
            <p:cNvSpPr>
              <a:spLocks noChangeArrowheads="1"/>
            </p:cNvSpPr>
            <p:nvPr/>
          </p:nvSpPr>
          <p:spPr bwMode="auto">
            <a:xfrm>
              <a:off x="1962" y="2288"/>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5" name="Rectangle 83"/>
            <p:cNvSpPr>
              <a:spLocks noChangeArrowheads="1"/>
            </p:cNvSpPr>
            <p:nvPr/>
          </p:nvSpPr>
          <p:spPr bwMode="auto">
            <a:xfrm>
              <a:off x="1983" y="2288"/>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6" name="Rectangle 84"/>
            <p:cNvSpPr>
              <a:spLocks noChangeArrowheads="1"/>
            </p:cNvSpPr>
            <p:nvPr/>
          </p:nvSpPr>
          <p:spPr bwMode="auto">
            <a:xfrm>
              <a:off x="2004" y="2288"/>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7" name="Rectangle 85"/>
            <p:cNvSpPr>
              <a:spLocks noChangeArrowheads="1"/>
            </p:cNvSpPr>
            <p:nvPr/>
          </p:nvSpPr>
          <p:spPr bwMode="auto">
            <a:xfrm>
              <a:off x="2029" y="2288"/>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8" name="Rectangle 86"/>
            <p:cNvSpPr>
              <a:spLocks noChangeArrowheads="1"/>
            </p:cNvSpPr>
            <p:nvPr/>
          </p:nvSpPr>
          <p:spPr bwMode="auto">
            <a:xfrm>
              <a:off x="2050" y="2288"/>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49" name="Rectangle 87"/>
            <p:cNvSpPr>
              <a:spLocks noChangeArrowheads="1"/>
            </p:cNvSpPr>
            <p:nvPr/>
          </p:nvSpPr>
          <p:spPr bwMode="auto">
            <a:xfrm>
              <a:off x="2076" y="2288"/>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0" name="Rectangle 88"/>
            <p:cNvSpPr>
              <a:spLocks noChangeArrowheads="1"/>
            </p:cNvSpPr>
            <p:nvPr/>
          </p:nvSpPr>
          <p:spPr bwMode="auto">
            <a:xfrm>
              <a:off x="2097" y="2288"/>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1" name="Rectangle 89"/>
            <p:cNvSpPr>
              <a:spLocks noChangeArrowheads="1"/>
            </p:cNvSpPr>
            <p:nvPr/>
          </p:nvSpPr>
          <p:spPr bwMode="auto">
            <a:xfrm>
              <a:off x="2118" y="2288"/>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2" name="Rectangle 90"/>
            <p:cNvSpPr>
              <a:spLocks noChangeArrowheads="1"/>
            </p:cNvSpPr>
            <p:nvPr/>
          </p:nvSpPr>
          <p:spPr bwMode="auto">
            <a:xfrm>
              <a:off x="2143" y="2288"/>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3" name="Rectangle 91"/>
            <p:cNvSpPr>
              <a:spLocks noChangeArrowheads="1"/>
            </p:cNvSpPr>
            <p:nvPr/>
          </p:nvSpPr>
          <p:spPr bwMode="auto">
            <a:xfrm>
              <a:off x="2164" y="2288"/>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4" name="Rectangle 92"/>
            <p:cNvSpPr>
              <a:spLocks noChangeArrowheads="1"/>
            </p:cNvSpPr>
            <p:nvPr/>
          </p:nvSpPr>
          <p:spPr bwMode="auto">
            <a:xfrm>
              <a:off x="2189" y="2288"/>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5" name="Rectangle 93"/>
            <p:cNvSpPr>
              <a:spLocks noChangeArrowheads="1"/>
            </p:cNvSpPr>
            <p:nvPr/>
          </p:nvSpPr>
          <p:spPr bwMode="auto">
            <a:xfrm>
              <a:off x="2210" y="2288"/>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6" name="Rectangle 94"/>
            <p:cNvSpPr>
              <a:spLocks noChangeArrowheads="1"/>
            </p:cNvSpPr>
            <p:nvPr/>
          </p:nvSpPr>
          <p:spPr bwMode="auto">
            <a:xfrm>
              <a:off x="2231" y="2288"/>
              <a:ext cx="26"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7" name="Rectangle 95"/>
            <p:cNvSpPr>
              <a:spLocks noChangeArrowheads="1"/>
            </p:cNvSpPr>
            <p:nvPr/>
          </p:nvSpPr>
          <p:spPr bwMode="auto">
            <a:xfrm>
              <a:off x="2257" y="2288"/>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8" name="Rectangle 96"/>
            <p:cNvSpPr>
              <a:spLocks noChangeArrowheads="1"/>
            </p:cNvSpPr>
            <p:nvPr/>
          </p:nvSpPr>
          <p:spPr bwMode="auto">
            <a:xfrm>
              <a:off x="2278" y="2288"/>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59" name="Rectangle 97"/>
            <p:cNvSpPr>
              <a:spLocks noChangeArrowheads="1"/>
            </p:cNvSpPr>
            <p:nvPr/>
          </p:nvSpPr>
          <p:spPr bwMode="auto">
            <a:xfrm>
              <a:off x="2303" y="2288"/>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0" name="Rectangle 98"/>
            <p:cNvSpPr>
              <a:spLocks noChangeArrowheads="1"/>
            </p:cNvSpPr>
            <p:nvPr/>
          </p:nvSpPr>
          <p:spPr bwMode="auto">
            <a:xfrm>
              <a:off x="2324" y="2288"/>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1" name="Rectangle 99"/>
            <p:cNvSpPr>
              <a:spLocks noChangeArrowheads="1"/>
            </p:cNvSpPr>
            <p:nvPr/>
          </p:nvSpPr>
          <p:spPr bwMode="auto">
            <a:xfrm>
              <a:off x="2345" y="2288"/>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2" name="Rectangle 100"/>
            <p:cNvSpPr>
              <a:spLocks noChangeArrowheads="1"/>
            </p:cNvSpPr>
            <p:nvPr/>
          </p:nvSpPr>
          <p:spPr bwMode="auto">
            <a:xfrm>
              <a:off x="2370" y="2288"/>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3" name="Rectangle 101"/>
            <p:cNvSpPr>
              <a:spLocks noChangeArrowheads="1"/>
            </p:cNvSpPr>
            <p:nvPr/>
          </p:nvSpPr>
          <p:spPr bwMode="auto">
            <a:xfrm>
              <a:off x="2391" y="2288"/>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4" name="Rectangle 102"/>
            <p:cNvSpPr>
              <a:spLocks noChangeArrowheads="1"/>
            </p:cNvSpPr>
            <p:nvPr/>
          </p:nvSpPr>
          <p:spPr bwMode="auto">
            <a:xfrm>
              <a:off x="2416" y="2288"/>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5" name="Rectangle 103"/>
            <p:cNvSpPr>
              <a:spLocks noChangeArrowheads="1"/>
            </p:cNvSpPr>
            <p:nvPr/>
          </p:nvSpPr>
          <p:spPr bwMode="auto">
            <a:xfrm>
              <a:off x="2437" y="2288"/>
              <a:ext cx="26"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6" name="Rectangle 104"/>
            <p:cNvSpPr>
              <a:spLocks noChangeArrowheads="1"/>
            </p:cNvSpPr>
            <p:nvPr/>
          </p:nvSpPr>
          <p:spPr bwMode="auto">
            <a:xfrm>
              <a:off x="2463" y="2288"/>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7" name="Rectangle 105"/>
            <p:cNvSpPr>
              <a:spLocks noChangeArrowheads="1"/>
            </p:cNvSpPr>
            <p:nvPr/>
          </p:nvSpPr>
          <p:spPr bwMode="auto">
            <a:xfrm>
              <a:off x="2484" y="2288"/>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8" name="Rectangle 106"/>
            <p:cNvSpPr>
              <a:spLocks noChangeArrowheads="1"/>
            </p:cNvSpPr>
            <p:nvPr/>
          </p:nvSpPr>
          <p:spPr bwMode="auto">
            <a:xfrm>
              <a:off x="2505" y="2288"/>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69" name="Rectangle 107"/>
            <p:cNvSpPr>
              <a:spLocks noChangeArrowheads="1"/>
            </p:cNvSpPr>
            <p:nvPr/>
          </p:nvSpPr>
          <p:spPr bwMode="auto">
            <a:xfrm>
              <a:off x="2530" y="2288"/>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0" name="Rectangle 108"/>
            <p:cNvSpPr>
              <a:spLocks noChangeArrowheads="1"/>
            </p:cNvSpPr>
            <p:nvPr/>
          </p:nvSpPr>
          <p:spPr bwMode="auto">
            <a:xfrm>
              <a:off x="2551" y="2288"/>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1" name="Rectangle 109"/>
            <p:cNvSpPr>
              <a:spLocks noChangeArrowheads="1"/>
            </p:cNvSpPr>
            <p:nvPr/>
          </p:nvSpPr>
          <p:spPr bwMode="auto">
            <a:xfrm>
              <a:off x="2576" y="2288"/>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2" name="Rectangle 110"/>
            <p:cNvSpPr>
              <a:spLocks noChangeArrowheads="1"/>
            </p:cNvSpPr>
            <p:nvPr/>
          </p:nvSpPr>
          <p:spPr bwMode="auto">
            <a:xfrm>
              <a:off x="2597" y="2288"/>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3" name="Rectangle 111"/>
            <p:cNvSpPr>
              <a:spLocks noChangeArrowheads="1"/>
            </p:cNvSpPr>
            <p:nvPr/>
          </p:nvSpPr>
          <p:spPr bwMode="auto">
            <a:xfrm>
              <a:off x="2618" y="2288"/>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4" name="Rectangle 112"/>
            <p:cNvSpPr>
              <a:spLocks noChangeArrowheads="1"/>
            </p:cNvSpPr>
            <p:nvPr/>
          </p:nvSpPr>
          <p:spPr bwMode="auto">
            <a:xfrm>
              <a:off x="2644" y="2288"/>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5" name="Rectangle 113"/>
            <p:cNvSpPr>
              <a:spLocks noChangeArrowheads="1"/>
            </p:cNvSpPr>
            <p:nvPr/>
          </p:nvSpPr>
          <p:spPr bwMode="auto">
            <a:xfrm>
              <a:off x="2665" y="2288"/>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6" name="Rectangle 114"/>
            <p:cNvSpPr>
              <a:spLocks noChangeArrowheads="1"/>
            </p:cNvSpPr>
            <p:nvPr/>
          </p:nvSpPr>
          <p:spPr bwMode="auto">
            <a:xfrm>
              <a:off x="2690" y="2288"/>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7" name="Rectangle 115"/>
            <p:cNvSpPr>
              <a:spLocks noChangeArrowheads="1"/>
            </p:cNvSpPr>
            <p:nvPr/>
          </p:nvSpPr>
          <p:spPr bwMode="auto">
            <a:xfrm>
              <a:off x="2711" y="2288"/>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8" name="Rectangle 116"/>
            <p:cNvSpPr>
              <a:spLocks noChangeArrowheads="1"/>
            </p:cNvSpPr>
            <p:nvPr/>
          </p:nvSpPr>
          <p:spPr bwMode="auto">
            <a:xfrm>
              <a:off x="2732" y="2288"/>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79" name="Rectangle 117"/>
            <p:cNvSpPr>
              <a:spLocks noChangeArrowheads="1"/>
            </p:cNvSpPr>
            <p:nvPr/>
          </p:nvSpPr>
          <p:spPr bwMode="auto">
            <a:xfrm>
              <a:off x="2757" y="2288"/>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0" name="Rectangle 118"/>
            <p:cNvSpPr>
              <a:spLocks noChangeArrowheads="1"/>
            </p:cNvSpPr>
            <p:nvPr/>
          </p:nvSpPr>
          <p:spPr bwMode="auto">
            <a:xfrm>
              <a:off x="2778" y="2288"/>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1" name="Rectangle 119"/>
            <p:cNvSpPr>
              <a:spLocks noChangeArrowheads="1"/>
            </p:cNvSpPr>
            <p:nvPr/>
          </p:nvSpPr>
          <p:spPr bwMode="auto">
            <a:xfrm>
              <a:off x="2803" y="2288"/>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2" name="Rectangle 120"/>
            <p:cNvSpPr>
              <a:spLocks noChangeArrowheads="1"/>
            </p:cNvSpPr>
            <p:nvPr/>
          </p:nvSpPr>
          <p:spPr bwMode="auto">
            <a:xfrm>
              <a:off x="2824" y="2288"/>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3" name="Rectangle 121"/>
            <p:cNvSpPr>
              <a:spLocks noChangeArrowheads="1"/>
            </p:cNvSpPr>
            <p:nvPr/>
          </p:nvSpPr>
          <p:spPr bwMode="auto">
            <a:xfrm>
              <a:off x="2845" y="2288"/>
              <a:ext cx="26"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4" name="Rectangle 122"/>
            <p:cNvSpPr>
              <a:spLocks noChangeArrowheads="1"/>
            </p:cNvSpPr>
            <p:nvPr/>
          </p:nvSpPr>
          <p:spPr bwMode="auto">
            <a:xfrm>
              <a:off x="2871" y="2288"/>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5" name="Rectangle 123"/>
            <p:cNvSpPr>
              <a:spLocks noChangeArrowheads="1"/>
            </p:cNvSpPr>
            <p:nvPr/>
          </p:nvSpPr>
          <p:spPr bwMode="auto">
            <a:xfrm>
              <a:off x="2892" y="2288"/>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6" name="Rectangle 124"/>
            <p:cNvSpPr>
              <a:spLocks noChangeArrowheads="1"/>
            </p:cNvSpPr>
            <p:nvPr/>
          </p:nvSpPr>
          <p:spPr bwMode="auto">
            <a:xfrm>
              <a:off x="2917" y="2288"/>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7" name="Rectangle 125"/>
            <p:cNvSpPr>
              <a:spLocks noChangeArrowheads="1"/>
            </p:cNvSpPr>
            <p:nvPr/>
          </p:nvSpPr>
          <p:spPr bwMode="auto">
            <a:xfrm>
              <a:off x="2938" y="2288"/>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8" name="Rectangle 126"/>
            <p:cNvSpPr>
              <a:spLocks noChangeArrowheads="1"/>
            </p:cNvSpPr>
            <p:nvPr/>
          </p:nvSpPr>
          <p:spPr bwMode="auto">
            <a:xfrm>
              <a:off x="2959" y="2288"/>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89" name="Rectangle 127"/>
            <p:cNvSpPr>
              <a:spLocks noChangeArrowheads="1"/>
            </p:cNvSpPr>
            <p:nvPr/>
          </p:nvSpPr>
          <p:spPr bwMode="auto">
            <a:xfrm>
              <a:off x="2984" y="2288"/>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0" name="Rectangle 128"/>
            <p:cNvSpPr>
              <a:spLocks noChangeArrowheads="1"/>
            </p:cNvSpPr>
            <p:nvPr/>
          </p:nvSpPr>
          <p:spPr bwMode="auto">
            <a:xfrm>
              <a:off x="3005" y="2288"/>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1" name="Rectangle 129"/>
            <p:cNvSpPr>
              <a:spLocks noChangeArrowheads="1"/>
            </p:cNvSpPr>
            <p:nvPr/>
          </p:nvSpPr>
          <p:spPr bwMode="auto">
            <a:xfrm>
              <a:off x="3031" y="2288"/>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2" name="Rectangle 130"/>
            <p:cNvSpPr>
              <a:spLocks noChangeArrowheads="1"/>
            </p:cNvSpPr>
            <p:nvPr/>
          </p:nvSpPr>
          <p:spPr bwMode="auto">
            <a:xfrm>
              <a:off x="3052" y="2288"/>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3" name="Rectangle 131"/>
            <p:cNvSpPr>
              <a:spLocks noChangeArrowheads="1"/>
            </p:cNvSpPr>
            <p:nvPr/>
          </p:nvSpPr>
          <p:spPr bwMode="auto">
            <a:xfrm>
              <a:off x="3073" y="2288"/>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4" name="Rectangle 132"/>
            <p:cNvSpPr>
              <a:spLocks noChangeArrowheads="1"/>
            </p:cNvSpPr>
            <p:nvPr/>
          </p:nvSpPr>
          <p:spPr bwMode="auto">
            <a:xfrm>
              <a:off x="3098" y="2288"/>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5" name="Rectangle 133"/>
            <p:cNvSpPr>
              <a:spLocks noChangeArrowheads="1"/>
            </p:cNvSpPr>
            <p:nvPr/>
          </p:nvSpPr>
          <p:spPr bwMode="auto">
            <a:xfrm>
              <a:off x="3119" y="2288"/>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6" name="Rectangle 134"/>
            <p:cNvSpPr>
              <a:spLocks noChangeArrowheads="1"/>
            </p:cNvSpPr>
            <p:nvPr/>
          </p:nvSpPr>
          <p:spPr bwMode="auto">
            <a:xfrm>
              <a:off x="3144" y="2288"/>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7" name="Rectangle 135"/>
            <p:cNvSpPr>
              <a:spLocks noChangeArrowheads="1"/>
            </p:cNvSpPr>
            <p:nvPr/>
          </p:nvSpPr>
          <p:spPr bwMode="auto">
            <a:xfrm>
              <a:off x="3165" y="2288"/>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8" name="Rectangle 136"/>
            <p:cNvSpPr>
              <a:spLocks noChangeArrowheads="1"/>
            </p:cNvSpPr>
            <p:nvPr/>
          </p:nvSpPr>
          <p:spPr bwMode="auto">
            <a:xfrm>
              <a:off x="3190" y="2288"/>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399" name="Rectangle 137"/>
            <p:cNvSpPr>
              <a:spLocks noChangeArrowheads="1"/>
            </p:cNvSpPr>
            <p:nvPr/>
          </p:nvSpPr>
          <p:spPr bwMode="auto">
            <a:xfrm>
              <a:off x="3211" y="2288"/>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0" name="Rectangle 138"/>
            <p:cNvSpPr>
              <a:spLocks noChangeArrowheads="1"/>
            </p:cNvSpPr>
            <p:nvPr/>
          </p:nvSpPr>
          <p:spPr bwMode="auto">
            <a:xfrm>
              <a:off x="3232" y="2288"/>
              <a:ext cx="26"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1" name="Rectangle 139"/>
            <p:cNvSpPr>
              <a:spLocks noChangeArrowheads="1"/>
            </p:cNvSpPr>
            <p:nvPr/>
          </p:nvSpPr>
          <p:spPr bwMode="auto">
            <a:xfrm>
              <a:off x="3258" y="2288"/>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2" name="Rectangle 140"/>
            <p:cNvSpPr>
              <a:spLocks noChangeArrowheads="1"/>
            </p:cNvSpPr>
            <p:nvPr/>
          </p:nvSpPr>
          <p:spPr bwMode="auto">
            <a:xfrm>
              <a:off x="3279" y="2288"/>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3" name="Rectangle 141"/>
            <p:cNvSpPr>
              <a:spLocks noChangeArrowheads="1"/>
            </p:cNvSpPr>
            <p:nvPr/>
          </p:nvSpPr>
          <p:spPr bwMode="auto">
            <a:xfrm>
              <a:off x="3304" y="2288"/>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4" name="Rectangle 142"/>
            <p:cNvSpPr>
              <a:spLocks noChangeArrowheads="1"/>
            </p:cNvSpPr>
            <p:nvPr/>
          </p:nvSpPr>
          <p:spPr bwMode="auto">
            <a:xfrm>
              <a:off x="3325" y="2288"/>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5" name="Rectangle 143"/>
            <p:cNvSpPr>
              <a:spLocks noChangeArrowheads="1"/>
            </p:cNvSpPr>
            <p:nvPr/>
          </p:nvSpPr>
          <p:spPr bwMode="auto">
            <a:xfrm>
              <a:off x="3346" y="2288"/>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6" name="Rectangle 144"/>
            <p:cNvSpPr>
              <a:spLocks noChangeArrowheads="1"/>
            </p:cNvSpPr>
            <p:nvPr/>
          </p:nvSpPr>
          <p:spPr bwMode="auto">
            <a:xfrm>
              <a:off x="3371" y="2288"/>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7" name="Rectangle 145"/>
            <p:cNvSpPr>
              <a:spLocks noChangeArrowheads="1"/>
            </p:cNvSpPr>
            <p:nvPr/>
          </p:nvSpPr>
          <p:spPr bwMode="auto">
            <a:xfrm>
              <a:off x="3392" y="2288"/>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8" name="Rectangle 146"/>
            <p:cNvSpPr>
              <a:spLocks noChangeArrowheads="1"/>
            </p:cNvSpPr>
            <p:nvPr/>
          </p:nvSpPr>
          <p:spPr bwMode="auto">
            <a:xfrm>
              <a:off x="3417" y="2288"/>
              <a:ext cx="22"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09" name="Rectangle 147"/>
            <p:cNvSpPr>
              <a:spLocks noChangeArrowheads="1"/>
            </p:cNvSpPr>
            <p:nvPr/>
          </p:nvSpPr>
          <p:spPr bwMode="auto">
            <a:xfrm>
              <a:off x="3439" y="2288"/>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0" name="Rectangle 148"/>
            <p:cNvSpPr>
              <a:spLocks noChangeArrowheads="1"/>
            </p:cNvSpPr>
            <p:nvPr/>
          </p:nvSpPr>
          <p:spPr bwMode="auto">
            <a:xfrm>
              <a:off x="3460" y="2288"/>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1" name="Rectangle 149"/>
            <p:cNvSpPr>
              <a:spLocks noChangeArrowheads="1"/>
            </p:cNvSpPr>
            <p:nvPr/>
          </p:nvSpPr>
          <p:spPr bwMode="auto">
            <a:xfrm>
              <a:off x="3485" y="2288"/>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2" name="Rectangle 150"/>
            <p:cNvSpPr>
              <a:spLocks noChangeArrowheads="1"/>
            </p:cNvSpPr>
            <p:nvPr/>
          </p:nvSpPr>
          <p:spPr bwMode="auto">
            <a:xfrm>
              <a:off x="3506" y="2288"/>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413" name="Rectangle 151"/>
            <p:cNvSpPr>
              <a:spLocks noChangeArrowheads="1"/>
            </p:cNvSpPr>
            <p:nvPr/>
          </p:nvSpPr>
          <p:spPr bwMode="auto">
            <a:xfrm>
              <a:off x="3531" y="2288"/>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7" name="Group 152"/>
          <p:cNvGrpSpPr/>
          <p:nvPr/>
        </p:nvGrpSpPr>
        <p:grpSpPr bwMode="auto">
          <a:xfrm>
            <a:off x="838200" y="3576638"/>
            <a:ext cx="4622800" cy="166687"/>
            <a:chOff x="528" y="2150"/>
            <a:chExt cx="2911" cy="105"/>
          </a:xfrm>
        </p:grpSpPr>
        <p:sp>
          <p:nvSpPr>
            <p:cNvPr id="218158" name="Rectangle 153"/>
            <p:cNvSpPr>
              <a:spLocks noChangeArrowheads="1"/>
            </p:cNvSpPr>
            <p:nvPr/>
          </p:nvSpPr>
          <p:spPr bwMode="auto">
            <a:xfrm>
              <a:off x="528" y="2150"/>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9" name="Rectangle 154"/>
            <p:cNvSpPr>
              <a:spLocks noChangeArrowheads="1"/>
            </p:cNvSpPr>
            <p:nvPr/>
          </p:nvSpPr>
          <p:spPr bwMode="auto">
            <a:xfrm>
              <a:off x="549" y="2150"/>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0" name="Rectangle 155"/>
            <p:cNvSpPr>
              <a:spLocks noChangeArrowheads="1"/>
            </p:cNvSpPr>
            <p:nvPr/>
          </p:nvSpPr>
          <p:spPr bwMode="auto">
            <a:xfrm>
              <a:off x="574" y="2150"/>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1" name="Rectangle 156"/>
            <p:cNvSpPr>
              <a:spLocks noChangeArrowheads="1"/>
            </p:cNvSpPr>
            <p:nvPr/>
          </p:nvSpPr>
          <p:spPr bwMode="auto">
            <a:xfrm>
              <a:off x="595" y="2150"/>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2" name="Rectangle 157"/>
            <p:cNvSpPr>
              <a:spLocks noChangeArrowheads="1"/>
            </p:cNvSpPr>
            <p:nvPr/>
          </p:nvSpPr>
          <p:spPr bwMode="auto">
            <a:xfrm>
              <a:off x="620" y="2150"/>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3" name="Rectangle 158"/>
            <p:cNvSpPr>
              <a:spLocks noChangeArrowheads="1"/>
            </p:cNvSpPr>
            <p:nvPr/>
          </p:nvSpPr>
          <p:spPr bwMode="auto">
            <a:xfrm>
              <a:off x="641" y="2150"/>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4" name="Rectangle 159"/>
            <p:cNvSpPr>
              <a:spLocks noChangeArrowheads="1"/>
            </p:cNvSpPr>
            <p:nvPr/>
          </p:nvSpPr>
          <p:spPr bwMode="auto">
            <a:xfrm>
              <a:off x="662" y="2150"/>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5" name="Rectangle 160"/>
            <p:cNvSpPr>
              <a:spLocks noChangeArrowheads="1"/>
            </p:cNvSpPr>
            <p:nvPr/>
          </p:nvSpPr>
          <p:spPr bwMode="auto">
            <a:xfrm>
              <a:off x="688" y="2150"/>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6" name="Rectangle 161"/>
            <p:cNvSpPr>
              <a:spLocks noChangeArrowheads="1"/>
            </p:cNvSpPr>
            <p:nvPr/>
          </p:nvSpPr>
          <p:spPr bwMode="auto">
            <a:xfrm>
              <a:off x="709" y="2150"/>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7" name="Rectangle 162"/>
            <p:cNvSpPr>
              <a:spLocks noChangeArrowheads="1"/>
            </p:cNvSpPr>
            <p:nvPr/>
          </p:nvSpPr>
          <p:spPr bwMode="auto">
            <a:xfrm>
              <a:off x="734" y="2150"/>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8" name="Rectangle 163"/>
            <p:cNvSpPr>
              <a:spLocks noChangeArrowheads="1"/>
            </p:cNvSpPr>
            <p:nvPr/>
          </p:nvSpPr>
          <p:spPr bwMode="auto">
            <a:xfrm>
              <a:off x="755" y="2150"/>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69" name="Rectangle 164"/>
            <p:cNvSpPr>
              <a:spLocks noChangeArrowheads="1"/>
            </p:cNvSpPr>
            <p:nvPr/>
          </p:nvSpPr>
          <p:spPr bwMode="auto">
            <a:xfrm>
              <a:off x="776" y="2150"/>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0" name="Rectangle 165"/>
            <p:cNvSpPr>
              <a:spLocks noChangeArrowheads="1"/>
            </p:cNvSpPr>
            <p:nvPr/>
          </p:nvSpPr>
          <p:spPr bwMode="auto">
            <a:xfrm>
              <a:off x="801" y="2150"/>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1" name="Rectangle 166"/>
            <p:cNvSpPr>
              <a:spLocks noChangeArrowheads="1"/>
            </p:cNvSpPr>
            <p:nvPr/>
          </p:nvSpPr>
          <p:spPr bwMode="auto">
            <a:xfrm>
              <a:off x="822" y="2150"/>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2" name="Rectangle 167"/>
            <p:cNvSpPr>
              <a:spLocks noChangeArrowheads="1"/>
            </p:cNvSpPr>
            <p:nvPr/>
          </p:nvSpPr>
          <p:spPr bwMode="auto">
            <a:xfrm>
              <a:off x="847" y="2150"/>
              <a:ext cx="22"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3" name="Rectangle 168"/>
            <p:cNvSpPr>
              <a:spLocks noChangeArrowheads="1"/>
            </p:cNvSpPr>
            <p:nvPr/>
          </p:nvSpPr>
          <p:spPr bwMode="auto">
            <a:xfrm>
              <a:off x="869" y="2150"/>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4" name="Rectangle 169"/>
            <p:cNvSpPr>
              <a:spLocks noChangeArrowheads="1"/>
            </p:cNvSpPr>
            <p:nvPr/>
          </p:nvSpPr>
          <p:spPr bwMode="auto">
            <a:xfrm>
              <a:off x="894" y="2150"/>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5" name="Rectangle 170"/>
            <p:cNvSpPr>
              <a:spLocks noChangeArrowheads="1"/>
            </p:cNvSpPr>
            <p:nvPr/>
          </p:nvSpPr>
          <p:spPr bwMode="auto">
            <a:xfrm>
              <a:off x="915" y="2150"/>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6" name="Rectangle 171"/>
            <p:cNvSpPr>
              <a:spLocks noChangeArrowheads="1"/>
            </p:cNvSpPr>
            <p:nvPr/>
          </p:nvSpPr>
          <p:spPr bwMode="auto">
            <a:xfrm>
              <a:off x="936" y="2150"/>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7" name="Rectangle 172"/>
            <p:cNvSpPr>
              <a:spLocks noChangeArrowheads="1"/>
            </p:cNvSpPr>
            <p:nvPr/>
          </p:nvSpPr>
          <p:spPr bwMode="auto">
            <a:xfrm>
              <a:off x="961" y="2150"/>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8" name="Rectangle 173"/>
            <p:cNvSpPr>
              <a:spLocks noChangeArrowheads="1"/>
            </p:cNvSpPr>
            <p:nvPr/>
          </p:nvSpPr>
          <p:spPr bwMode="auto">
            <a:xfrm>
              <a:off x="982" y="2150"/>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79" name="Rectangle 174"/>
            <p:cNvSpPr>
              <a:spLocks noChangeArrowheads="1"/>
            </p:cNvSpPr>
            <p:nvPr/>
          </p:nvSpPr>
          <p:spPr bwMode="auto">
            <a:xfrm>
              <a:off x="1007" y="2150"/>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0" name="Rectangle 175"/>
            <p:cNvSpPr>
              <a:spLocks noChangeArrowheads="1"/>
            </p:cNvSpPr>
            <p:nvPr/>
          </p:nvSpPr>
          <p:spPr bwMode="auto">
            <a:xfrm>
              <a:off x="1028" y="2150"/>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1" name="Rectangle 176"/>
            <p:cNvSpPr>
              <a:spLocks noChangeArrowheads="1"/>
            </p:cNvSpPr>
            <p:nvPr/>
          </p:nvSpPr>
          <p:spPr bwMode="auto">
            <a:xfrm>
              <a:off x="1049" y="2150"/>
              <a:ext cx="26"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2" name="Rectangle 177"/>
            <p:cNvSpPr>
              <a:spLocks noChangeArrowheads="1"/>
            </p:cNvSpPr>
            <p:nvPr/>
          </p:nvSpPr>
          <p:spPr bwMode="auto">
            <a:xfrm>
              <a:off x="1075" y="2150"/>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3" name="Rectangle 178"/>
            <p:cNvSpPr>
              <a:spLocks noChangeArrowheads="1"/>
            </p:cNvSpPr>
            <p:nvPr/>
          </p:nvSpPr>
          <p:spPr bwMode="auto">
            <a:xfrm>
              <a:off x="1096" y="2150"/>
              <a:ext cx="25"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4" name="Rectangle 179"/>
            <p:cNvSpPr>
              <a:spLocks noChangeArrowheads="1"/>
            </p:cNvSpPr>
            <p:nvPr/>
          </p:nvSpPr>
          <p:spPr bwMode="auto">
            <a:xfrm>
              <a:off x="1121" y="2150"/>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5" name="Rectangle 180"/>
            <p:cNvSpPr>
              <a:spLocks noChangeArrowheads="1"/>
            </p:cNvSpPr>
            <p:nvPr/>
          </p:nvSpPr>
          <p:spPr bwMode="auto">
            <a:xfrm>
              <a:off x="1142" y="2150"/>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6" name="Rectangle 181"/>
            <p:cNvSpPr>
              <a:spLocks noChangeArrowheads="1"/>
            </p:cNvSpPr>
            <p:nvPr/>
          </p:nvSpPr>
          <p:spPr bwMode="auto">
            <a:xfrm>
              <a:off x="1163" y="2150"/>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7" name="Rectangle 182"/>
            <p:cNvSpPr>
              <a:spLocks noChangeArrowheads="1"/>
            </p:cNvSpPr>
            <p:nvPr/>
          </p:nvSpPr>
          <p:spPr bwMode="auto">
            <a:xfrm>
              <a:off x="1188" y="2150"/>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8" name="Rectangle 183"/>
            <p:cNvSpPr>
              <a:spLocks noChangeArrowheads="1"/>
            </p:cNvSpPr>
            <p:nvPr/>
          </p:nvSpPr>
          <p:spPr bwMode="auto">
            <a:xfrm>
              <a:off x="1209" y="2150"/>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89" name="Rectangle 184"/>
            <p:cNvSpPr>
              <a:spLocks noChangeArrowheads="1"/>
            </p:cNvSpPr>
            <p:nvPr/>
          </p:nvSpPr>
          <p:spPr bwMode="auto">
            <a:xfrm>
              <a:off x="1234" y="2150"/>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0" name="Rectangle 185"/>
            <p:cNvSpPr>
              <a:spLocks noChangeArrowheads="1"/>
            </p:cNvSpPr>
            <p:nvPr/>
          </p:nvSpPr>
          <p:spPr bwMode="auto">
            <a:xfrm>
              <a:off x="1255" y="2150"/>
              <a:ext cx="22"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1" name="Rectangle 186"/>
            <p:cNvSpPr>
              <a:spLocks noChangeArrowheads="1"/>
            </p:cNvSpPr>
            <p:nvPr/>
          </p:nvSpPr>
          <p:spPr bwMode="auto">
            <a:xfrm>
              <a:off x="1277" y="2150"/>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2" name="Rectangle 187"/>
            <p:cNvSpPr>
              <a:spLocks noChangeArrowheads="1"/>
            </p:cNvSpPr>
            <p:nvPr/>
          </p:nvSpPr>
          <p:spPr bwMode="auto">
            <a:xfrm>
              <a:off x="1302" y="2150"/>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3" name="Rectangle 188"/>
            <p:cNvSpPr>
              <a:spLocks noChangeArrowheads="1"/>
            </p:cNvSpPr>
            <p:nvPr/>
          </p:nvSpPr>
          <p:spPr bwMode="auto">
            <a:xfrm>
              <a:off x="1323" y="2150"/>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4" name="Rectangle 189"/>
            <p:cNvSpPr>
              <a:spLocks noChangeArrowheads="1"/>
            </p:cNvSpPr>
            <p:nvPr/>
          </p:nvSpPr>
          <p:spPr bwMode="auto">
            <a:xfrm>
              <a:off x="1348" y="2150"/>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5" name="Rectangle 190"/>
            <p:cNvSpPr>
              <a:spLocks noChangeArrowheads="1"/>
            </p:cNvSpPr>
            <p:nvPr/>
          </p:nvSpPr>
          <p:spPr bwMode="auto">
            <a:xfrm>
              <a:off x="1369" y="2150"/>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6" name="Rectangle 191"/>
            <p:cNvSpPr>
              <a:spLocks noChangeArrowheads="1"/>
            </p:cNvSpPr>
            <p:nvPr/>
          </p:nvSpPr>
          <p:spPr bwMode="auto">
            <a:xfrm>
              <a:off x="1390" y="2150"/>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7" name="Rectangle 192"/>
            <p:cNvSpPr>
              <a:spLocks noChangeArrowheads="1"/>
            </p:cNvSpPr>
            <p:nvPr/>
          </p:nvSpPr>
          <p:spPr bwMode="auto">
            <a:xfrm>
              <a:off x="1415" y="2150"/>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8" name="Rectangle 193"/>
            <p:cNvSpPr>
              <a:spLocks noChangeArrowheads="1"/>
            </p:cNvSpPr>
            <p:nvPr/>
          </p:nvSpPr>
          <p:spPr bwMode="auto">
            <a:xfrm>
              <a:off x="1436" y="2150"/>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99" name="Rectangle 194"/>
            <p:cNvSpPr>
              <a:spLocks noChangeArrowheads="1"/>
            </p:cNvSpPr>
            <p:nvPr/>
          </p:nvSpPr>
          <p:spPr bwMode="auto">
            <a:xfrm>
              <a:off x="1462" y="2150"/>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0" name="Rectangle 195"/>
            <p:cNvSpPr>
              <a:spLocks noChangeArrowheads="1"/>
            </p:cNvSpPr>
            <p:nvPr/>
          </p:nvSpPr>
          <p:spPr bwMode="auto">
            <a:xfrm>
              <a:off x="1483" y="2150"/>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1" name="Rectangle 196"/>
            <p:cNvSpPr>
              <a:spLocks noChangeArrowheads="1"/>
            </p:cNvSpPr>
            <p:nvPr/>
          </p:nvSpPr>
          <p:spPr bwMode="auto">
            <a:xfrm>
              <a:off x="1504" y="2150"/>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2" name="Rectangle 197"/>
            <p:cNvSpPr>
              <a:spLocks noChangeArrowheads="1"/>
            </p:cNvSpPr>
            <p:nvPr/>
          </p:nvSpPr>
          <p:spPr bwMode="auto">
            <a:xfrm>
              <a:off x="1529" y="2150"/>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3" name="Rectangle 198"/>
            <p:cNvSpPr>
              <a:spLocks noChangeArrowheads="1"/>
            </p:cNvSpPr>
            <p:nvPr/>
          </p:nvSpPr>
          <p:spPr bwMode="auto">
            <a:xfrm>
              <a:off x="1550" y="2150"/>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4" name="Rectangle 199"/>
            <p:cNvSpPr>
              <a:spLocks noChangeArrowheads="1"/>
            </p:cNvSpPr>
            <p:nvPr/>
          </p:nvSpPr>
          <p:spPr bwMode="auto">
            <a:xfrm>
              <a:off x="1575" y="2150"/>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5" name="Rectangle 200"/>
            <p:cNvSpPr>
              <a:spLocks noChangeArrowheads="1"/>
            </p:cNvSpPr>
            <p:nvPr/>
          </p:nvSpPr>
          <p:spPr bwMode="auto">
            <a:xfrm>
              <a:off x="1596" y="2150"/>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6" name="Rectangle 201"/>
            <p:cNvSpPr>
              <a:spLocks noChangeArrowheads="1"/>
            </p:cNvSpPr>
            <p:nvPr/>
          </p:nvSpPr>
          <p:spPr bwMode="auto">
            <a:xfrm>
              <a:off x="1621" y="2150"/>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7" name="Rectangle 202"/>
            <p:cNvSpPr>
              <a:spLocks noChangeArrowheads="1"/>
            </p:cNvSpPr>
            <p:nvPr/>
          </p:nvSpPr>
          <p:spPr bwMode="auto">
            <a:xfrm>
              <a:off x="1642" y="2150"/>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8" name="Rectangle 203"/>
            <p:cNvSpPr>
              <a:spLocks noChangeArrowheads="1"/>
            </p:cNvSpPr>
            <p:nvPr/>
          </p:nvSpPr>
          <p:spPr bwMode="auto">
            <a:xfrm>
              <a:off x="1663" y="2150"/>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09" name="Rectangle 204"/>
            <p:cNvSpPr>
              <a:spLocks noChangeArrowheads="1"/>
            </p:cNvSpPr>
            <p:nvPr/>
          </p:nvSpPr>
          <p:spPr bwMode="auto">
            <a:xfrm>
              <a:off x="1689" y="2150"/>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0" name="Rectangle 205"/>
            <p:cNvSpPr>
              <a:spLocks noChangeArrowheads="1"/>
            </p:cNvSpPr>
            <p:nvPr/>
          </p:nvSpPr>
          <p:spPr bwMode="auto">
            <a:xfrm>
              <a:off x="1710" y="2150"/>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1" name="Rectangle 206"/>
            <p:cNvSpPr>
              <a:spLocks noChangeArrowheads="1"/>
            </p:cNvSpPr>
            <p:nvPr/>
          </p:nvSpPr>
          <p:spPr bwMode="auto">
            <a:xfrm>
              <a:off x="1735" y="2150"/>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2" name="Rectangle 207"/>
            <p:cNvSpPr>
              <a:spLocks noChangeArrowheads="1"/>
            </p:cNvSpPr>
            <p:nvPr/>
          </p:nvSpPr>
          <p:spPr bwMode="auto">
            <a:xfrm>
              <a:off x="1756" y="2150"/>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3" name="Rectangle 208"/>
            <p:cNvSpPr>
              <a:spLocks noChangeArrowheads="1"/>
            </p:cNvSpPr>
            <p:nvPr/>
          </p:nvSpPr>
          <p:spPr bwMode="auto">
            <a:xfrm>
              <a:off x="1777" y="2150"/>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4" name="Rectangle 209"/>
            <p:cNvSpPr>
              <a:spLocks noChangeArrowheads="1"/>
            </p:cNvSpPr>
            <p:nvPr/>
          </p:nvSpPr>
          <p:spPr bwMode="auto">
            <a:xfrm>
              <a:off x="1802" y="2150"/>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5" name="Rectangle 210"/>
            <p:cNvSpPr>
              <a:spLocks noChangeArrowheads="1"/>
            </p:cNvSpPr>
            <p:nvPr/>
          </p:nvSpPr>
          <p:spPr bwMode="auto">
            <a:xfrm>
              <a:off x="1823" y="2150"/>
              <a:ext cx="26"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6" name="Rectangle 211"/>
            <p:cNvSpPr>
              <a:spLocks noChangeArrowheads="1"/>
            </p:cNvSpPr>
            <p:nvPr/>
          </p:nvSpPr>
          <p:spPr bwMode="auto">
            <a:xfrm>
              <a:off x="1849" y="2150"/>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7" name="Rectangle 212"/>
            <p:cNvSpPr>
              <a:spLocks noChangeArrowheads="1"/>
            </p:cNvSpPr>
            <p:nvPr/>
          </p:nvSpPr>
          <p:spPr bwMode="auto">
            <a:xfrm>
              <a:off x="1870" y="2150"/>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8" name="Rectangle 213"/>
            <p:cNvSpPr>
              <a:spLocks noChangeArrowheads="1"/>
            </p:cNvSpPr>
            <p:nvPr/>
          </p:nvSpPr>
          <p:spPr bwMode="auto">
            <a:xfrm>
              <a:off x="1891" y="2150"/>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19" name="Rectangle 214"/>
            <p:cNvSpPr>
              <a:spLocks noChangeArrowheads="1"/>
            </p:cNvSpPr>
            <p:nvPr/>
          </p:nvSpPr>
          <p:spPr bwMode="auto">
            <a:xfrm>
              <a:off x="1916" y="2150"/>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0" name="Rectangle 215"/>
            <p:cNvSpPr>
              <a:spLocks noChangeArrowheads="1"/>
            </p:cNvSpPr>
            <p:nvPr/>
          </p:nvSpPr>
          <p:spPr bwMode="auto">
            <a:xfrm>
              <a:off x="1937" y="2150"/>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1" name="Rectangle 216"/>
            <p:cNvSpPr>
              <a:spLocks noChangeArrowheads="1"/>
            </p:cNvSpPr>
            <p:nvPr/>
          </p:nvSpPr>
          <p:spPr bwMode="auto">
            <a:xfrm>
              <a:off x="1962" y="2150"/>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2" name="Rectangle 217"/>
            <p:cNvSpPr>
              <a:spLocks noChangeArrowheads="1"/>
            </p:cNvSpPr>
            <p:nvPr/>
          </p:nvSpPr>
          <p:spPr bwMode="auto">
            <a:xfrm>
              <a:off x="1983" y="2150"/>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3" name="Rectangle 218"/>
            <p:cNvSpPr>
              <a:spLocks noChangeArrowheads="1"/>
            </p:cNvSpPr>
            <p:nvPr/>
          </p:nvSpPr>
          <p:spPr bwMode="auto">
            <a:xfrm>
              <a:off x="2004" y="2150"/>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4" name="Rectangle 219"/>
            <p:cNvSpPr>
              <a:spLocks noChangeArrowheads="1"/>
            </p:cNvSpPr>
            <p:nvPr/>
          </p:nvSpPr>
          <p:spPr bwMode="auto">
            <a:xfrm>
              <a:off x="2029" y="2150"/>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5" name="Rectangle 220"/>
            <p:cNvSpPr>
              <a:spLocks noChangeArrowheads="1"/>
            </p:cNvSpPr>
            <p:nvPr/>
          </p:nvSpPr>
          <p:spPr bwMode="auto">
            <a:xfrm>
              <a:off x="2050" y="2150"/>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6" name="Rectangle 221"/>
            <p:cNvSpPr>
              <a:spLocks noChangeArrowheads="1"/>
            </p:cNvSpPr>
            <p:nvPr/>
          </p:nvSpPr>
          <p:spPr bwMode="auto">
            <a:xfrm>
              <a:off x="2076" y="2150"/>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7" name="Rectangle 222"/>
            <p:cNvSpPr>
              <a:spLocks noChangeArrowheads="1"/>
            </p:cNvSpPr>
            <p:nvPr/>
          </p:nvSpPr>
          <p:spPr bwMode="auto">
            <a:xfrm>
              <a:off x="2097" y="2150"/>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8" name="Rectangle 223"/>
            <p:cNvSpPr>
              <a:spLocks noChangeArrowheads="1"/>
            </p:cNvSpPr>
            <p:nvPr/>
          </p:nvSpPr>
          <p:spPr bwMode="auto">
            <a:xfrm>
              <a:off x="2118" y="2150"/>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29" name="Rectangle 224"/>
            <p:cNvSpPr>
              <a:spLocks noChangeArrowheads="1"/>
            </p:cNvSpPr>
            <p:nvPr/>
          </p:nvSpPr>
          <p:spPr bwMode="auto">
            <a:xfrm>
              <a:off x="2143" y="2150"/>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0" name="Rectangle 225"/>
            <p:cNvSpPr>
              <a:spLocks noChangeArrowheads="1"/>
            </p:cNvSpPr>
            <p:nvPr/>
          </p:nvSpPr>
          <p:spPr bwMode="auto">
            <a:xfrm>
              <a:off x="2164" y="2150"/>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1" name="Rectangle 226"/>
            <p:cNvSpPr>
              <a:spLocks noChangeArrowheads="1"/>
            </p:cNvSpPr>
            <p:nvPr/>
          </p:nvSpPr>
          <p:spPr bwMode="auto">
            <a:xfrm>
              <a:off x="2189" y="2150"/>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2" name="Rectangle 227"/>
            <p:cNvSpPr>
              <a:spLocks noChangeArrowheads="1"/>
            </p:cNvSpPr>
            <p:nvPr/>
          </p:nvSpPr>
          <p:spPr bwMode="auto">
            <a:xfrm>
              <a:off x="2210" y="2150"/>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3" name="Rectangle 228"/>
            <p:cNvSpPr>
              <a:spLocks noChangeArrowheads="1"/>
            </p:cNvSpPr>
            <p:nvPr/>
          </p:nvSpPr>
          <p:spPr bwMode="auto">
            <a:xfrm>
              <a:off x="2231" y="2150"/>
              <a:ext cx="26"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4" name="Rectangle 229"/>
            <p:cNvSpPr>
              <a:spLocks noChangeArrowheads="1"/>
            </p:cNvSpPr>
            <p:nvPr/>
          </p:nvSpPr>
          <p:spPr bwMode="auto">
            <a:xfrm>
              <a:off x="2257" y="2150"/>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5" name="Rectangle 230"/>
            <p:cNvSpPr>
              <a:spLocks noChangeArrowheads="1"/>
            </p:cNvSpPr>
            <p:nvPr/>
          </p:nvSpPr>
          <p:spPr bwMode="auto">
            <a:xfrm>
              <a:off x="2278" y="2150"/>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6" name="Rectangle 231"/>
            <p:cNvSpPr>
              <a:spLocks noChangeArrowheads="1"/>
            </p:cNvSpPr>
            <p:nvPr/>
          </p:nvSpPr>
          <p:spPr bwMode="auto">
            <a:xfrm>
              <a:off x="2303" y="2150"/>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7" name="Rectangle 232"/>
            <p:cNvSpPr>
              <a:spLocks noChangeArrowheads="1"/>
            </p:cNvSpPr>
            <p:nvPr/>
          </p:nvSpPr>
          <p:spPr bwMode="auto">
            <a:xfrm>
              <a:off x="2324" y="2150"/>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8" name="Rectangle 233"/>
            <p:cNvSpPr>
              <a:spLocks noChangeArrowheads="1"/>
            </p:cNvSpPr>
            <p:nvPr/>
          </p:nvSpPr>
          <p:spPr bwMode="auto">
            <a:xfrm>
              <a:off x="2349" y="2150"/>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39" name="Rectangle 234"/>
            <p:cNvSpPr>
              <a:spLocks noChangeArrowheads="1"/>
            </p:cNvSpPr>
            <p:nvPr/>
          </p:nvSpPr>
          <p:spPr bwMode="auto">
            <a:xfrm>
              <a:off x="2370" y="2150"/>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0" name="Rectangle 235"/>
            <p:cNvSpPr>
              <a:spLocks noChangeArrowheads="1"/>
            </p:cNvSpPr>
            <p:nvPr/>
          </p:nvSpPr>
          <p:spPr bwMode="auto">
            <a:xfrm>
              <a:off x="2391" y="2150"/>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1" name="Rectangle 236"/>
            <p:cNvSpPr>
              <a:spLocks noChangeArrowheads="1"/>
            </p:cNvSpPr>
            <p:nvPr/>
          </p:nvSpPr>
          <p:spPr bwMode="auto">
            <a:xfrm>
              <a:off x="2416" y="2150"/>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2" name="Rectangle 237"/>
            <p:cNvSpPr>
              <a:spLocks noChangeArrowheads="1"/>
            </p:cNvSpPr>
            <p:nvPr/>
          </p:nvSpPr>
          <p:spPr bwMode="auto">
            <a:xfrm>
              <a:off x="2437" y="2150"/>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3" name="Rectangle 238"/>
            <p:cNvSpPr>
              <a:spLocks noChangeArrowheads="1"/>
            </p:cNvSpPr>
            <p:nvPr/>
          </p:nvSpPr>
          <p:spPr bwMode="auto">
            <a:xfrm>
              <a:off x="2463" y="2150"/>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4" name="Rectangle 239"/>
            <p:cNvSpPr>
              <a:spLocks noChangeArrowheads="1"/>
            </p:cNvSpPr>
            <p:nvPr/>
          </p:nvSpPr>
          <p:spPr bwMode="auto">
            <a:xfrm>
              <a:off x="2484" y="2150"/>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5" name="Rectangle 240"/>
            <p:cNvSpPr>
              <a:spLocks noChangeArrowheads="1"/>
            </p:cNvSpPr>
            <p:nvPr/>
          </p:nvSpPr>
          <p:spPr bwMode="auto">
            <a:xfrm>
              <a:off x="2505" y="2150"/>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6" name="Rectangle 241"/>
            <p:cNvSpPr>
              <a:spLocks noChangeArrowheads="1"/>
            </p:cNvSpPr>
            <p:nvPr/>
          </p:nvSpPr>
          <p:spPr bwMode="auto">
            <a:xfrm>
              <a:off x="2530" y="2150"/>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7" name="Rectangle 242"/>
            <p:cNvSpPr>
              <a:spLocks noChangeArrowheads="1"/>
            </p:cNvSpPr>
            <p:nvPr/>
          </p:nvSpPr>
          <p:spPr bwMode="auto">
            <a:xfrm>
              <a:off x="2551" y="2150"/>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8" name="Rectangle 243"/>
            <p:cNvSpPr>
              <a:spLocks noChangeArrowheads="1"/>
            </p:cNvSpPr>
            <p:nvPr/>
          </p:nvSpPr>
          <p:spPr bwMode="auto">
            <a:xfrm>
              <a:off x="2576" y="2150"/>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49" name="Rectangle 244"/>
            <p:cNvSpPr>
              <a:spLocks noChangeArrowheads="1"/>
            </p:cNvSpPr>
            <p:nvPr/>
          </p:nvSpPr>
          <p:spPr bwMode="auto">
            <a:xfrm>
              <a:off x="2597" y="2150"/>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0" name="Rectangle 245"/>
            <p:cNvSpPr>
              <a:spLocks noChangeArrowheads="1"/>
            </p:cNvSpPr>
            <p:nvPr/>
          </p:nvSpPr>
          <p:spPr bwMode="auto">
            <a:xfrm>
              <a:off x="2618" y="2150"/>
              <a:ext cx="26"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1" name="Rectangle 246"/>
            <p:cNvSpPr>
              <a:spLocks noChangeArrowheads="1"/>
            </p:cNvSpPr>
            <p:nvPr/>
          </p:nvSpPr>
          <p:spPr bwMode="auto">
            <a:xfrm>
              <a:off x="2644" y="2150"/>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2" name="Rectangle 247"/>
            <p:cNvSpPr>
              <a:spLocks noChangeArrowheads="1"/>
            </p:cNvSpPr>
            <p:nvPr/>
          </p:nvSpPr>
          <p:spPr bwMode="auto">
            <a:xfrm>
              <a:off x="2665" y="2150"/>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3" name="Rectangle 248"/>
            <p:cNvSpPr>
              <a:spLocks noChangeArrowheads="1"/>
            </p:cNvSpPr>
            <p:nvPr/>
          </p:nvSpPr>
          <p:spPr bwMode="auto">
            <a:xfrm>
              <a:off x="2690" y="2150"/>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4" name="Rectangle 249"/>
            <p:cNvSpPr>
              <a:spLocks noChangeArrowheads="1"/>
            </p:cNvSpPr>
            <p:nvPr/>
          </p:nvSpPr>
          <p:spPr bwMode="auto">
            <a:xfrm>
              <a:off x="2711" y="2150"/>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5" name="Rectangle 250"/>
            <p:cNvSpPr>
              <a:spLocks noChangeArrowheads="1"/>
            </p:cNvSpPr>
            <p:nvPr/>
          </p:nvSpPr>
          <p:spPr bwMode="auto">
            <a:xfrm>
              <a:off x="2732" y="2150"/>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6" name="Rectangle 251"/>
            <p:cNvSpPr>
              <a:spLocks noChangeArrowheads="1"/>
            </p:cNvSpPr>
            <p:nvPr/>
          </p:nvSpPr>
          <p:spPr bwMode="auto">
            <a:xfrm>
              <a:off x="2757" y="2150"/>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7" name="Rectangle 252"/>
            <p:cNvSpPr>
              <a:spLocks noChangeArrowheads="1"/>
            </p:cNvSpPr>
            <p:nvPr/>
          </p:nvSpPr>
          <p:spPr bwMode="auto">
            <a:xfrm>
              <a:off x="2778" y="2150"/>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8" name="Rectangle 253"/>
            <p:cNvSpPr>
              <a:spLocks noChangeArrowheads="1"/>
            </p:cNvSpPr>
            <p:nvPr/>
          </p:nvSpPr>
          <p:spPr bwMode="auto">
            <a:xfrm>
              <a:off x="2803" y="2150"/>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59" name="Rectangle 254"/>
            <p:cNvSpPr>
              <a:spLocks noChangeArrowheads="1"/>
            </p:cNvSpPr>
            <p:nvPr/>
          </p:nvSpPr>
          <p:spPr bwMode="auto">
            <a:xfrm>
              <a:off x="2824" y="2150"/>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0" name="Rectangle 255"/>
            <p:cNvSpPr>
              <a:spLocks noChangeArrowheads="1"/>
            </p:cNvSpPr>
            <p:nvPr/>
          </p:nvSpPr>
          <p:spPr bwMode="auto">
            <a:xfrm>
              <a:off x="2845" y="2150"/>
              <a:ext cx="26"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1" name="Rectangle 256"/>
            <p:cNvSpPr>
              <a:spLocks noChangeArrowheads="1"/>
            </p:cNvSpPr>
            <p:nvPr/>
          </p:nvSpPr>
          <p:spPr bwMode="auto">
            <a:xfrm>
              <a:off x="2871" y="2150"/>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2" name="Rectangle 257"/>
            <p:cNvSpPr>
              <a:spLocks noChangeArrowheads="1"/>
            </p:cNvSpPr>
            <p:nvPr/>
          </p:nvSpPr>
          <p:spPr bwMode="auto">
            <a:xfrm>
              <a:off x="2892" y="2150"/>
              <a:ext cx="25"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3" name="Rectangle 258"/>
            <p:cNvSpPr>
              <a:spLocks noChangeArrowheads="1"/>
            </p:cNvSpPr>
            <p:nvPr/>
          </p:nvSpPr>
          <p:spPr bwMode="auto">
            <a:xfrm>
              <a:off x="2917" y="2150"/>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4" name="Rectangle 259"/>
            <p:cNvSpPr>
              <a:spLocks noChangeArrowheads="1"/>
            </p:cNvSpPr>
            <p:nvPr/>
          </p:nvSpPr>
          <p:spPr bwMode="auto">
            <a:xfrm>
              <a:off x="2938" y="2150"/>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5" name="Rectangle 260"/>
            <p:cNvSpPr>
              <a:spLocks noChangeArrowheads="1"/>
            </p:cNvSpPr>
            <p:nvPr/>
          </p:nvSpPr>
          <p:spPr bwMode="auto">
            <a:xfrm>
              <a:off x="2959" y="2150"/>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6" name="Rectangle 261"/>
            <p:cNvSpPr>
              <a:spLocks noChangeArrowheads="1"/>
            </p:cNvSpPr>
            <p:nvPr/>
          </p:nvSpPr>
          <p:spPr bwMode="auto">
            <a:xfrm>
              <a:off x="2984" y="2150"/>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7" name="Rectangle 262"/>
            <p:cNvSpPr>
              <a:spLocks noChangeArrowheads="1"/>
            </p:cNvSpPr>
            <p:nvPr/>
          </p:nvSpPr>
          <p:spPr bwMode="auto">
            <a:xfrm>
              <a:off x="3005" y="2150"/>
              <a:ext cx="26"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8" name="Rectangle 263"/>
            <p:cNvSpPr>
              <a:spLocks noChangeArrowheads="1"/>
            </p:cNvSpPr>
            <p:nvPr/>
          </p:nvSpPr>
          <p:spPr bwMode="auto">
            <a:xfrm>
              <a:off x="3031" y="2150"/>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69" name="Rectangle 264"/>
            <p:cNvSpPr>
              <a:spLocks noChangeArrowheads="1"/>
            </p:cNvSpPr>
            <p:nvPr/>
          </p:nvSpPr>
          <p:spPr bwMode="auto">
            <a:xfrm>
              <a:off x="3052" y="2150"/>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0" name="Rectangle 265"/>
            <p:cNvSpPr>
              <a:spLocks noChangeArrowheads="1"/>
            </p:cNvSpPr>
            <p:nvPr/>
          </p:nvSpPr>
          <p:spPr bwMode="auto">
            <a:xfrm>
              <a:off x="3077" y="2150"/>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1" name="Rectangle 266"/>
            <p:cNvSpPr>
              <a:spLocks noChangeArrowheads="1"/>
            </p:cNvSpPr>
            <p:nvPr/>
          </p:nvSpPr>
          <p:spPr bwMode="auto">
            <a:xfrm>
              <a:off x="3098" y="2150"/>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2" name="Rectangle 267"/>
            <p:cNvSpPr>
              <a:spLocks noChangeArrowheads="1"/>
            </p:cNvSpPr>
            <p:nvPr/>
          </p:nvSpPr>
          <p:spPr bwMode="auto">
            <a:xfrm>
              <a:off x="3119" y="2150"/>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3" name="Rectangle 268"/>
            <p:cNvSpPr>
              <a:spLocks noChangeArrowheads="1"/>
            </p:cNvSpPr>
            <p:nvPr/>
          </p:nvSpPr>
          <p:spPr bwMode="auto">
            <a:xfrm>
              <a:off x="3144" y="2150"/>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4" name="Rectangle 269"/>
            <p:cNvSpPr>
              <a:spLocks noChangeArrowheads="1"/>
            </p:cNvSpPr>
            <p:nvPr/>
          </p:nvSpPr>
          <p:spPr bwMode="auto">
            <a:xfrm>
              <a:off x="3165" y="2150"/>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5" name="Rectangle 270"/>
            <p:cNvSpPr>
              <a:spLocks noChangeArrowheads="1"/>
            </p:cNvSpPr>
            <p:nvPr/>
          </p:nvSpPr>
          <p:spPr bwMode="auto">
            <a:xfrm>
              <a:off x="3190" y="2150"/>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6" name="Rectangle 271"/>
            <p:cNvSpPr>
              <a:spLocks noChangeArrowheads="1"/>
            </p:cNvSpPr>
            <p:nvPr/>
          </p:nvSpPr>
          <p:spPr bwMode="auto">
            <a:xfrm>
              <a:off x="3211" y="2150"/>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7" name="Rectangle 272"/>
            <p:cNvSpPr>
              <a:spLocks noChangeArrowheads="1"/>
            </p:cNvSpPr>
            <p:nvPr/>
          </p:nvSpPr>
          <p:spPr bwMode="auto">
            <a:xfrm>
              <a:off x="3232" y="2150"/>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8" name="Rectangle 273"/>
            <p:cNvSpPr>
              <a:spLocks noChangeArrowheads="1"/>
            </p:cNvSpPr>
            <p:nvPr/>
          </p:nvSpPr>
          <p:spPr bwMode="auto">
            <a:xfrm>
              <a:off x="3258" y="2150"/>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79" name="Rectangle 274"/>
            <p:cNvSpPr>
              <a:spLocks noChangeArrowheads="1"/>
            </p:cNvSpPr>
            <p:nvPr/>
          </p:nvSpPr>
          <p:spPr bwMode="auto">
            <a:xfrm>
              <a:off x="3279" y="2150"/>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0" name="Rectangle 275"/>
            <p:cNvSpPr>
              <a:spLocks noChangeArrowheads="1"/>
            </p:cNvSpPr>
            <p:nvPr/>
          </p:nvSpPr>
          <p:spPr bwMode="auto">
            <a:xfrm>
              <a:off x="3304" y="2150"/>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1" name="Rectangle 276"/>
            <p:cNvSpPr>
              <a:spLocks noChangeArrowheads="1"/>
            </p:cNvSpPr>
            <p:nvPr/>
          </p:nvSpPr>
          <p:spPr bwMode="auto">
            <a:xfrm>
              <a:off x="3325" y="2150"/>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2" name="Rectangle 277"/>
            <p:cNvSpPr>
              <a:spLocks noChangeArrowheads="1"/>
            </p:cNvSpPr>
            <p:nvPr/>
          </p:nvSpPr>
          <p:spPr bwMode="auto">
            <a:xfrm>
              <a:off x="3346" y="2150"/>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3" name="Rectangle 278"/>
            <p:cNvSpPr>
              <a:spLocks noChangeArrowheads="1"/>
            </p:cNvSpPr>
            <p:nvPr/>
          </p:nvSpPr>
          <p:spPr bwMode="auto">
            <a:xfrm>
              <a:off x="3371" y="2150"/>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4" name="Rectangle 279"/>
            <p:cNvSpPr>
              <a:spLocks noChangeArrowheads="1"/>
            </p:cNvSpPr>
            <p:nvPr/>
          </p:nvSpPr>
          <p:spPr bwMode="auto">
            <a:xfrm>
              <a:off x="3392" y="2150"/>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285" name="Rectangle 280"/>
            <p:cNvSpPr>
              <a:spLocks noChangeArrowheads="1"/>
            </p:cNvSpPr>
            <p:nvPr/>
          </p:nvSpPr>
          <p:spPr bwMode="auto">
            <a:xfrm>
              <a:off x="3417" y="2150"/>
              <a:ext cx="22"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8" name="Group 281"/>
          <p:cNvGrpSpPr/>
          <p:nvPr/>
        </p:nvGrpSpPr>
        <p:grpSpPr bwMode="auto">
          <a:xfrm>
            <a:off x="457200" y="3125788"/>
            <a:ext cx="4621213" cy="166687"/>
            <a:chOff x="296" y="1876"/>
            <a:chExt cx="2911" cy="105"/>
          </a:xfrm>
        </p:grpSpPr>
        <p:sp>
          <p:nvSpPr>
            <p:cNvPr id="218030" name="Rectangle 282"/>
            <p:cNvSpPr>
              <a:spLocks noChangeArrowheads="1"/>
            </p:cNvSpPr>
            <p:nvPr/>
          </p:nvSpPr>
          <p:spPr bwMode="auto">
            <a:xfrm>
              <a:off x="296" y="187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1" name="Rectangle 283"/>
            <p:cNvSpPr>
              <a:spLocks noChangeArrowheads="1"/>
            </p:cNvSpPr>
            <p:nvPr/>
          </p:nvSpPr>
          <p:spPr bwMode="auto">
            <a:xfrm>
              <a:off x="317" y="1876"/>
              <a:ext cx="26"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2" name="Rectangle 284"/>
            <p:cNvSpPr>
              <a:spLocks noChangeArrowheads="1"/>
            </p:cNvSpPr>
            <p:nvPr/>
          </p:nvSpPr>
          <p:spPr bwMode="auto">
            <a:xfrm>
              <a:off x="343" y="187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3" name="Rectangle 285"/>
            <p:cNvSpPr>
              <a:spLocks noChangeArrowheads="1"/>
            </p:cNvSpPr>
            <p:nvPr/>
          </p:nvSpPr>
          <p:spPr bwMode="auto">
            <a:xfrm>
              <a:off x="364" y="187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4" name="Rectangle 286"/>
            <p:cNvSpPr>
              <a:spLocks noChangeArrowheads="1"/>
            </p:cNvSpPr>
            <p:nvPr/>
          </p:nvSpPr>
          <p:spPr bwMode="auto">
            <a:xfrm>
              <a:off x="389" y="187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5" name="Rectangle 287"/>
            <p:cNvSpPr>
              <a:spLocks noChangeArrowheads="1"/>
            </p:cNvSpPr>
            <p:nvPr/>
          </p:nvSpPr>
          <p:spPr bwMode="auto">
            <a:xfrm>
              <a:off x="410" y="187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6" name="Rectangle 288"/>
            <p:cNvSpPr>
              <a:spLocks noChangeArrowheads="1"/>
            </p:cNvSpPr>
            <p:nvPr/>
          </p:nvSpPr>
          <p:spPr bwMode="auto">
            <a:xfrm>
              <a:off x="431" y="1876"/>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7" name="Rectangle 289"/>
            <p:cNvSpPr>
              <a:spLocks noChangeArrowheads="1"/>
            </p:cNvSpPr>
            <p:nvPr/>
          </p:nvSpPr>
          <p:spPr bwMode="auto">
            <a:xfrm>
              <a:off x="456" y="1876"/>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8" name="Rectangle 290"/>
            <p:cNvSpPr>
              <a:spLocks noChangeArrowheads="1"/>
            </p:cNvSpPr>
            <p:nvPr/>
          </p:nvSpPr>
          <p:spPr bwMode="auto">
            <a:xfrm>
              <a:off x="477" y="1876"/>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39" name="Rectangle 291"/>
            <p:cNvSpPr>
              <a:spLocks noChangeArrowheads="1"/>
            </p:cNvSpPr>
            <p:nvPr/>
          </p:nvSpPr>
          <p:spPr bwMode="auto">
            <a:xfrm>
              <a:off x="503" y="187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0" name="Rectangle 292"/>
            <p:cNvSpPr>
              <a:spLocks noChangeArrowheads="1"/>
            </p:cNvSpPr>
            <p:nvPr/>
          </p:nvSpPr>
          <p:spPr bwMode="auto">
            <a:xfrm>
              <a:off x="524" y="1876"/>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1" name="Rectangle 293"/>
            <p:cNvSpPr>
              <a:spLocks noChangeArrowheads="1"/>
            </p:cNvSpPr>
            <p:nvPr/>
          </p:nvSpPr>
          <p:spPr bwMode="auto">
            <a:xfrm>
              <a:off x="545" y="187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2" name="Rectangle 294"/>
            <p:cNvSpPr>
              <a:spLocks noChangeArrowheads="1"/>
            </p:cNvSpPr>
            <p:nvPr/>
          </p:nvSpPr>
          <p:spPr bwMode="auto">
            <a:xfrm>
              <a:off x="570" y="187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3" name="Rectangle 295"/>
            <p:cNvSpPr>
              <a:spLocks noChangeArrowheads="1"/>
            </p:cNvSpPr>
            <p:nvPr/>
          </p:nvSpPr>
          <p:spPr bwMode="auto">
            <a:xfrm>
              <a:off x="591" y="1876"/>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4" name="Rectangle 296"/>
            <p:cNvSpPr>
              <a:spLocks noChangeArrowheads="1"/>
            </p:cNvSpPr>
            <p:nvPr/>
          </p:nvSpPr>
          <p:spPr bwMode="auto">
            <a:xfrm>
              <a:off x="616" y="187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5" name="Rectangle 297"/>
            <p:cNvSpPr>
              <a:spLocks noChangeArrowheads="1"/>
            </p:cNvSpPr>
            <p:nvPr/>
          </p:nvSpPr>
          <p:spPr bwMode="auto">
            <a:xfrm>
              <a:off x="637" y="1876"/>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6" name="Rectangle 298"/>
            <p:cNvSpPr>
              <a:spLocks noChangeArrowheads="1"/>
            </p:cNvSpPr>
            <p:nvPr/>
          </p:nvSpPr>
          <p:spPr bwMode="auto">
            <a:xfrm>
              <a:off x="662" y="1876"/>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7" name="Rectangle 299"/>
            <p:cNvSpPr>
              <a:spLocks noChangeArrowheads="1"/>
            </p:cNvSpPr>
            <p:nvPr/>
          </p:nvSpPr>
          <p:spPr bwMode="auto">
            <a:xfrm>
              <a:off x="683" y="187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8" name="Rectangle 300"/>
            <p:cNvSpPr>
              <a:spLocks noChangeArrowheads="1"/>
            </p:cNvSpPr>
            <p:nvPr/>
          </p:nvSpPr>
          <p:spPr bwMode="auto">
            <a:xfrm>
              <a:off x="704" y="1876"/>
              <a:ext cx="26"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49" name="Rectangle 301"/>
            <p:cNvSpPr>
              <a:spLocks noChangeArrowheads="1"/>
            </p:cNvSpPr>
            <p:nvPr/>
          </p:nvSpPr>
          <p:spPr bwMode="auto">
            <a:xfrm>
              <a:off x="730" y="187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0" name="Rectangle 302"/>
            <p:cNvSpPr>
              <a:spLocks noChangeArrowheads="1"/>
            </p:cNvSpPr>
            <p:nvPr/>
          </p:nvSpPr>
          <p:spPr bwMode="auto">
            <a:xfrm>
              <a:off x="751" y="187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1" name="Rectangle 303"/>
            <p:cNvSpPr>
              <a:spLocks noChangeArrowheads="1"/>
            </p:cNvSpPr>
            <p:nvPr/>
          </p:nvSpPr>
          <p:spPr bwMode="auto">
            <a:xfrm>
              <a:off x="776" y="1876"/>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2" name="Rectangle 304"/>
            <p:cNvSpPr>
              <a:spLocks noChangeArrowheads="1"/>
            </p:cNvSpPr>
            <p:nvPr/>
          </p:nvSpPr>
          <p:spPr bwMode="auto">
            <a:xfrm>
              <a:off x="797" y="187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3" name="Rectangle 305"/>
            <p:cNvSpPr>
              <a:spLocks noChangeArrowheads="1"/>
            </p:cNvSpPr>
            <p:nvPr/>
          </p:nvSpPr>
          <p:spPr bwMode="auto">
            <a:xfrm>
              <a:off x="818" y="1876"/>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4" name="Rectangle 306"/>
            <p:cNvSpPr>
              <a:spLocks noChangeArrowheads="1"/>
            </p:cNvSpPr>
            <p:nvPr/>
          </p:nvSpPr>
          <p:spPr bwMode="auto">
            <a:xfrm>
              <a:off x="843" y="187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5" name="Rectangle 307"/>
            <p:cNvSpPr>
              <a:spLocks noChangeArrowheads="1"/>
            </p:cNvSpPr>
            <p:nvPr/>
          </p:nvSpPr>
          <p:spPr bwMode="auto">
            <a:xfrm>
              <a:off x="864" y="1876"/>
              <a:ext cx="26"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6" name="Rectangle 308"/>
            <p:cNvSpPr>
              <a:spLocks noChangeArrowheads="1"/>
            </p:cNvSpPr>
            <p:nvPr/>
          </p:nvSpPr>
          <p:spPr bwMode="auto">
            <a:xfrm>
              <a:off x="890" y="187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7" name="Rectangle 309"/>
            <p:cNvSpPr>
              <a:spLocks noChangeArrowheads="1"/>
            </p:cNvSpPr>
            <p:nvPr/>
          </p:nvSpPr>
          <p:spPr bwMode="auto">
            <a:xfrm>
              <a:off x="911" y="187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8" name="Rectangle 310"/>
            <p:cNvSpPr>
              <a:spLocks noChangeArrowheads="1"/>
            </p:cNvSpPr>
            <p:nvPr/>
          </p:nvSpPr>
          <p:spPr bwMode="auto">
            <a:xfrm>
              <a:off x="932" y="1876"/>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59" name="Rectangle 311"/>
            <p:cNvSpPr>
              <a:spLocks noChangeArrowheads="1"/>
            </p:cNvSpPr>
            <p:nvPr/>
          </p:nvSpPr>
          <p:spPr bwMode="auto">
            <a:xfrm>
              <a:off x="957" y="187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0" name="Rectangle 312"/>
            <p:cNvSpPr>
              <a:spLocks noChangeArrowheads="1"/>
            </p:cNvSpPr>
            <p:nvPr/>
          </p:nvSpPr>
          <p:spPr bwMode="auto">
            <a:xfrm>
              <a:off x="978" y="187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1" name="Rectangle 313"/>
            <p:cNvSpPr>
              <a:spLocks noChangeArrowheads="1"/>
            </p:cNvSpPr>
            <p:nvPr/>
          </p:nvSpPr>
          <p:spPr bwMode="auto">
            <a:xfrm>
              <a:off x="1003" y="1876"/>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2" name="Rectangle 314"/>
            <p:cNvSpPr>
              <a:spLocks noChangeArrowheads="1"/>
            </p:cNvSpPr>
            <p:nvPr/>
          </p:nvSpPr>
          <p:spPr bwMode="auto">
            <a:xfrm>
              <a:off x="1024" y="187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3" name="Rectangle 315"/>
            <p:cNvSpPr>
              <a:spLocks noChangeArrowheads="1"/>
            </p:cNvSpPr>
            <p:nvPr/>
          </p:nvSpPr>
          <p:spPr bwMode="auto">
            <a:xfrm>
              <a:off x="1045" y="1876"/>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4" name="Rectangle 316"/>
            <p:cNvSpPr>
              <a:spLocks noChangeArrowheads="1"/>
            </p:cNvSpPr>
            <p:nvPr/>
          </p:nvSpPr>
          <p:spPr bwMode="auto">
            <a:xfrm>
              <a:off x="1070" y="187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5" name="Rectangle 317"/>
            <p:cNvSpPr>
              <a:spLocks noChangeArrowheads="1"/>
            </p:cNvSpPr>
            <p:nvPr/>
          </p:nvSpPr>
          <p:spPr bwMode="auto">
            <a:xfrm>
              <a:off x="1091" y="1876"/>
              <a:ext cx="26"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6" name="Rectangle 318"/>
            <p:cNvSpPr>
              <a:spLocks noChangeArrowheads="1"/>
            </p:cNvSpPr>
            <p:nvPr/>
          </p:nvSpPr>
          <p:spPr bwMode="auto">
            <a:xfrm>
              <a:off x="1117" y="1876"/>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7" name="Rectangle 319"/>
            <p:cNvSpPr>
              <a:spLocks noChangeArrowheads="1"/>
            </p:cNvSpPr>
            <p:nvPr/>
          </p:nvSpPr>
          <p:spPr bwMode="auto">
            <a:xfrm>
              <a:off x="1138" y="187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8" name="Rectangle 320"/>
            <p:cNvSpPr>
              <a:spLocks noChangeArrowheads="1"/>
            </p:cNvSpPr>
            <p:nvPr/>
          </p:nvSpPr>
          <p:spPr bwMode="auto">
            <a:xfrm>
              <a:off x="1159" y="1876"/>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69" name="Rectangle 321"/>
            <p:cNvSpPr>
              <a:spLocks noChangeArrowheads="1"/>
            </p:cNvSpPr>
            <p:nvPr/>
          </p:nvSpPr>
          <p:spPr bwMode="auto">
            <a:xfrm>
              <a:off x="1184" y="187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0" name="Rectangle 322"/>
            <p:cNvSpPr>
              <a:spLocks noChangeArrowheads="1"/>
            </p:cNvSpPr>
            <p:nvPr/>
          </p:nvSpPr>
          <p:spPr bwMode="auto">
            <a:xfrm>
              <a:off x="1205" y="1876"/>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1" name="Rectangle 323"/>
            <p:cNvSpPr>
              <a:spLocks noChangeArrowheads="1"/>
            </p:cNvSpPr>
            <p:nvPr/>
          </p:nvSpPr>
          <p:spPr bwMode="auto">
            <a:xfrm>
              <a:off x="1230" y="1876"/>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2" name="Rectangle 324"/>
            <p:cNvSpPr>
              <a:spLocks noChangeArrowheads="1"/>
            </p:cNvSpPr>
            <p:nvPr/>
          </p:nvSpPr>
          <p:spPr bwMode="auto">
            <a:xfrm>
              <a:off x="1251" y="187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3" name="Rectangle 325"/>
            <p:cNvSpPr>
              <a:spLocks noChangeArrowheads="1"/>
            </p:cNvSpPr>
            <p:nvPr/>
          </p:nvSpPr>
          <p:spPr bwMode="auto">
            <a:xfrm>
              <a:off x="1272" y="1876"/>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4" name="Rectangle 326"/>
            <p:cNvSpPr>
              <a:spLocks noChangeArrowheads="1"/>
            </p:cNvSpPr>
            <p:nvPr/>
          </p:nvSpPr>
          <p:spPr bwMode="auto">
            <a:xfrm>
              <a:off x="1298" y="187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5" name="Rectangle 327"/>
            <p:cNvSpPr>
              <a:spLocks noChangeArrowheads="1"/>
            </p:cNvSpPr>
            <p:nvPr/>
          </p:nvSpPr>
          <p:spPr bwMode="auto">
            <a:xfrm>
              <a:off x="1319" y="187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6" name="Rectangle 328"/>
            <p:cNvSpPr>
              <a:spLocks noChangeArrowheads="1"/>
            </p:cNvSpPr>
            <p:nvPr/>
          </p:nvSpPr>
          <p:spPr bwMode="auto">
            <a:xfrm>
              <a:off x="1344" y="187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7" name="Rectangle 329"/>
            <p:cNvSpPr>
              <a:spLocks noChangeArrowheads="1"/>
            </p:cNvSpPr>
            <p:nvPr/>
          </p:nvSpPr>
          <p:spPr bwMode="auto">
            <a:xfrm>
              <a:off x="1365" y="1876"/>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8" name="Rectangle 330"/>
            <p:cNvSpPr>
              <a:spLocks noChangeArrowheads="1"/>
            </p:cNvSpPr>
            <p:nvPr/>
          </p:nvSpPr>
          <p:spPr bwMode="auto">
            <a:xfrm>
              <a:off x="1390" y="1876"/>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79" name="Rectangle 331"/>
            <p:cNvSpPr>
              <a:spLocks noChangeArrowheads="1"/>
            </p:cNvSpPr>
            <p:nvPr/>
          </p:nvSpPr>
          <p:spPr bwMode="auto">
            <a:xfrm>
              <a:off x="1411" y="1876"/>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0" name="Rectangle 332"/>
            <p:cNvSpPr>
              <a:spLocks noChangeArrowheads="1"/>
            </p:cNvSpPr>
            <p:nvPr/>
          </p:nvSpPr>
          <p:spPr bwMode="auto">
            <a:xfrm>
              <a:off x="1432" y="1876"/>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1" name="Rectangle 333"/>
            <p:cNvSpPr>
              <a:spLocks noChangeArrowheads="1"/>
            </p:cNvSpPr>
            <p:nvPr/>
          </p:nvSpPr>
          <p:spPr bwMode="auto">
            <a:xfrm>
              <a:off x="1457" y="187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2" name="Rectangle 334"/>
            <p:cNvSpPr>
              <a:spLocks noChangeArrowheads="1"/>
            </p:cNvSpPr>
            <p:nvPr/>
          </p:nvSpPr>
          <p:spPr bwMode="auto">
            <a:xfrm>
              <a:off x="1478" y="1876"/>
              <a:ext cx="26"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3" name="Rectangle 335"/>
            <p:cNvSpPr>
              <a:spLocks noChangeArrowheads="1"/>
            </p:cNvSpPr>
            <p:nvPr/>
          </p:nvSpPr>
          <p:spPr bwMode="auto">
            <a:xfrm>
              <a:off x="1504" y="187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4" name="Rectangle 336"/>
            <p:cNvSpPr>
              <a:spLocks noChangeArrowheads="1"/>
            </p:cNvSpPr>
            <p:nvPr/>
          </p:nvSpPr>
          <p:spPr bwMode="auto">
            <a:xfrm>
              <a:off x="1525" y="187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5" name="Rectangle 337"/>
            <p:cNvSpPr>
              <a:spLocks noChangeArrowheads="1"/>
            </p:cNvSpPr>
            <p:nvPr/>
          </p:nvSpPr>
          <p:spPr bwMode="auto">
            <a:xfrm>
              <a:off x="1546" y="187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6" name="Rectangle 338"/>
            <p:cNvSpPr>
              <a:spLocks noChangeArrowheads="1"/>
            </p:cNvSpPr>
            <p:nvPr/>
          </p:nvSpPr>
          <p:spPr bwMode="auto">
            <a:xfrm>
              <a:off x="1571" y="187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7" name="Rectangle 339"/>
            <p:cNvSpPr>
              <a:spLocks noChangeArrowheads="1"/>
            </p:cNvSpPr>
            <p:nvPr/>
          </p:nvSpPr>
          <p:spPr bwMode="auto">
            <a:xfrm>
              <a:off x="1592" y="1876"/>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8" name="Rectangle 340"/>
            <p:cNvSpPr>
              <a:spLocks noChangeArrowheads="1"/>
            </p:cNvSpPr>
            <p:nvPr/>
          </p:nvSpPr>
          <p:spPr bwMode="auto">
            <a:xfrm>
              <a:off x="1617" y="187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89" name="Rectangle 341"/>
            <p:cNvSpPr>
              <a:spLocks noChangeArrowheads="1"/>
            </p:cNvSpPr>
            <p:nvPr/>
          </p:nvSpPr>
          <p:spPr bwMode="auto">
            <a:xfrm>
              <a:off x="1638" y="187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0" name="Rectangle 342"/>
            <p:cNvSpPr>
              <a:spLocks noChangeArrowheads="1"/>
            </p:cNvSpPr>
            <p:nvPr/>
          </p:nvSpPr>
          <p:spPr bwMode="auto">
            <a:xfrm>
              <a:off x="1659" y="1876"/>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1" name="Rectangle 343"/>
            <p:cNvSpPr>
              <a:spLocks noChangeArrowheads="1"/>
            </p:cNvSpPr>
            <p:nvPr/>
          </p:nvSpPr>
          <p:spPr bwMode="auto">
            <a:xfrm>
              <a:off x="1685" y="187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2" name="Rectangle 344"/>
            <p:cNvSpPr>
              <a:spLocks noChangeArrowheads="1"/>
            </p:cNvSpPr>
            <p:nvPr/>
          </p:nvSpPr>
          <p:spPr bwMode="auto">
            <a:xfrm>
              <a:off x="1706" y="187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3" name="Rectangle 345"/>
            <p:cNvSpPr>
              <a:spLocks noChangeArrowheads="1"/>
            </p:cNvSpPr>
            <p:nvPr/>
          </p:nvSpPr>
          <p:spPr bwMode="auto">
            <a:xfrm>
              <a:off x="1731" y="187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4" name="Rectangle 346"/>
            <p:cNvSpPr>
              <a:spLocks noChangeArrowheads="1"/>
            </p:cNvSpPr>
            <p:nvPr/>
          </p:nvSpPr>
          <p:spPr bwMode="auto">
            <a:xfrm>
              <a:off x="1752" y="187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5" name="Rectangle 347"/>
            <p:cNvSpPr>
              <a:spLocks noChangeArrowheads="1"/>
            </p:cNvSpPr>
            <p:nvPr/>
          </p:nvSpPr>
          <p:spPr bwMode="auto">
            <a:xfrm>
              <a:off x="1773" y="187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6" name="Rectangle 348"/>
            <p:cNvSpPr>
              <a:spLocks noChangeArrowheads="1"/>
            </p:cNvSpPr>
            <p:nvPr/>
          </p:nvSpPr>
          <p:spPr bwMode="auto">
            <a:xfrm>
              <a:off x="1798" y="187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7" name="Rectangle 349"/>
            <p:cNvSpPr>
              <a:spLocks noChangeArrowheads="1"/>
            </p:cNvSpPr>
            <p:nvPr/>
          </p:nvSpPr>
          <p:spPr bwMode="auto">
            <a:xfrm>
              <a:off x="1819" y="187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8" name="Rectangle 350"/>
            <p:cNvSpPr>
              <a:spLocks noChangeArrowheads="1"/>
            </p:cNvSpPr>
            <p:nvPr/>
          </p:nvSpPr>
          <p:spPr bwMode="auto">
            <a:xfrm>
              <a:off x="1844" y="187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99" name="Rectangle 351"/>
            <p:cNvSpPr>
              <a:spLocks noChangeArrowheads="1"/>
            </p:cNvSpPr>
            <p:nvPr/>
          </p:nvSpPr>
          <p:spPr bwMode="auto">
            <a:xfrm>
              <a:off x="1865" y="187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0" name="Rectangle 352"/>
            <p:cNvSpPr>
              <a:spLocks noChangeArrowheads="1"/>
            </p:cNvSpPr>
            <p:nvPr/>
          </p:nvSpPr>
          <p:spPr bwMode="auto">
            <a:xfrm>
              <a:off x="1886" y="1876"/>
              <a:ext cx="26"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1" name="Rectangle 353"/>
            <p:cNvSpPr>
              <a:spLocks noChangeArrowheads="1"/>
            </p:cNvSpPr>
            <p:nvPr/>
          </p:nvSpPr>
          <p:spPr bwMode="auto">
            <a:xfrm>
              <a:off x="1912" y="187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2" name="Rectangle 354"/>
            <p:cNvSpPr>
              <a:spLocks noChangeArrowheads="1"/>
            </p:cNvSpPr>
            <p:nvPr/>
          </p:nvSpPr>
          <p:spPr bwMode="auto">
            <a:xfrm>
              <a:off x="1933" y="187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3" name="Rectangle 355"/>
            <p:cNvSpPr>
              <a:spLocks noChangeArrowheads="1"/>
            </p:cNvSpPr>
            <p:nvPr/>
          </p:nvSpPr>
          <p:spPr bwMode="auto">
            <a:xfrm>
              <a:off x="1958" y="187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4" name="Rectangle 356"/>
            <p:cNvSpPr>
              <a:spLocks noChangeArrowheads="1"/>
            </p:cNvSpPr>
            <p:nvPr/>
          </p:nvSpPr>
          <p:spPr bwMode="auto">
            <a:xfrm>
              <a:off x="1979" y="187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5" name="Rectangle 357"/>
            <p:cNvSpPr>
              <a:spLocks noChangeArrowheads="1"/>
            </p:cNvSpPr>
            <p:nvPr/>
          </p:nvSpPr>
          <p:spPr bwMode="auto">
            <a:xfrm>
              <a:off x="2000" y="1876"/>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6" name="Rectangle 358"/>
            <p:cNvSpPr>
              <a:spLocks noChangeArrowheads="1"/>
            </p:cNvSpPr>
            <p:nvPr/>
          </p:nvSpPr>
          <p:spPr bwMode="auto">
            <a:xfrm>
              <a:off x="2025" y="187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7" name="Rectangle 359"/>
            <p:cNvSpPr>
              <a:spLocks noChangeArrowheads="1"/>
            </p:cNvSpPr>
            <p:nvPr/>
          </p:nvSpPr>
          <p:spPr bwMode="auto">
            <a:xfrm>
              <a:off x="2046" y="1876"/>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8" name="Rectangle 360"/>
            <p:cNvSpPr>
              <a:spLocks noChangeArrowheads="1"/>
            </p:cNvSpPr>
            <p:nvPr/>
          </p:nvSpPr>
          <p:spPr bwMode="auto">
            <a:xfrm>
              <a:off x="2071" y="1876"/>
              <a:ext cx="22"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09" name="Rectangle 361"/>
            <p:cNvSpPr>
              <a:spLocks noChangeArrowheads="1"/>
            </p:cNvSpPr>
            <p:nvPr/>
          </p:nvSpPr>
          <p:spPr bwMode="auto">
            <a:xfrm>
              <a:off x="2093" y="1876"/>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0" name="Rectangle 362"/>
            <p:cNvSpPr>
              <a:spLocks noChangeArrowheads="1"/>
            </p:cNvSpPr>
            <p:nvPr/>
          </p:nvSpPr>
          <p:spPr bwMode="auto">
            <a:xfrm>
              <a:off x="2118" y="1876"/>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1" name="Rectangle 363"/>
            <p:cNvSpPr>
              <a:spLocks noChangeArrowheads="1"/>
            </p:cNvSpPr>
            <p:nvPr/>
          </p:nvSpPr>
          <p:spPr bwMode="auto">
            <a:xfrm>
              <a:off x="2139" y="187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2" name="Rectangle 364"/>
            <p:cNvSpPr>
              <a:spLocks noChangeArrowheads="1"/>
            </p:cNvSpPr>
            <p:nvPr/>
          </p:nvSpPr>
          <p:spPr bwMode="auto">
            <a:xfrm>
              <a:off x="2160" y="187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3" name="Rectangle 365"/>
            <p:cNvSpPr>
              <a:spLocks noChangeArrowheads="1"/>
            </p:cNvSpPr>
            <p:nvPr/>
          </p:nvSpPr>
          <p:spPr bwMode="auto">
            <a:xfrm>
              <a:off x="2185" y="187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4" name="Rectangle 366"/>
            <p:cNvSpPr>
              <a:spLocks noChangeArrowheads="1"/>
            </p:cNvSpPr>
            <p:nvPr/>
          </p:nvSpPr>
          <p:spPr bwMode="auto">
            <a:xfrm>
              <a:off x="2206" y="1876"/>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5" name="Rectangle 367"/>
            <p:cNvSpPr>
              <a:spLocks noChangeArrowheads="1"/>
            </p:cNvSpPr>
            <p:nvPr/>
          </p:nvSpPr>
          <p:spPr bwMode="auto">
            <a:xfrm>
              <a:off x="2231" y="187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6" name="Rectangle 368"/>
            <p:cNvSpPr>
              <a:spLocks noChangeArrowheads="1"/>
            </p:cNvSpPr>
            <p:nvPr/>
          </p:nvSpPr>
          <p:spPr bwMode="auto">
            <a:xfrm>
              <a:off x="2252" y="1876"/>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7" name="Rectangle 369"/>
            <p:cNvSpPr>
              <a:spLocks noChangeArrowheads="1"/>
            </p:cNvSpPr>
            <p:nvPr/>
          </p:nvSpPr>
          <p:spPr bwMode="auto">
            <a:xfrm>
              <a:off x="2273" y="1876"/>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8" name="Rectangle 370"/>
            <p:cNvSpPr>
              <a:spLocks noChangeArrowheads="1"/>
            </p:cNvSpPr>
            <p:nvPr/>
          </p:nvSpPr>
          <p:spPr bwMode="auto">
            <a:xfrm>
              <a:off x="2299" y="187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19" name="Rectangle 371"/>
            <p:cNvSpPr>
              <a:spLocks noChangeArrowheads="1"/>
            </p:cNvSpPr>
            <p:nvPr/>
          </p:nvSpPr>
          <p:spPr bwMode="auto">
            <a:xfrm>
              <a:off x="2320" y="1876"/>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0" name="Rectangle 372"/>
            <p:cNvSpPr>
              <a:spLocks noChangeArrowheads="1"/>
            </p:cNvSpPr>
            <p:nvPr/>
          </p:nvSpPr>
          <p:spPr bwMode="auto">
            <a:xfrm>
              <a:off x="2345" y="187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1" name="Rectangle 373"/>
            <p:cNvSpPr>
              <a:spLocks noChangeArrowheads="1"/>
            </p:cNvSpPr>
            <p:nvPr/>
          </p:nvSpPr>
          <p:spPr bwMode="auto">
            <a:xfrm>
              <a:off x="2366" y="1876"/>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2" name="Rectangle 374"/>
            <p:cNvSpPr>
              <a:spLocks noChangeArrowheads="1"/>
            </p:cNvSpPr>
            <p:nvPr/>
          </p:nvSpPr>
          <p:spPr bwMode="auto">
            <a:xfrm>
              <a:off x="2387" y="1876"/>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3" name="Rectangle 375"/>
            <p:cNvSpPr>
              <a:spLocks noChangeArrowheads="1"/>
            </p:cNvSpPr>
            <p:nvPr/>
          </p:nvSpPr>
          <p:spPr bwMode="auto">
            <a:xfrm>
              <a:off x="2412" y="187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4" name="Rectangle 376"/>
            <p:cNvSpPr>
              <a:spLocks noChangeArrowheads="1"/>
            </p:cNvSpPr>
            <p:nvPr/>
          </p:nvSpPr>
          <p:spPr bwMode="auto">
            <a:xfrm>
              <a:off x="2433" y="1876"/>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5" name="Rectangle 377"/>
            <p:cNvSpPr>
              <a:spLocks noChangeArrowheads="1"/>
            </p:cNvSpPr>
            <p:nvPr/>
          </p:nvSpPr>
          <p:spPr bwMode="auto">
            <a:xfrm>
              <a:off x="2458" y="187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6" name="Rectangle 378"/>
            <p:cNvSpPr>
              <a:spLocks noChangeArrowheads="1"/>
            </p:cNvSpPr>
            <p:nvPr/>
          </p:nvSpPr>
          <p:spPr bwMode="auto">
            <a:xfrm>
              <a:off x="2479" y="1876"/>
              <a:ext cx="22"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7" name="Rectangle 379"/>
            <p:cNvSpPr>
              <a:spLocks noChangeArrowheads="1"/>
            </p:cNvSpPr>
            <p:nvPr/>
          </p:nvSpPr>
          <p:spPr bwMode="auto">
            <a:xfrm>
              <a:off x="2501" y="187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8" name="Rectangle 380"/>
            <p:cNvSpPr>
              <a:spLocks noChangeArrowheads="1"/>
            </p:cNvSpPr>
            <p:nvPr/>
          </p:nvSpPr>
          <p:spPr bwMode="auto">
            <a:xfrm>
              <a:off x="2526" y="187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29" name="Rectangle 381"/>
            <p:cNvSpPr>
              <a:spLocks noChangeArrowheads="1"/>
            </p:cNvSpPr>
            <p:nvPr/>
          </p:nvSpPr>
          <p:spPr bwMode="auto">
            <a:xfrm>
              <a:off x="2547" y="1876"/>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0" name="Rectangle 382"/>
            <p:cNvSpPr>
              <a:spLocks noChangeArrowheads="1"/>
            </p:cNvSpPr>
            <p:nvPr/>
          </p:nvSpPr>
          <p:spPr bwMode="auto">
            <a:xfrm>
              <a:off x="2572" y="187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1" name="Rectangle 383"/>
            <p:cNvSpPr>
              <a:spLocks noChangeArrowheads="1"/>
            </p:cNvSpPr>
            <p:nvPr/>
          </p:nvSpPr>
          <p:spPr bwMode="auto">
            <a:xfrm>
              <a:off x="2593" y="187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2" name="Rectangle 384"/>
            <p:cNvSpPr>
              <a:spLocks noChangeArrowheads="1"/>
            </p:cNvSpPr>
            <p:nvPr/>
          </p:nvSpPr>
          <p:spPr bwMode="auto">
            <a:xfrm>
              <a:off x="2614" y="1876"/>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3" name="Rectangle 385"/>
            <p:cNvSpPr>
              <a:spLocks noChangeArrowheads="1"/>
            </p:cNvSpPr>
            <p:nvPr/>
          </p:nvSpPr>
          <p:spPr bwMode="auto">
            <a:xfrm>
              <a:off x="2639" y="187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4" name="Rectangle 386"/>
            <p:cNvSpPr>
              <a:spLocks noChangeArrowheads="1"/>
            </p:cNvSpPr>
            <p:nvPr/>
          </p:nvSpPr>
          <p:spPr bwMode="auto">
            <a:xfrm>
              <a:off x="2660" y="1876"/>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5" name="Rectangle 387"/>
            <p:cNvSpPr>
              <a:spLocks noChangeArrowheads="1"/>
            </p:cNvSpPr>
            <p:nvPr/>
          </p:nvSpPr>
          <p:spPr bwMode="auto">
            <a:xfrm>
              <a:off x="2686" y="187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6" name="Rectangle 388"/>
            <p:cNvSpPr>
              <a:spLocks noChangeArrowheads="1"/>
            </p:cNvSpPr>
            <p:nvPr/>
          </p:nvSpPr>
          <p:spPr bwMode="auto">
            <a:xfrm>
              <a:off x="2707" y="1876"/>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7" name="Rectangle 389"/>
            <p:cNvSpPr>
              <a:spLocks noChangeArrowheads="1"/>
            </p:cNvSpPr>
            <p:nvPr/>
          </p:nvSpPr>
          <p:spPr bwMode="auto">
            <a:xfrm>
              <a:off x="2728" y="187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8" name="Rectangle 390"/>
            <p:cNvSpPr>
              <a:spLocks noChangeArrowheads="1"/>
            </p:cNvSpPr>
            <p:nvPr/>
          </p:nvSpPr>
          <p:spPr bwMode="auto">
            <a:xfrm>
              <a:off x="2753" y="187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39" name="Rectangle 391"/>
            <p:cNvSpPr>
              <a:spLocks noChangeArrowheads="1"/>
            </p:cNvSpPr>
            <p:nvPr/>
          </p:nvSpPr>
          <p:spPr bwMode="auto">
            <a:xfrm>
              <a:off x="2774" y="1876"/>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0" name="Rectangle 392"/>
            <p:cNvSpPr>
              <a:spLocks noChangeArrowheads="1"/>
            </p:cNvSpPr>
            <p:nvPr/>
          </p:nvSpPr>
          <p:spPr bwMode="auto">
            <a:xfrm>
              <a:off x="2799" y="187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1" name="Rectangle 393"/>
            <p:cNvSpPr>
              <a:spLocks noChangeArrowheads="1"/>
            </p:cNvSpPr>
            <p:nvPr/>
          </p:nvSpPr>
          <p:spPr bwMode="auto">
            <a:xfrm>
              <a:off x="2820" y="1876"/>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2" name="Rectangle 394"/>
            <p:cNvSpPr>
              <a:spLocks noChangeArrowheads="1"/>
            </p:cNvSpPr>
            <p:nvPr/>
          </p:nvSpPr>
          <p:spPr bwMode="auto">
            <a:xfrm>
              <a:off x="2845" y="1876"/>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3" name="Rectangle 395"/>
            <p:cNvSpPr>
              <a:spLocks noChangeArrowheads="1"/>
            </p:cNvSpPr>
            <p:nvPr/>
          </p:nvSpPr>
          <p:spPr bwMode="auto">
            <a:xfrm>
              <a:off x="2866" y="187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4" name="Rectangle 396"/>
            <p:cNvSpPr>
              <a:spLocks noChangeArrowheads="1"/>
            </p:cNvSpPr>
            <p:nvPr/>
          </p:nvSpPr>
          <p:spPr bwMode="auto">
            <a:xfrm>
              <a:off x="2887" y="1876"/>
              <a:ext cx="26"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5" name="Rectangle 397"/>
            <p:cNvSpPr>
              <a:spLocks noChangeArrowheads="1"/>
            </p:cNvSpPr>
            <p:nvPr/>
          </p:nvSpPr>
          <p:spPr bwMode="auto">
            <a:xfrm>
              <a:off x="2913" y="187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6" name="Rectangle 398"/>
            <p:cNvSpPr>
              <a:spLocks noChangeArrowheads="1"/>
            </p:cNvSpPr>
            <p:nvPr/>
          </p:nvSpPr>
          <p:spPr bwMode="auto">
            <a:xfrm>
              <a:off x="2934" y="187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7" name="Rectangle 399"/>
            <p:cNvSpPr>
              <a:spLocks noChangeArrowheads="1"/>
            </p:cNvSpPr>
            <p:nvPr/>
          </p:nvSpPr>
          <p:spPr bwMode="auto">
            <a:xfrm>
              <a:off x="2959" y="187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8" name="Rectangle 400"/>
            <p:cNvSpPr>
              <a:spLocks noChangeArrowheads="1"/>
            </p:cNvSpPr>
            <p:nvPr/>
          </p:nvSpPr>
          <p:spPr bwMode="auto">
            <a:xfrm>
              <a:off x="2980" y="187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49" name="Rectangle 401"/>
            <p:cNvSpPr>
              <a:spLocks noChangeArrowheads="1"/>
            </p:cNvSpPr>
            <p:nvPr/>
          </p:nvSpPr>
          <p:spPr bwMode="auto">
            <a:xfrm>
              <a:off x="3001" y="1876"/>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0" name="Rectangle 402"/>
            <p:cNvSpPr>
              <a:spLocks noChangeArrowheads="1"/>
            </p:cNvSpPr>
            <p:nvPr/>
          </p:nvSpPr>
          <p:spPr bwMode="auto">
            <a:xfrm>
              <a:off x="3026" y="187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1" name="Rectangle 403"/>
            <p:cNvSpPr>
              <a:spLocks noChangeArrowheads="1"/>
            </p:cNvSpPr>
            <p:nvPr/>
          </p:nvSpPr>
          <p:spPr bwMode="auto">
            <a:xfrm>
              <a:off x="3047" y="1876"/>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2" name="Rectangle 404"/>
            <p:cNvSpPr>
              <a:spLocks noChangeArrowheads="1"/>
            </p:cNvSpPr>
            <p:nvPr/>
          </p:nvSpPr>
          <p:spPr bwMode="auto">
            <a:xfrm>
              <a:off x="3073" y="187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3" name="Rectangle 405"/>
            <p:cNvSpPr>
              <a:spLocks noChangeArrowheads="1"/>
            </p:cNvSpPr>
            <p:nvPr/>
          </p:nvSpPr>
          <p:spPr bwMode="auto">
            <a:xfrm>
              <a:off x="3094" y="187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4" name="Rectangle 406"/>
            <p:cNvSpPr>
              <a:spLocks noChangeArrowheads="1"/>
            </p:cNvSpPr>
            <p:nvPr/>
          </p:nvSpPr>
          <p:spPr bwMode="auto">
            <a:xfrm>
              <a:off x="3115" y="187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5" name="Rectangle 407"/>
            <p:cNvSpPr>
              <a:spLocks noChangeArrowheads="1"/>
            </p:cNvSpPr>
            <p:nvPr/>
          </p:nvSpPr>
          <p:spPr bwMode="auto">
            <a:xfrm>
              <a:off x="3140" y="187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6" name="Rectangle 408"/>
            <p:cNvSpPr>
              <a:spLocks noChangeArrowheads="1"/>
            </p:cNvSpPr>
            <p:nvPr/>
          </p:nvSpPr>
          <p:spPr bwMode="auto">
            <a:xfrm>
              <a:off x="3161" y="1876"/>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157" name="Rectangle 409"/>
            <p:cNvSpPr>
              <a:spLocks noChangeArrowheads="1"/>
            </p:cNvSpPr>
            <p:nvPr/>
          </p:nvSpPr>
          <p:spPr bwMode="auto">
            <a:xfrm>
              <a:off x="3186" y="187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09" name="Group 410"/>
          <p:cNvGrpSpPr/>
          <p:nvPr/>
        </p:nvGrpSpPr>
        <p:grpSpPr bwMode="auto">
          <a:xfrm>
            <a:off x="1012825" y="5302250"/>
            <a:ext cx="4619625" cy="166688"/>
            <a:chOff x="646" y="3247"/>
            <a:chExt cx="2910" cy="105"/>
          </a:xfrm>
        </p:grpSpPr>
        <p:sp>
          <p:nvSpPr>
            <p:cNvPr id="217902" name="Rectangle 411"/>
            <p:cNvSpPr>
              <a:spLocks noChangeArrowheads="1"/>
            </p:cNvSpPr>
            <p:nvPr/>
          </p:nvSpPr>
          <p:spPr bwMode="auto">
            <a:xfrm>
              <a:off x="646" y="3247"/>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3" name="Rectangle 412"/>
            <p:cNvSpPr>
              <a:spLocks noChangeArrowheads="1"/>
            </p:cNvSpPr>
            <p:nvPr/>
          </p:nvSpPr>
          <p:spPr bwMode="auto">
            <a:xfrm>
              <a:off x="667" y="3247"/>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4" name="Rectangle 413"/>
            <p:cNvSpPr>
              <a:spLocks noChangeArrowheads="1"/>
            </p:cNvSpPr>
            <p:nvPr/>
          </p:nvSpPr>
          <p:spPr bwMode="auto">
            <a:xfrm>
              <a:off x="692" y="3247"/>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5" name="Rectangle 414"/>
            <p:cNvSpPr>
              <a:spLocks noChangeArrowheads="1"/>
            </p:cNvSpPr>
            <p:nvPr/>
          </p:nvSpPr>
          <p:spPr bwMode="auto">
            <a:xfrm>
              <a:off x="713" y="3247"/>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6" name="Rectangle 415"/>
            <p:cNvSpPr>
              <a:spLocks noChangeArrowheads="1"/>
            </p:cNvSpPr>
            <p:nvPr/>
          </p:nvSpPr>
          <p:spPr bwMode="auto">
            <a:xfrm>
              <a:off x="738" y="3247"/>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7" name="Rectangle 416"/>
            <p:cNvSpPr>
              <a:spLocks noChangeArrowheads="1"/>
            </p:cNvSpPr>
            <p:nvPr/>
          </p:nvSpPr>
          <p:spPr bwMode="auto">
            <a:xfrm>
              <a:off x="759" y="3247"/>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8" name="Rectangle 417"/>
            <p:cNvSpPr>
              <a:spLocks noChangeArrowheads="1"/>
            </p:cNvSpPr>
            <p:nvPr/>
          </p:nvSpPr>
          <p:spPr bwMode="auto">
            <a:xfrm>
              <a:off x="780" y="3247"/>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9" name="Rectangle 418"/>
            <p:cNvSpPr>
              <a:spLocks noChangeArrowheads="1"/>
            </p:cNvSpPr>
            <p:nvPr/>
          </p:nvSpPr>
          <p:spPr bwMode="auto">
            <a:xfrm>
              <a:off x="805" y="3247"/>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0" name="Rectangle 419"/>
            <p:cNvSpPr>
              <a:spLocks noChangeArrowheads="1"/>
            </p:cNvSpPr>
            <p:nvPr/>
          </p:nvSpPr>
          <p:spPr bwMode="auto">
            <a:xfrm>
              <a:off x="826" y="3247"/>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1" name="Rectangle 420"/>
            <p:cNvSpPr>
              <a:spLocks noChangeArrowheads="1"/>
            </p:cNvSpPr>
            <p:nvPr/>
          </p:nvSpPr>
          <p:spPr bwMode="auto">
            <a:xfrm>
              <a:off x="852" y="3247"/>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2" name="Rectangle 421"/>
            <p:cNvSpPr>
              <a:spLocks noChangeArrowheads="1"/>
            </p:cNvSpPr>
            <p:nvPr/>
          </p:nvSpPr>
          <p:spPr bwMode="auto">
            <a:xfrm>
              <a:off x="873" y="3247"/>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3" name="Rectangle 422"/>
            <p:cNvSpPr>
              <a:spLocks noChangeArrowheads="1"/>
            </p:cNvSpPr>
            <p:nvPr/>
          </p:nvSpPr>
          <p:spPr bwMode="auto">
            <a:xfrm>
              <a:off x="894" y="3247"/>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4" name="Rectangle 423"/>
            <p:cNvSpPr>
              <a:spLocks noChangeArrowheads="1"/>
            </p:cNvSpPr>
            <p:nvPr/>
          </p:nvSpPr>
          <p:spPr bwMode="auto">
            <a:xfrm>
              <a:off x="919" y="3247"/>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5" name="Rectangle 424"/>
            <p:cNvSpPr>
              <a:spLocks noChangeArrowheads="1"/>
            </p:cNvSpPr>
            <p:nvPr/>
          </p:nvSpPr>
          <p:spPr bwMode="auto">
            <a:xfrm>
              <a:off x="940" y="3247"/>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6" name="Rectangle 425"/>
            <p:cNvSpPr>
              <a:spLocks noChangeArrowheads="1"/>
            </p:cNvSpPr>
            <p:nvPr/>
          </p:nvSpPr>
          <p:spPr bwMode="auto">
            <a:xfrm>
              <a:off x="965" y="3247"/>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7" name="Rectangle 426"/>
            <p:cNvSpPr>
              <a:spLocks noChangeArrowheads="1"/>
            </p:cNvSpPr>
            <p:nvPr/>
          </p:nvSpPr>
          <p:spPr bwMode="auto">
            <a:xfrm>
              <a:off x="986" y="3247"/>
              <a:ext cx="26"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8" name="Rectangle 427"/>
            <p:cNvSpPr>
              <a:spLocks noChangeArrowheads="1"/>
            </p:cNvSpPr>
            <p:nvPr/>
          </p:nvSpPr>
          <p:spPr bwMode="auto">
            <a:xfrm>
              <a:off x="1012" y="3247"/>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19" name="Rectangle 428"/>
            <p:cNvSpPr>
              <a:spLocks noChangeArrowheads="1"/>
            </p:cNvSpPr>
            <p:nvPr/>
          </p:nvSpPr>
          <p:spPr bwMode="auto">
            <a:xfrm>
              <a:off x="1033" y="3247"/>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0" name="Rectangle 429"/>
            <p:cNvSpPr>
              <a:spLocks noChangeArrowheads="1"/>
            </p:cNvSpPr>
            <p:nvPr/>
          </p:nvSpPr>
          <p:spPr bwMode="auto">
            <a:xfrm>
              <a:off x="1054" y="3247"/>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1" name="Rectangle 430"/>
            <p:cNvSpPr>
              <a:spLocks noChangeArrowheads="1"/>
            </p:cNvSpPr>
            <p:nvPr/>
          </p:nvSpPr>
          <p:spPr bwMode="auto">
            <a:xfrm>
              <a:off x="1079" y="3247"/>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2" name="Rectangle 431"/>
            <p:cNvSpPr>
              <a:spLocks noChangeArrowheads="1"/>
            </p:cNvSpPr>
            <p:nvPr/>
          </p:nvSpPr>
          <p:spPr bwMode="auto">
            <a:xfrm>
              <a:off x="1100" y="3247"/>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3" name="Rectangle 432"/>
            <p:cNvSpPr>
              <a:spLocks noChangeArrowheads="1"/>
            </p:cNvSpPr>
            <p:nvPr/>
          </p:nvSpPr>
          <p:spPr bwMode="auto">
            <a:xfrm>
              <a:off x="1125" y="3247"/>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4" name="Rectangle 433"/>
            <p:cNvSpPr>
              <a:spLocks noChangeArrowheads="1"/>
            </p:cNvSpPr>
            <p:nvPr/>
          </p:nvSpPr>
          <p:spPr bwMode="auto">
            <a:xfrm>
              <a:off x="1146" y="3247"/>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5" name="Rectangle 434"/>
            <p:cNvSpPr>
              <a:spLocks noChangeArrowheads="1"/>
            </p:cNvSpPr>
            <p:nvPr/>
          </p:nvSpPr>
          <p:spPr bwMode="auto">
            <a:xfrm>
              <a:off x="1167" y="3247"/>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6" name="Rectangle 435"/>
            <p:cNvSpPr>
              <a:spLocks noChangeArrowheads="1"/>
            </p:cNvSpPr>
            <p:nvPr/>
          </p:nvSpPr>
          <p:spPr bwMode="auto">
            <a:xfrm>
              <a:off x="1192" y="3247"/>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7" name="Rectangle 436"/>
            <p:cNvSpPr>
              <a:spLocks noChangeArrowheads="1"/>
            </p:cNvSpPr>
            <p:nvPr/>
          </p:nvSpPr>
          <p:spPr bwMode="auto">
            <a:xfrm>
              <a:off x="1213" y="3247"/>
              <a:ext cx="26"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8" name="Rectangle 437"/>
            <p:cNvSpPr>
              <a:spLocks noChangeArrowheads="1"/>
            </p:cNvSpPr>
            <p:nvPr/>
          </p:nvSpPr>
          <p:spPr bwMode="auto">
            <a:xfrm>
              <a:off x="1239" y="3247"/>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29" name="Rectangle 438"/>
            <p:cNvSpPr>
              <a:spLocks noChangeArrowheads="1"/>
            </p:cNvSpPr>
            <p:nvPr/>
          </p:nvSpPr>
          <p:spPr bwMode="auto">
            <a:xfrm>
              <a:off x="1260" y="3247"/>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0" name="Rectangle 439"/>
            <p:cNvSpPr>
              <a:spLocks noChangeArrowheads="1"/>
            </p:cNvSpPr>
            <p:nvPr/>
          </p:nvSpPr>
          <p:spPr bwMode="auto">
            <a:xfrm>
              <a:off x="1281" y="3247"/>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1" name="Rectangle 440"/>
            <p:cNvSpPr>
              <a:spLocks noChangeArrowheads="1"/>
            </p:cNvSpPr>
            <p:nvPr/>
          </p:nvSpPr>
          <p:spPr bwMode="auto">
            <a:xfrm>
              <a:off x="1306" y="3247"/>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2" name="Rectangle 441"/>
            <p:cNvSpPr>
              <a:spLocks noChangeArrowheads="1"/>
            </p:cNvSpPr>
            <p:nvPr/>
          </p:nvSpPr>
          <p:spPr bwMode="auto">
            <a:xfrm>
              <a:off x="1327" y="3247"/>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3" name="Rectangle 442"/>
            <p:cNvSpPr>
              <a:spLocks noChangeArrowheads="1"/>
            </p:cNvSpPr>
            <p:nvPr/>
          </p:nvSpPr>
          <p:spPr bwMode="auto">
            <a:xfrm>
              <a:off x="1352" y="3247"/>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4" name="Rectangle 443"/>
            <p:cNvSpPr>
              <a:spLocks noChangeArrowheads="1"/>
            </p:cNvSpPr>
            <p:nvPr/>
          </p:nvSpPr>
          <p:spPr bwMode="auto">
            <a:xfrm>
              <a:off x="1373" y="3247"/>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5" name="Rectangle 444"/>
            <p:cNvSpPr>
              <a:spLocks noChangeArrowheads="1"/>
            </p:cNvSpPr>
            <p:nvPr/>
          </p:nvSpPr>
          <p:spPr bwMode="auto">
            <a:xfrm>
              <a:off x="1394" y="3247"/>
              <a:ext cx="26"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6" name="Rectangle 445"/>
            <p:cNvSpPr>
              <a:spLocks noChangeArrowheads="1"/>
            </p:cNvSpPr>
            <p:nvPr/>
          </p:nvSpPr>
          <p:spPr bwMode="auto">
            <a:xfrm>
              <a:off x="1420" y="3247"/>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7" name="Rectangle 446"/>
            <p:cNvSpPr>
              <a:spLocks noChangeArrowheads="1"/>
            </p:cNvSpPr>
            <p:nvPr/>
          </p:nvSpPr>
          <p:spPr bwMode="auto">
            <a:xfrm>
              <a:off x="1441" y="3247"/>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8" name="Rectangle 447"/>
            <p:cNvSpPr>
              <a:spLocks noChangeArrowheads="1"/>
            </p:cNvSpPr>
            <p:nvPr/>
          </p:nvSpPr>
          <p:spPr bwMode="auto">
            <a:xfrm>
              <a:off x="1466" y="3247"/>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39" name="Rectangle 448"/>
            <p:cNvSpPr>
              <a:spLocks noChangeArrowheads="1"/>
            </p:cNvSpPr>
            <p:nvPr/>
          </p:nvSpPr>
          <p:spPr bwMode="auto">
            <a:xfrm>
              <a:off x="1487" y="3247"/>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0" name="Rectangle 449"/>
            <p:cNvSpPr>
              <a:spLocks noChangeArrowheads="1"/>
            </p:cNvSpPr>
            <p:nvPr/>
          </p:nvSpPr>
          <p:spPr bwMode="auto">
            <a:xfrm>
              <a:off x="1508" y="3247"/>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1" name="Rectangle 450"/>
            <p:cNvSpPr>
              <a:spLocks noChangeArrowheads="1"/>
            </p:cNvSpPr>
            <p:nvPr/>
          </p:nvSpPr>
          <p:spPr bwMode="auto">
            <a:xfrm>
              <a:off x="1533" y="3247"/>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2" name="Rectangle 451"/>
            <p:cNvSpPr>
              <a:spLocks noChangeArrowheads="1"/>
            </p:cNvSpPr>
            <p:nvPr/>
          </p:nvSpPr>
          <p:spPr bwMode="auto">
            <a:xfrm>
              <a:off x="1554" y="3247"/>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3" name="Rectangle 452"/>
            <p:cNvSpPr>
              <a:spLocks noChangeArrowheads="1"/>
            </p:cNvSpPr>
            <p:nvPr/>
          </p:nvSpPr>
          <p:spPr bwMode="auto">
            <a:xfrm>
              <a:off x="1579" y="3247"/>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4" name="Rectangle 453"/>
            <p:cNvSpPr>
              <a:spLocks noChangeArrowheads="1"/>
            </p:cNvSpPr>
            <p:nvPr/>
          </p:nvSpPr>
          <p:spPr bwMode="auto">
            <a:xfrm>
              <a:off x="1600" y="3247"/>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5" name="Rectangle 454"/>
            <p:cNvSpPr>
              <a:spLocks noChangeArrowheads="1"/>
            </p:cNvSpPr>
            <p:nvPr/>
          </p:nvSpPr>
          <p:spPr bwMode="auto">
            <a:xfrm>
              <a:off x="1621" y="3247"/>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6" name="Rectangle 455"/>
            <p:cNvSpPr>
              <a:spLocks noChangeArrowheads="1"/>
            </p:cNvSpPr>
            <p:nvPr/>
          </p:nvSpPr>
          <p:spPr bwMode="auto">
            <a:xfrm>
              <a:off x="1647" y="3247"/>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7" name="Rectangle 456"/>
            <p:cNvSpPr>
              <a:spLocks noChangeArrowheads="1"/>
            </p:cNvSpPr>
            <p:nvPr/>
          </p:nvSpPr>
          <p:spPr bwMode="auto">
            <a:xfrm>
              <a:off x="1668" y="3247"/>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8" name="Rectangle 457"/>
            <p:cNvSpPr>
              <a:spLocks noChangeArrowheads="1"/>
            </p:cNvSpPr>
            <p:nvPr/>
          </p:nvSpPr>
          <p:spPr bwMode="auto">
            <a:xfrm>
              <a:off x="1693" y="3247"/>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49" name="Rectangle 458"/>
            <p:cNvSpPr>
              <a:spLocks noChangeArrowheads="1"/>
            </p:cNvSpPr>
            <p:nvPr/>
          </p:nvSpPr>
          <p:spPr bwMode="auto">
            <a:xfrm>
              <a:off x="1714" y="3247"/>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0" name="Rectangle 459"/>
            <p:cNvSpPr>
              <a:spLocks noChangeArrowheads="1"/>
            </p:cNvSpPr>
            <p:nvPr/>
          </p:nvSpPr>
          <p:spPr bwMode="auto">
            <a:xfrm>
              <a:off x="1739" y="3247"/>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1" name="Rectangle 460"/>
            <p:cNvSpPr>
              <a:spLocks noChangeArrowheads="1"/>
            </p:cNvSpPr>
            <p:nvPr/>
          </p:nvSpPr>
          <p:spPr bwMode="auto">
            <a:xfrm>
              <a:off x="1760" y="3247"/>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2" name="Rectangle 461"/>
            <p:cNvSpPr>
              <a:spLocks noChangeArrowheads="1"/>
            </p:cNvSpPr>
            <p:nvPr/>
          </p:nvSpPr>
          <p:spPr bwMode="auto">
            <a:xfrm>
              <a:off x="1781" y="3247"/>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3" name="Rectangle 462"/>
            <p:cNvSpPr>
              <a:spLocks noChangeArrowheads="1"/>
            </p:cNvSpPr>
            <p:nvPr/>
          </p:nvSpPr>
          <p:spPr bwMode="auto">
            <a:xfrm>
              <a:off x="1807" y="3247"/>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4" name="Rectangle 463"/>
            <p:cNvSpPr>
              <a:spLocks noChangeArrowheads="1"/>
            </p:cNvSpPr>
            <p:nvPr/>
          </p:nvSpPr>
          <p:spPr bwMode="auto">
            <a:xfrm>
              <a:off x="1828" y="3247"/>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5" name="Rectangle 464"/>
            <p:cNvSpPr>
              <a:spLocks noChangeArrowheads="1"/>
            </p:cNvSpPr>
            <p:nvPr/>
          </p:nvSpPr>
          <p:spPr bwMode="auto">
            <a:xfrm>
              <a:off x="1853" y="3247"/>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6" name="Rectangle 465"/>
            <p:cNvSpPr>
              <a:spLocks noChangeArrowheads="1"/>
            </p:cNvSpPr>
            <p:nvPr/>
          </p:nvSpPr>
          <p:spPr bwMode="auto">
            <a:xfrm>
              <a:off x="1874" y="3247"/>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7" name="Rectangle 466"/>
            <p:cNvSpPr>
              <a:spLocks noChangeArrowheads="1"/>
            </p:cNvSpPr>
            <p:nvPr/>
          </p:nvSpPr>
          <p:spPr bwMode="auto">
            <a:xfrm>
              <a:off x="1895" y="3247"/>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8" name="Rectangle 467"/>
            <p:cNvSpPr>
              <a:spLocks noChangeArrowheads="1"/>
            </p:cNvSpPr>
            <p:nvPr/>
          </p:nvSpPr>
          <p:spPr bwMode="auto">
            <a:xfrm>
              <a:off x="1920" y="3247"/>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59" name="Rectangle 468"/>
            <p:cNvSpPr>
              <a:spLocks noChangeArrowheads="1"/>
            </p:cNvSpPr>
            <p:nvPr/>
          </p:nvSpPr>
          <p:spPr bwMode="auto">
            <a:xfrm>
              <a:off x="1941" y="3247"/>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0" name="Rectangle 469"/>
            <p:cNvSpPr>
              <a:spLocks noChangeArrowheads="1"/>
            </p:cNvSpPr>
            <p:nvPr/>
          </p:nvSpPr>
          <p:spPr bwMode="auto">
            <a:xfrm>
              <a:off x="1966" y="3247"/>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1" name="Rectangle 470"/>
            <p:cNvSpPr>
              <a:spLocks noChangeArrowheads="1"/>
            </p:cNvSpPr>
            <p:nvPr/>
          </p:nvSpPr>
          <p:spPr bwMode="auto">
            <a:xfrm>
              <a:off x="1987" y="3247"/>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2" name="Rectangle 471"/>
            <p:cNvSpPr>
              <a:spLocks noChangeArrowheads="1"/>
            </p:cNvSpPr>
            <p:nvPr/>
          </p:nvSpPr>
          <p:spPr bwMode="auto">
            <a:xfrm>
              <a:off x="2008" y="3247"/>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3" name="Rectangle 472"/>
            <p:cNvSpPr>
              <a:spLocks noChangeArrowheads="1"/>
            </p:cNvSpPr>
            <p:nvPr/>
          </p:nvSpPr>
          <p:spPr bwMode="auto">
            <a:xfrm>
              <a:off x="2034" y="3247"/>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4" name="Rectangle 473"/>
            <p:cNvSpPr>
              <a:spLocks noChangeArrowheads="1"/>
            </p:cNvSpPr>
            <p:nvPr/>
          </p:nvSpPr>
          <p:spPr bwMode="auto">
            <a:xfrm>
              <a:off x="2055" y="3247"/>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5" name="Rectangle 474"/>
            <p:cNvSpPr>
              <a:spLocks noChangeArrowheads="1"/>
            </p:cNvSpPr>
            <p:nvPr/>
          </p:nvSpPr>
          <p:spPr bwMode="auto">
            <a:xfrm>
              <a:off x="2080" y="3247"/>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6" name="Rectangle 475"/>
            <p:cNvSpPr>
              <a:spLocks noChangeArrowheads="1"/>
            </p:cNvSpPr>
            <p:nvPr/>
          </p:nvSpPr>
          <p:spPr bwMode="auto">
            <a:xfrm>
              <a:off x="2101" y="3247"/>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7" name="Rectangle 476"/>
            <p:cNvSpPr>
              <a:spLocks noChangeArrowheads="1"/>
            </p:cNvSpPr>
            <p:nvPr/>
          </p:nvSpPr>
          <p:spPr bwMode="auto">
            <a:xfrm>
              <a:off x="2122" y="3247"/>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8" name="Rectangle 477"/>
            <p:cNvSpPr>
              <a:spLocks noChangeArrowheads="1"/>
            </p:cNvSpPr>
            <p:nvPr/>
          </p:nvSpPr>
          <p:spPr bwMode="auto">
            <a:xfrm>
              <a:off x="2147" y="3247"/>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69" name="Rectangle 478"/>
            <p:cNvSpPr>
              <a:spLocks noChangeArrowheads="1"/>
            </p:cNvSpPr>
            <p:nvPr/>
          </p:nvSpPr>
          <p:spPr bwMode="auto">
            <a:xfrm>
              <a:off x="2168" y="3247"/>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0" name="Rectangle 479"/>
            <p:cNvSpPr>
              <a:spLocks noChangeArrowheads="1"/>
            </p:cNvSpPr>
            <p:nvPr/>
          </p:nvSpPr>
          <p:spPr bwMode="auto">
            <a:xfrm>
              <a:off x="2193" y="3247"/>
              <a:ext cx="22"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1" name="Rectangle 480"/>
            <p:cNvSpPr>
              <a:spLocks noChangeArrowheads="1"/>
            </p:cNvSpPr>
            <p:nvPr/>
          </p:nvSpPr>
          <p:spPr bwMode="auto">
            <a:xfrm>
              <a:off x="2215" y="3247"/>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2" name="Rectangle 481"/>
            <p:cNvSpPr>
              <a:spLocks noChangeArrowheads="1"/>
            </p:cNvSpPr>
            <p:nvPr/>
          </p:nvSpPr>
          <p:spPr bwMode="auto">
            <a:xfrm>
              <a:off x="2236" y="3247"/>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3" name="Rectangle 482"/>
            <p:cNvSpPr>
              <a:spLocks noChangeArrowheads="1"/>
            </p:cNvSpPr>
            <p:nvPr/>
          </p:nvSpPr>
          <p:spPr bwMode="auto">
            <a:xfrm>
              <a:off x="2261" y="3247"/>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4" name="Rectangle 483"/>
            <p:cNvSpPr>
              <a:spLocks noChangeArrowheads="1"/>
            </p:cNvSpPr>
            <p:nvPr/>
          </p:nvSpPr>
          <p:spPr bwMode="auto">
            <a:xfrm>
              <a:off x="2282" y="3247"/>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5" name="Rectangle 484"/>
            <p:cNvSpPr>
              <a:spLocks noChangeArrowheads="1"/>
            </p:cNvSpPr>
            <p:nvPr/>
          </p:nvSpPr>
          <p:spPr bwMode="auto">
            <a:xfrm>
              <a:off x="2307" y="3247"/>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6" name="Rectangle 485"/>
            <p:cNvSpPr>
              <a:spLocks noChangeArrowheads="1"/>
            </p:cNvSpPr>
            <p:nvPr/>
          </p:nvSpPr>
          <p:spPr bwMode="auto">
            <a:xfrm>
              <a:off x="2328" y="3247"/>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7" name="Rectangle 486"/>
            <p:cNvSpPr>
              <a:spLocks noChangeArrowheads="1"/>
            </p:cNvSpPr>
            <p:nvPr/>
          </p:nvSpPr>
          <p:spPr bwMode="auto">
            <a:xfrm>
              <a:off x="2349" y="3247"/>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8" name="Rectangle 487"/>
            <p:cNvSpPr>
              <a:spLocks noChangeArrowheads="1"/>
            </p:cNvSpPr>
            <p:nvPr/>
          </p:nvSpPr>
          <p:spPr bwMode="auto">
            <a:xfrm>
              <a:off x="2374" y="3247"/>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79" name="Rectangle 488"/>
            <p:cNvSpPr>
              <a:spLocks noChangeArrowheads="1"/>
            </p:cNvSpPr>
            <p:nvPr/>
          </p:nvSpPr>
          <p:spPr bwMode="auto">
            <a:xfrm>
              <a:off x="2395" y="3247"/>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0" name="Rectangle 489"/>
            <p:cNvSpPr>
              <a:spLocks noChangeArrowheads="1"/>
            </p:cNvSpPr>
            <p:nvPr/>
          </p:nvSpPr>
          <p:spPr bwMode="auto">
            <a:xfrm>
              <a:off x="2421" y="3247"/>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1" name="Rectangle 490"/>
            <p:cNvSpPr>
              <a:spLocks noChangeArrowheads="1"/>
            </p:cNvSpPr>
            <p:nvPr/>
          </p:nvSpPr>
          <p:spPr bwMode="auto">
            <a:xfrm>
              <a:off x="2442" y="3247"/>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2" name="Rectangle 491"/>
            <p:cNvSpPr>
              <a:spLocks noChangeArrowheads="1"/>
            </p:cNvSpPr>
            <p:nvPr/>
          </p:nvSpPr>
          <p:spPr bwMode="auto">
            <a:xfrm>
              <a:off x="2467" y="3247"/>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3" name="Rectangle 492"/>
            <p:cNvSpPr>
              <a:spLocks noChangeArrowheads="1"/>
            </p:cNvSpPr>
            <p:nvPr/>
          </p:nvSpPr>
          <p:spPr bwMode="auto">
            <a:xfrm>
              <a:off x="2488" y="3247"/>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4" name="Rectangle 493"/>
            <p:cNvSpPr>
              <a:spLocks noChangeArrowheads="1"/>
            </p:cNvSpPr>
            <p:nvPr/>
          </p:nvSpPr>
          <p:spPr bwMode="auto">
            <a:xfrm>
              <a:off x="2509" y="3247"/>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5" name="Rectangle 494"/>
            <p:cNvSpPr>
              <a:spLocks noChangeArrowheads="1"/>
            </p:cNvSpPr>
            <p:nvPr/>
          </p:nvSpPr>
          <p:spPr bwMode="auto">
            <a:xfrm>
              <a:off x="2534" y="3247"/>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6" name="Rectangle 495"/>
            <p:cNvSpPr>
              <a:spLocks noChangeArrowheads="1"/>
            </p:cNvSpPr>
            <p:nvPr/>
          </p:nvSpPr>
          <p:spPr bwMode="auto">
            <a:xfrm>
              <a:off x="2555" y="3247"/>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7" name="Rectangle 496"/>
            <p:cNvSpPr>
              <a:spLocks noChangeArrowheads="1"/>
            </p:cNvSpPr>
            <p:nvPr/>
          </p:nvSpPr>
          <p:spPr bwMode="auto">
            <a:xfrm>
              <a:off x="2580" y="3247"/>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8" name="Rectangle 497"/>
            <p:cNvSpPr>
              <a:spLocks noChangeArrowheads="1"/>
            </p:cNvSpPr>
            <p:nvPr/>
          </p:nvSpPr>
          <p:spPr bwMode="auto">
            <a:xfrm>
              <a:off x="2601" y="3247"/>
              <a:ext cx="22"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89" name="Rectangle 498"/>
            <p:cNvSpPr>
              <a:spLocks noChangeArrowheads="1"/>
            </p:cNvSpPr>
            <p:nvPr/>
          </p:nvSpPr>
          <p:spPr bwMode="auto">
            <a:xfrm>
              <a:off x="2623" y="3247"/>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0" name="Rectangle 499"/>
            <p:cNvSpPr>
              <a:spLocks noChangeArrowheads="1"/>
            </p:cNvSpPr>
            <p:nvPr/>
          </p:nvSpPr>
          <p:spPr bwMode="auto">
            <a:xfrm>
              <a:off x="2648" y="3247"/>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1" name="Rectangle 500"/>
            <p:cNvSpPr>
              <a:spLocks noChangeArrowheads="1"/>
            </p:cNvSpPr>
            <p:nvPr/>
          </p:nvSpPr>
          <p:spPr bwMode="auto">
            <a:xfrm>
              <a:off x="2669" y="3247"/>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2" name="Rectangle 501"/>
            <p:cNvSpPr>
              <a:spLocks noChangeArrowheads="1"/>
            </p:cNvSpPr>
            <p:nvPr/>
          </p:nvSpPr>
          <p:spPr bwMode="auto">
            <a:xfrm>
              <a:off x="2694" y="3247"/>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3" name="Rectangle 502"/>
            <p:cNvSpPr>
              <a:spLocks noChangeArrowheads="1"/>
            </p:cNvSpPr>
            <p:nvPr/>
          </p:nvSpPr>
          <p:spPr bwMode="auto">
            <a:xfrm>
              <a:off x="2715" y="3247"/>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4" name="Rectangle 503"/>
            <p:cNvSpPr>
              <a:spLocks noChangeArrowheads="1"/>
            </p:cNvSpPr>
            <p:nvPr/>
          </p:nvSpPr>
          <p:spPr bwMode="auto">
            <a:xfrm>
              <a:off x="2736" y="3247"/>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5" name="Rectangle 504"/>
            <p:cNvSpPr>
              <a:spLocks noChangeArrowheads="1"/>
            </p:cNvSpPr>
            <p:nvPr/>
          </p:nvSpPr>
          <p:spPr bwMode="auto">
            <a:xfrm>
              <a:off x="2761" y="3247"/>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6" name="Rectangle 505"/>
            <p:cNvSpPr>
              <a:spLocks noChangeArrowheads="1"/>
            </p:cNvSpPr>
            <p:nvPr/>
          </p:nvSpPr>
          <p:spPr bwMode="auto">
            <a:xfrm>
              <a:off x="2782" y="3247"/>
              <a:ext cx="26"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7" name="Rectangle 506"/>
            <p:cNvSpPr>
              <a:spLocks noChangeArrowheads="1"/>
            </p:cNvSpPr>
            <p:nvPr/>
          </p:nvSpPr>
          <p:spPr bwMode="auto">
            <a:xfrm>
              <a:off x="2808" y="3247"/>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8" name="Rectangle 507"/>
            <p:cNvSpPr>
              <a:spLocks noChangeArrowheads="1"/>
            </p:cNvSpPr>
            <p:nvPr/>
          </p:nvSpPr>
          <p:spPr bwMode="auto">
            <a:xfrm>
              <a:off x="2829" y="3247"/>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99" name="Rectangle 508"/>
            <p:cNvSpPr>
              <a:spLocks noChangeArrowheads="1"/>
            </p:cNvSpPr>
            <p:nvPr/>
          </p:nvSpPr>
          <p:spPr bwMode="auto">
            <a:xfrm>
              <a:off x="2850" y="3247"/>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0" name="Rectangle 509"/>
            <p:cNvSpPr>
              <a:spLocks noChangeArrowheads="1"/>
            </p:cNvSpPr>
            <p:nvPr/>
          </p:nvSpPr>
          <p:spPr bwMode="auto">
            <a:xfrm>
              <a:off x="2875" y="3247"/>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1" name="Rectangle 510"/>
            <p:cNvSpPr>
              <a:spLocks noChangeArrowheads="1"/>
            </p:cNvSpPr>
            <p:nvPr/>
          </p:nvSpPr>
          <p:spPr bwMode="auto">
            <a:xfrm>
              <a:off x="2896" y="3247"/>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2" name="Rectangle 511"/>
            <p:cNvSpPr>
              <a:spLocks noChangeArrowheads="1"/>
            </p:cNvSpPr>
            <p:nvPr/>
          </p:nvSpPr>
          <p:spPr bwMode="auto">
            <a:xfrm>
              <a:off x="2921" y="3247"/>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3" name="Rectangle 512"/>
            <p:cNvSpPr>
              <a:spLocks noChangeArrowheads="1"/>
            </p:cNvSpPr>
            <p:nvPr/>
          </p:nvSpPr>
          <p:spPr bwMode="auto">
            <a:xfrm>
              <a:off x="2942" y="3247"/>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4" name="Rectangle 513"/>
            <p:cNvSpPr>
              <a:spLocks noChangeArrowheads="1"/>
            </p:cNvSpPr>
            <p:nvPr/>
          </p:nvSpPr>
          <p:spPr bwMode="auto">
            <a:xfrm>
              <a:off x="2963" y="3247"/>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5" name="Rectangle 514"/>
            <p:cNvSpPr>
              <a:spLocks noChangeArrowheads="1"/>
            </p:cNvSpPr>
            <p:nvPr/>
          </p:nvSpPr>
          <p:spPr bwMode="auto">
            <a:xfrm>
              <a:off x="2988" y="3247"/>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6" name="Rectangle 515"/>
            <p:cNvSpPr>
              <a:spLocks noChangeArrowheads="1"/>
            </p:cNvSpPr>
            <p:nvPr/>
          </p:nvSpPr>
          <p:spPr bwMode="auto">
            <a:xfrm>
              <a:off x="3009" y="3247"/>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7" name="Rectangle 516"/>
            <p:cNvSpPr>
              <a:spLocks noChangeArrowheads="1"/>
            </p:cNvSpPr>
            <p:nvPr/>
          </p:nvSpPr>
          <p:spPr bwMode="auto">
            <a:xfrm>
              <a:off x="3035" y="3247"/>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8" name="Rectangle 517"/>
            <p:cNvSpPr>
              <a:spLocks noChangeArrowheads="1"/>
            </p:cNvSpPr>
            <p:nvPr/>
          </p:nvSpPr>
          <p:spPr bwMode="auto">
            <a:xfrm>
              <a:off x="3056" y="3247"/>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09" name="Rectangle 518"/>
            <p:cNvSpPr>
              <a:spLocks noChangeArrowheads="1"/>
            </p:cNvSpPr>
            <p:nvPr/>
          </p:nvSpPr>
          <p:spPr bwMode="auto">
            <a:xfrm>
              <a:off x="3077" y="3247"/>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0" name="Rectangle 519"/>
            <p:cNvSpPr>
              <a:spLocks noChangeArrowheads="1"/>
            </p:cNvSpPr>
            <p:nvPr/>
          </p:nvSpPr>
          <p:spPr bwMode="auto">
            <a:xfrm>
              <a:off x="3102" y="3247"/>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1" name="Rectangle 520"/>
            <p:cNvSpPr>
              <a:spLocks noChangeArrowheads="1"/>
            </p:cNvSpPr>
            <p:nvPr/>
          </p:nvSpPr>
          <p:spPr bwMode="auto">
            <a:xfrm>
              <a:off x="3123" y="3247"/>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2" name="Rectangle 521"/>
            <p:cNvSpPr>
              <a:spLocks noChangeArrowheads="1"/>
            </p:cNvSpPr>
            <p:nvPr/>
          </p:nvSpPr>
          <p:spPr bwMode="auto">
            <a:xfrm>
              <a:off x="3148" y="3247"/>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3" name="Rectangle 522"/>
            <p:cNvSpPr>
              <a:spLocks noChangeArrowheads="1"/>
            </p:cNvSpPr>
            <p:nvPr/>
          </p:nvSpPr>
          <p:spPr bwMode="auto">
            <a:xfrm>
              <a:off x="3169" y="3247"/>
              <a:ext cx="26"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4" name="Rectangle 523"/>
            <p:cNvSpPr>
              <a:spLocks noChangeArrowheads="1"/>
            </p:cNvSpPr>
            <p:nvPr/>
          </p:nvSpPr>
          <p:spPr bwMode="auto">
            <a:xfrm>
              <a:off x="3195" y="3247"/>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5" name="Rectangle 524"/>
            <p:cNvSpPr>
              <a:spLocks noChangeArrowheads="1"/>
            </p:cNvSpPr>
            <p:nvPr/>
          </p:nvSpPr>
          <p:spPr bwMode="auto">
            <a:xfrm>
              <a:off x="3216" y="3247"/>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6" name="Rectangle 525"/>
            <p:cNvSpPr>
              <a:spLocks noChangeArrowheads="1"/>
            </p:cNvSpPr>
            <p:nvPr/>
          </p:nvSpPr>
          <p:spPr bwMode="auto">
            <a:xfrm>
              <a:off x="3237" y="3247"/>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7" name="Rectangle 526"/>
            <p:cNvSpPr>
              <a:spLocks noChangeArrowheads="1"/>
            </p:cNvSpPr>
            <p:nvPr/>
          </p:nvSpPr>
          <p:spPr bwMode="auto">
            <a:xfrm>
              <a:off x="3262" y="3247"/>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8" name="Rectangle 527"/>
            <p:cNvSpPr>
              <a:spLocks noChangeArrowheads="1"/>
            </p:cNvSpPr>
            <p:nvPr/>
          </p:nvSpPr>
          <p:spPr bwMode="auto">
            <a:xfrm>
              <a:off x="3283" y="3247"/>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19" name="Rectangle 528"/>
            <p:cNvSpPr>
              <a:spLocks noChangeArrowheads="1"/>
            </p:cNvSpPr>
            <p:nvPr/>
          </p:nvSpPr>
          <p:spPr bwMode="auto">
            <a:xfrm>
              <a:off x="3308" y="3247"/>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0" name="Rectangle 529"/>
            <p:cNvSpPr>
              <a:spLocks noChangeArrowheads="1"/>
            </p:cNvSpPr>
            <p:nvPr/>
          </p:nvSpPr>
          <p:spPr bwMode="auto">
            <a:xfrm>
              <a:off x="3329" y="3247"/>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1" name="Rectangle 530"/>
            <p:cNvSpPr>
              <a:spLocks noChangeArrowheads="1"/>
            </p:cNvSpPr>
            <p:nvPr/>
          </p:nvSpPr>
          <p:spPr bwMode="auto">
            <a:xfrm>
              <a:off x="3350" y="3247"/>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2" name="Rectangle 531"/>
            <p:cNvSpPr>
              <a:spLocks noChangeArrowheads="1"/>
            </p:cNvSpPr>
            <p:nvPr/>
          </p:nvSpPr>
          <p:spPr bwMode="auto">
            <a:xfrm>
              <a:off x="3375" y="3247"/>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3" name="Rectangle 532"/>
            <p:cNvSpPr>
              <a:spLocks noChangeArrowheads="1"/>
            </p:cNvSpPr>
            <p:nvPr/>
          </p:nvSpPr>
          <p:spPr bwMode="auto">
            <a:xfrm>
              <a:off x="3396" y="3247"/>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4" name="Rectangle 533"/>
            <p:cNvSpPr>
              <a:spLocks noChangeArrowheads="1"/>
            </p:cNvSpPr>
            <p:nvPr/>
          </p:nvSpPr>
          <p:spPr bwMode="auto">
            <a:xfrm>
              <a:off x="3422" y="3247"/>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5" name="Rectangle 534"/>
            <p:cNvSpPr>
              <a:spLocks noChangeArrowheads="1"/>
            </p:cNvSpPr>
            <p:nvPr/>
          </p:nvSpPr>
          <p:spPr bwMode="auto">
            <a:xfrm>
              <a:off x="3443" y="3247"/>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6" name="Rectangle 535"/>
            <p:cNvSpPr>
              <a:spLocks noChangeArrowheads="1"/>
            </p:cNvSpPr>
            <p:nvPr/>
          </p:nvSpPr>
          <p:spPr bwMode="auto">
            <a:xfrm>
              <a:off x="3464" y="3247"/>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7" name="Rectangle 536"/>
            <p:cNvSpPr>
              <a:spLocks noChangeArrowheads="1"/>
            </p:cNvSpPr>
            <p:nvPr/>
          </p:nvSpPr>
          <p:spPr bwMode="auto">
            <a:xfrm>
              <a:off x="3489" y="3247"/>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8" name="Rectangle 537"/>
            <p:cNvSpPr>
              <a:spLocks noChangeArrowheads="1"/>
            </p:cNvSpPr>
            <p:nvPr/>
          </p:nvSpPr>
          <p:spPr bwMode="auto">
            <a:xfrm>
              <a:off x="3510" y="3247"/>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8029" name="Rectangle 538"/>
            <p:cNvSpPr>
              <a:spLocks noChangeArrowheads="1"/>
            </p:cNvSpPr>
            <p:nvPr/>
          </p:nvSpPr>
          <p:spPr bwMode="auto">
            <a:xfrm>
              <a:off x="3535" y="3247"/>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grpSp>
        <p:nvGrpSpPr>
          <p:cNvPr id="217110" name="Group 539"/>
          <p:cNvGrpSpPr/>
          <p:nvPr/>
        </p:nvGrpSpPr>
        <p:grpSpPr bwMode="auto">
          <a:xfrm>
            <a:off x="1373188" y="4194175"/>
            <a:ext cx="1447800" cy="862013"/>
            <a:chOff x="873" y="2549"/>
            <a:chExt cx="912" cy="543"/>
          </a:xfrm>
        </p:grpSpPr>
        <p:sp>
          <p:nvSpPr>
            <p:cNvPr id="217773" name="Rectangle 540"/>
            <p:cNvSpPr>
              <a:spLocks noChangeArrowheads="1"/>
            </p:cNvSpPr>
            <p:nvPr/>
          </p:nvSpPr>
          <p:spPr bwMode="auto">
            <a:xfrm>
              <a:off x="873"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4" name="Rectangle 541"/>
            <p:cNvSpPr>
              <a:spLocks noChangeArrowheads="1"/>
            </p:cNvSpPr>
            <p:nvPr/>
          </p:nvSpPr>
          <p:spPr bwMode="auto">
            <a:xfrm>
              <a:off x="873"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5" name="Rectangle 542"/>
            <p:cNvSpPr>
              <a:spLocks noChangeArrowheads="1"/>
            </p:cNvSpPr>
            <p:nvPr/>
          </p:nvSpPr>
          <p:spPr bwMode="auto">
            <a:xfrm>
              <a:off x="873"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6" name="Rectangle 543"/>
            <p:cNvSpPr>
              <a:spLocks noChangeArrowheads="1"/>
            </p:cNvSpPr>
            <p:nvPr/>
          </p:nvSpPr>
          <p:spPr bwMode="auto">
            <a:xfrm>
              <a:off x="873"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7" name="Rectangle 544"/>
            <p:cNvSpPr>
              <a:spLocks noChangeArrowheads="1"/>
            </p:cNvSpPr>
            <p:nvPr/>
          </p:nvSpPr>
          <p:spPr bwMode="auto">
            <a:xfrm>
              <a:off x="873"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8" name="Rectangle 545"/>
            <p:cNvSpPr>
              <a:spLocks noChangeArrowheads="1"/>
            </p:cNvSpPr>
            <p:nvPr/>
          </p:nvSpPr>
          <p:spPr bwMode="auto">
            <a:xfrm>
              <a:off x="873"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9" name="Rectangle 546"/>
            <p:cNvSpPr>
              <a:spLocks noChangeArrowheads="1"/>
            </p:cNvSpPr>
            <p:nvPr/>
          </p:nvSpPr>
          <p:spPr bwMode="auto">
            <a:xfrm>
              <a:off x="873"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0" name="Rectangle 547"/>
            <p:cNvSpPr>
              <a:spLocks noChangeArrowheads="1"/>
            </p:cNvSpPr>
            <p:nvPr/>
          </p:nvSpPr>
          <p:spPr bwMode="auto">
            <a:xfrm>
              <a:off x="873"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1" name="Rectangle 548"/>
            <p:cNvSpPr>
              <a:spLocks noChangeArrowheads="1"/>
            </p:cNvSpPr>
            <p:nvPr/>
          </p:nvSpPr>
          <p:spPr bwMode="auto">
            <a:xfrm>
              <a:off x="873"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2" name="Rectangle 549"/>
            <p:cNvSpPr>
              <a:spLocks noChangeArrowheads="1"/>
            </p:cNvSpPr>
            <p:nvPr/>
          </p:nvSpPr>
          <p:spPr bwMode="auto">
            <a:xfrm>
              <a:off x="873"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3" name="Rectangle 550"/>
            <p:cNvSpPr>
              <a:spLocks noChangeArrowheads="1"/>
            </p:cNvSpPr>
            <p:nvPr/>
          </p:nvSpPr>
          <p:spPr bwMode="auto">
            <a:xfrm>
              <a:off x="873"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4" name="Rectangle 551"/>
            <p:cNvSpPr>
              <a:spLocks noChangeArrowheads="1"/>
            </p:cNvSpPr>
            <p:nvPr/>
          </p:nvSpPr>
          <p:spPr bwMode="auto">
            <a:xfrm>
              <a:off x="873"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5" name="Rectangle 552"/>
            <p:cNvSpPr>
              <a:spLocks noChangeArrowheads="1"/>
            </p:cNvSpPr>
            <p:nvPr/>
          </p:nvSpPr>
          <p:spPr bwMode="auto">
            <a:xfrm>
              <a:off x="873"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6" name="Rectangle 553"/>
            <p:cNvSpPr>
              <a:spLocks noChangeArrowheads="1"/>
            </p:cNvSpPr>
            <p:nvPr/>
          </p:nvSpPr>
          <p:spPr bwMode="auto">
            <a:xfrm>
              <a:off x="873"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7" name="Rectangle 554"/>
            <p:cNvSpPr>
              <a:spLocks noChangeArrowheads="1"/>
            </p:cNvSpPr>
            <p:nvPr/>
          </p:nvSpPr>
          <p:spPr bwMode="auto">
            <a:xfrm>
              <a:off x="873"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8" name="Rectangle 555"/>
            <p:cNvSpPr>
              <a:spLocks noChangeArrowheads="1"/>
            </p:cNvSpPr>
            <p:nvPr/>
          </p:nvSpPr>
          <p:spPr bwMode="auto">
            <a:xfrm>
              <a:off x="873"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89" name="Rectangle 556"/>
            <p:cNvSpPr>
              <a:spLocks noChangeArrowheads="1"/>
            </p:cNvSpPr>
            <p:nvPr/>
          </p:nvSpPr>
          <p:spPr bwMode="auto">
            <a:xfrm>
              <a:off x="873"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0" name="Rectangle 557"/>
            <p:cNvSpPr>
              <a:spLocks noChangeArrowheads="1"/>
            </p:cNvSpPr>
            <p:nvPr/>
          </p:nvSpPr>
          <p:spPr bwMode="auto">
            <a:xfrm>
              <a:off x="873"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1" name="Rectangle 558"/>
            <p:cNvSpPr>
              <a:spLocks noChangeArrowheads="1"/>
            </p:cNvSpPr>
            <p:nvPr/>
          </p:nvSpPr>
          <p:spPr bwMode="auto">
            <a:xfrm>
              <a:off x="873"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2" name="Rectangle 559"/>
            <p:cNvSpPr>
              <a:spLocks noChangeArrowheads="1"/>
            </p:cNvSpPr>
            <p:nvPr/>
          </p:nvSpPr>
          <p:spPr bwMode="auto">
            <a:xfrm>
              <a:off x="873"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3" name="Rectangle 560"/>
            <p:cNvSpPr>
              <a:spLocks noChangeArrowheads="1"/>
            </p:cNvSpPr>
            <p:nvPr/>
          </p:nvSpPr>
          <p:spPr bwMode="auto">
            <a:xfrm>
              <a:off x="873"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4" name="Rectangle 561"/>
            <p:cNvSpPr>
              <a:spLocks noChangeArrowheads="1"/>
            </p:cNvSpPr>
            <p:nvPr/>
          </p:nvSpPr>
          <p:spPr bwMode="auto">
            <a:xfrm>
              <a:off x="873"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5" name="Rectangle 562"/>
            <p:cNvSpPr>
              <a:spLocks noChangeArrowheads="1"/>
            </p:cNvSpPr>
            <p:nvPr/>
          </p:nvSpPr>
          <p:spPr bwMode="auto">
            <a:xfrm>
              <a:off x="873"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6" name="Rectangle 563"/>
            <p:cNvSpPr>
              <a:spLocks noChangeArrowheads="1"/>
            </p:cNvSpPr>
            <p:nvPr/>
          </p:nvSpPr>
          <p:spPr bwMode="auto">
            <a:xfrm>
              <a:off x="873"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7" name="Rectangle 564"/>
            <p:cNvSpPr>
              <a:spLocks noChangeArrowheads="1"/>
            </p:cNvSpPr>
            <p:nvPr/>
          </p:nvSpPr>
          <p:spPr bwMode="auto">
            <a:xfrm>
              <a:off x="873"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8" name="Rectangle 565"/>
            <p:cNvSpPr>
              <a:spLocks noChangeArrowheads="1"/>
            </p:cNvSpPr>
            <p:nvPr/>
          </p:nvSpPr>
          <p:spPr bwMode="auto">
            <a:xfrm>
              <a:off x="873"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99" name="Rectangle 566"/>
            <p:cNvSpPr>
              <a:spLocks noChangeArrowheads="1"/>
            </p:cNvSpPr>
            <p:nvPr/>
          </p:nvSpPr>
          <p:spPr bwMode="auto">
            <a:xfrm>
              <a:off x="873"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0" name="Rectangle 567"/>
            <p:cNvSpPr>
              <a:spLocks noChangeArrowheads="1"/>
            </p:cNvSpPr>
            <p:nvPr/>
          </p:nvSpPr>
          <p:spPr bwMode="auto">
            <a:xfrm>
              <a:off x="873"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1" name="Rectangle 568"/>
            <p:cNvSpPr>
              <a:spLocks noChangeArrowheads="1"/>
            </p:cNvSpPr>
            <p:nvPr/>
          </p:nvSpPr>
          <p:spPr bwMode="auto">
            <a:xfrm>
              <a:off x="873"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2" name="Rectangle 569"/>
            <p:cNvSpPr>
              <a:spLocks noChangeArrowheads="1"/>
            </p:cNvSpPr>
            <p:nvPr/>
          </p:nvSpPr>
          <p:spPr bwMode="auto">
            <a:xfrm>
              <a:off x="873"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3" name="Rectangle 570"/>
            <p:cNvSpPr>
              <a:spLocks noChangeArrowheads="1"/>
            </p:cNvSpPr>
            <p:nvPr/>
          </p:nvSpPr>
          <p:spPr bwMode="auto">
            <a:xfrm>
              <a:off x="873"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4" name="Rectangle 571"/>
            <p:cNvSpPr>
              <a:spLocks noChangeArrowheads="1"/>
            </p:cNvSpPr>
            <p:nvPr/>
          </p:nvSpPr>
          <p:spPr bwMode="auto">
            <a:xfrm>
              <a:off x="873"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5" name="Rectangle 572"/>
            <p:cNvSpPr>
              <a:spLocks noChangeArrowheads="1"/>
            </p:cNvSpPr>
            <p:nvPr/>
          </p:nvSpPr>
          <p:spPr bwMode="auto">
            <a:xfrm>
              <a:off x="873"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6" name="Rectangle 573"/>
            <p:cNvSpPr>
              <a:spLocks noChangeArrowheads="1"/>
            </p:cNvSpPr>
            <p:nvPr/>
          </p:nvSpPr>
          <p:spPr bwMode="auto">
            <a:xfrm>
              <a:off x="873"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7" name="Rectangle 574"/>
            <p:cNvSpPr>
              <a:spLocks noChangeArrowheads="1"/>
            </p:cNvSpPr>
            <p:nvPr/>
          </p:nvSpPr>
          <p:spPr bwMode="auto">
            <a:xfrm>
              <a:off x="873"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8" name="Rectangle 575"/>
            <p:cNvSpPr>
              <a:spLocks noChangeArrowheads="1"/>
            </p:cNvSpPr>
            <p:nvPr/>
          </p:nvSpPr>
          <p:spPr bwMode="auto">
            <a:xfrm>
              <a:off x="873"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09" name="Rectangle 576"/>
            <p:cNvSpPr>
              <a:spLocks noChangeArrowheads="1"/>
            </p:cNvSpPr>
            <p:nvPr/>
          </p:nvSpPr>
          <p:spPr bwMode="auto">
            <a:xfrm>
              <a:off x="873"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0" name="Rectangle 577"/>
            <p:cNvSpPr>
              <a:spLocks noChangeArrowheads="1"/>
            </p:cNvSpPr>
            <p:nvPr/>
          </p:nvSpPr>
          <p:spPr bwMode="auto">
            <a:xfrm>
              <a:off x="873"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1" name="Rectangle 578"/>
            <p:cNvSpPr>
              <a:spLocks noChangeArrowheads="1"/>
            </p:cNvSpPr>
            <p:nvPr/>
          </p:nvSpPr>
          <p:spPr bwMode="auto">
            <a:xfrm>
              <a:off x="873"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2" name="Rectangle 579"/>
            <p:cNvSpPr>
              <a:spLocks noChangeArrowheads="1"/>
            </p:cNvSpPr>
            <p:nvPr/>
          </p:nvSpPr>
          <p:spPr bwMode="auto">
            <a:xfrm>
              <a:off x="873"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3" name="Rectangle 580"/>
            <p:cNvSpPr>
              <a:spLocks noChangeArrowheads="1"/>
            </p:cNvSpPr>
            <p:nvPr/>
          </p:nvSpPr>
          <p:spPr bwMode="auto">
            <a:xfrm>
              <a:off x="873"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4" name="Rectangle 581"/>
            <p:cNvSpPr>
              <a:spLocks noChangeArrowheads="1"/>
            </p:cNvSpPr>
            <p:nvPr/>
          </p:nvSpPr>
          <p:spPr bwMode="auto">
            <a:xfrm>
              <a:off x="873"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5" name="Rectangle 582"/>
            <p:cNvSpPr>
              <a:spLocks noChangeArrowheads="1"/>
            </p:cNvSpPr>
            <p:nvPr/>
          </p:nvSpPr>
          <p:spPr bwMode="auto">
            <a:xfrm>
              <a:off x="873"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6" name="Rectangle 583"/>
            <p:cNvSpPr>
              <a:spLocks noChangeArrowheads="1"/>
            </p:cNvSpPr>
            <p:nvPr/>
          </p:nvSpPr>
          <p:spPr bwMode="auto">
            <a:xfrm>
              <a:off x="873"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7" name="Rectangle 584"/>
            <p:cNvSpPr>
              <a:spLocks noChangeArrowheads="1"/>
            </p:cNvSpPr>
            <p:nvPr/>
          </p:nvSpPr>
          <p:spPr bwMode="auto">
            <a:xfrm>
              <a:off x="873"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8" name="Rectangle 585"/>
            <p:cNvSpPr>
              <a:spLocks noChangeArrowheads="1"/>
            </p:cNvSpPr>
            <p:nvPr/>
          </p:nvSpPr>
          <p:spPr bwMode="auto">
            <a:xfrm>
              <a:off x="873"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19" name="Rectangle 586"/>
            <p:cNvSpPr>
              <a:spLocks noChangeArrowheads="1"/>
            </p:cNvSpPr>
            <p:nvPr/>
          </p:nvSpPr>
          <p:spPr bwMode="auto">
            <a:xfrm>
              <a:off x="873"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0" name="Rectangle 587"/>
            <p:cNvSpPr>
              <a:spLocks noChangeArrowheads="1"/>
            </p:cNvSpPr>
            <p:nvPr/>
          </p:nvSpPr>
          <p:spPr bwMode="auto">
            <a:xfrm>
              <a:off x="873"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1" name="Rectangle 588"/>
            <p:cNvSpPr>
              <a:spLocks noChangeArrowheads="1"/>
            </p:cNvSpPr>
            <p:nvPr/>
          </p:nvSpPr>
          <p:spPr bwMode="auto">
            <a:xfrm>
              <a:off x="873"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2" name="Rectangle 589"/>
            <p:cNvSpPr>
              <a:spLocks noChangeArrowheads="1"/>
            </p:cNvSpPr>
            <p:nvPr/>
          </p:nvSpPr>
          <p:spPr bwMode="auto">
            <a:xfrm>
              <a:off x="873"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3" name="Rectangle 590"/>
            <p:cNvSpPr>
              <a:spLocks noChangeArrowheads="1"/>
            </p:cNvSpPr>
            <p:nvPr/>
          </p:nvSpPr>
          <p:spPr bwMode="auto">
            <a:xfrm>
              <a:off x="873"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4" name="Rectangle 591"/>
            <p:cNvSpPr>
              <a:spLocks noChangeArrowheads="1"/>
            </p:cNvSpPr>
            <p:nvPr/>
          </p:nvSpPr>
          <p:spPr bwMode="auto">
            <a:xfrm>
              <a:off x="873"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5" name="Rectangle 592"/>
            <p:cNvSpPr>
              <a:spLocks noChangeArrowheads="1"/>
            </p:cNvSpPr>
            <p:nvPr/>
          </p:nvSpPr>
          <p:spPr bwMode="auto">
            <a:xfrm>
              <a:off x="873"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6" name="Rectangle 593"/>
            <p:cNvSpPr>
              <a:spLocks noChangeArrowheads="1"/>
            </p:cNvSpPr>
            <p:nvPr/>
          </p:nvSpPr>
          <p:spPr bwMode="auto">
            <a:xfrm>
              <a:off x="873"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7" name="Rectangle 594"/>
            <p:cNvSpPr>
              <a:spLocks noChangeArrowheads="1"/>
            </p:cNvSpPr>
            <p:nvPr/>
          </p:nvSpPr>
          <p:spPr bwMode="auto">
            <a:xfrm>
              <a:off x="873"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8" name="Rectangle 595"/>
            <p:cNvSpPr>
              <a:spLocks noChangeArrowheads="1"/>
            </p:cNvSpPr>
            <p:nvPr/>
          </p:nvSpPr>
          <p:spPr bwMode="auto">
            <a:xfrm>
              <a:off x="873"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29" name="Rectangle 596"/>
            <p:cNvSpPr>
              <a:spLocks noChangeArrowheads="1"/>
            </p:cNvSpPr>
            <p:nvPr/>
          </p:nvSpPr>
          <p:spPr bwMode="auto">
            <a:xfrm>
              <a:off x="873"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0" name="Rectangle 597"/>
            <p:cNvSpPr>
              <a:spLocks noChangeArrowheads="1"/>
            </p:cNvSpPr>
            <p:nvPr/>
          </p:nvSpPr>
          <p:spPr bwMode="auto">
            <a:xfrm>
              <a:off x="873"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1" name="Rectangle 598"/>
            <p:cNvSpPr>
              <a:spLocks noChangeArrowheads="1"/>
            </p:cNvSpPr>
            <p:nvPr/>
          </p:nvSpPr>
          <p:spPr bwMode="auto">
            <a:xfrm>
              <a:off x="873"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2" name="Rectangle 599"/>
            <p:cNvSpPr>
              <a:spLocks noChangeArrowheads="1"/>
            </p:cNvSpPr>
            <p:nvPr/>
          </p:nvSpPr>
          <p:spPr bwMode="auto">
            <a:xfrm>
              <a:off x="873"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3" name="Rectangle 600"/>
            <p:cNvSpPr>
              <a:spLocks noChangeArrowheads="1"/>
            </p:cNvSpPr>
            <p:nvPr/>
          </p:nvSpPr>
          <p:spPr bwMode="auto">
            <a:xfrm>
              <a:off x="873"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4" name="Rectangle 601"/>
            <p:cNvSpPr>
              <a:spLocks noChangeArrowheads="1"/>
            </p:cNvSpPr>
            <p:nvPr/>
          </p:nvSpPr>
          <p:spPr bwMode="auto">
            <a:xfrm>
              <a:off x="873"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5" name="Rectangle 602"/>
            <p:cNvSpPr>
              <a:spLocks noChangeArrowheads="1"/>
            </p:cNvSpPr>
            <p:nvPr/>
          </p:nvSpPr>
          <p:spPr bwMode="auto">
            <a:xfrm>
              <a:off x="873"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6" name="Rectangle 603"/>
            <p:cNvSpPr>
              <a:spLocks noChangeArrowheads="1"/>
            </p:cNvSpPr>
            <p:nvPr/>
          </p:nvSpPr>
          <p:spPr bwMode="auto">
            <a:xfrm>
              <a:off x="873"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7" name="Rectangle 604"/>
            <p:cNvSpPr>
              <a:spLocks noChangeArrowheads="1"/>
            </p:cNvSpPr>
            <p:nvPr/>
          </p:nvSpPr>
          <p:spPr bwMode="auto">
            <a:xfrm>
              <a:off x="873"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8" name="Rectangle 605"/>
            <p:cNvSpPr>
              <a:spLocks noChangeArrowheads="1"/>
            </p:cNvSpPr>
            <p:nvPr/>
          </p:nvSpPr>
          <p:spPr bwMode="auto">
            <a:xfrm>
              <a:off x="873"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39" name="Rectangle 606"/>
            <p:cNvSpPr>
              <a:spLocks noChangeArrowheads="1"/>
            </p:cNvSpPr>
            <p:nvPr/>
          </p:nvSpPr>
          <p:spPr bwMode="auto">
            <a:xfrm>
              <a:off x="873"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0" name="Rectangle 607"/>
            <p:cNvSpPr>
              <a:spLocks noChangeArrowheads="1"/>
            </p:cNvSpPr>
            <p:nvPr/>
          </p:nvSpPr>
          <p:spPr bwMode="auto">
            <a:xfrm>
              <a:off x="873"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1" name="Rectangle 608"/>
            <p:cNvSpPr>
              <a:spLocks noChangeArrowheads="1"/>
            </p:cNvSpPr>
            <p:nvPr/>
          </p:nvSpPr>
          <p:spPr bwMode="auto">
            <a:xfrm>
              <a:off x="873"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2" name="Rectangle 609"/>
            <p:cNvSpPr>
              <a:spLocks noChangeArrowheads="1"/>
            </p:cNvSpPr>
            <p:nvPr/>
          </p:nvSpPr>
          <p:spPr bwMode="auto">
            <a:xfrm>
              <a:off x="873"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3" name="Rectangle 610"/>
            <p:cNvSpPr>
              <a:spLocks noChangeArrowheads="1"/>
            </p:cNvSpPr>
            <p:nvPr/>
          </p:nvSpPr>
          <p:spPr bwMode="auto">
            <a:xfrm>
              <a:off x="873"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4" name="Rectangle 611"/>
            <p:cNvSpPr>
              <a:spLocks noChangeArrowheads="1"/>
            </p:cNvSpPr>
            <p:nvPr/>
          </p:nvSpPr>
          <p:spPr bwMode="auto">
            <a:xfrm>
              <a:off x="873"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5" name="Rectangle 612"/>
            <p:cNvSpPr>
              <a:spLocks noChangeArrowheads="1"/>
            </p:cNvSpPr>
            <p:nvPr/>
          </p:nvSpPr>
          <p:spPr bwMode="auto">
            <a:xfrm>
              <a:off x="873"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6" name="Rectangle 613"/>
            <p:cNvSpPr>
              <a:spLocks noChangeArrowheads="1"/>
            </p:cNvSpPr>
            <p:nvPr/>
          </p:nvSpPr>
          <p:spPr bwMode="auto">
            <a:xfrm>
              <a:off x="873"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7" name="Rectangle 614"/>
            <p:cNvSpPr>
              <a:spLocks noChangeArrowheads="1"/>
            </p:cNvSpPr>
            <p:nvPr/>
          </p:nvSpPr>
          <p:spPr bwMode="auto">
            <a:xfrm>
              <a:off x="873"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8" name="Rectangle 615"/>
            <p:cNvSpPr>
              <a:spLocks noChangeArrowheads="1"/>
            </p:cNvSpPr>
            <p:nvPr/>
          </p:nvSpPr>
          <p:spPr bwMode="auto">
            <a:xfrm>
              <a:off x="873"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49" name="Rectangle 616"/>
            <p:cNvSpPr>
              <a:spLocks noChangeArrowheads="1"/>
            </p:cNvSpPr>
            <p:nvPr/>
          </p:nvSpPr>
          <p:spPr bwMode="auto">
            <a:xfrm>
              <a:off x="873"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0" name="Rectangle 617"/>
            <p:cNvSpPr>
              <a:spLocks noChangeArrowheads="1"/>
            </p:cNvSpPr>
            <p:nvPr/>
          </p:nvSpPr>
          <p:spPr bwMode="auto">
            <a:xfrm>
              <a:off x="873"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1" name="Rectangle 618"/>
            <p:cNvSpPr>
              <a:spLocks noChangeArrowheads="1"/>
            </p:cNvSpPr>
            <p:nvPr/>
          </p:nvSpPr>
          <p:spPr bwMode="auto">
            <a:xfrm>
              <a:off x="873"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2" name="Rectangle 619"/>
            <p:cNvSpPr>
              <a:spLocks noChangeArrowheads="1"/>
            </p:cNvSpPr>
            <p:nvPr/>
          </p:nvSpPr>
          <p:spPr bwMode="auto">
            <a:xfrm>
              <a:off x="873"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3" name="Rectangle 620"/>
            <p:cNvSpPr>
              <a:spLocks noChangeArrowheads="1"/>
            </p:cNvSpPr>
            <p:nvPr/>
          </p:nvSpPr>
          <p:spPr bwMode="auto">
            <a:xfrm>
              <a:off x="873"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4" name="Rectangle 621"/>
            <p:cNvSpPr>
              <a:spLocks noChangeArrowheads="1"/>
            </p:cNvSpPr>
            <p:nvPr/>
          </p:nvSpPr>
          <p:spPr bwMode="auto">
            <a:xfrm>
              <a:off x="873"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5" name="Rectangle 622"/>
            <p:cNvSpPr>
              <a:spLocks noChangeArrowheads="1"/>
            </p:cNvSpPr>
            <p:nvPr/>
          </p:nvSpPr>
          <p:spPr bwMode="auto">
            <a:xfrm>
              <a:off x="873"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6" name="Rectangle 623"/>
            <p:cNvSpPr>
              <a:spLocks noChangeArrowheads="1"/>
            </p:cNvSpPr>
            <p:nvPr/>
          </p:nvSpPr>
          <p:spPr bwMode="auto">
            <a:xfrm>
              <a:off x="873"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7" name="Rectangle 624"/>
            <p:cNvSpPr>
              <a:spLocks noChangeArrowheads="1"/>
            </p:cNvSpPr>
            <p:nvPr/>
          </p:nvSpPr>
          <p:spPr bwMode="auto">
            <a:xfrm>
              <a:off x="873"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8" name="Rectangle 625"/>
            <p:cNvSpPr>
              <a:spLocks noChangeArrowheads="1"/>
            </p:cNvSpPr>
            <p:nvPr/>
          </p:nvSpPr>
          <p:spPr bwMode="auto">
            <a:xfrm>
              <a:off x="873"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59" name="Rectangle 626"/>
            <p:cNvSpPr>
              <a:spLocks noChangeArrowheads="1"/>
            </p:cNvSpPr>
            <p:nvPr/>
          </p:nvSpPr>
          <p:spPr bwMode="auto">
            <a:xfrm>
              <a:off x="873"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0" name="Rectangle 627"/>
            <p:cNvSpPr>
              <a:spLocks noChangeArrowheads="1"/>
            </p:cNvSpPr>
            <p:nvPr/>
          </p:nvSpPr>
          <p:spPr bwMode="auto">
            <a:xfrm>
              <a:off x="873"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1" name="Rectangle 628"/>
            <p:cNvSpPr>
              <a:spLocks noChangeArrowheads="1"/>
            </p:cNvSpPr>
            <p:nvPr/>
          </p:nvSpPr>
          <p:spPr bwMode="auto">
            <a:xfrm>
              <a:off x="873"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2" name="Rectangle 629"/>
            <p:cNvSpPr>
              <a:spLocks noChangeArrowheads="1"/>
            </p:cNvSpPr>
            <p:nvPr/>
          </p:nvSpPr>
          <p:spPr bwMode="auto">
            <a:xfrm>
              <a:off x="873"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3" name="Rectangle 630"/>
            <p:cNvSpPr>
              <a:spLocks noChangeArrowheads="1"/>
            </p:cNvSpPr>
            <p:nvPr/>
          </p:nvSpPr>
          <p:spPr bwMode="auto">
            <a:xfrm>
              <a:off x="873"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4" name="Rectangle 631"/>
            <p:cNvSpPr>
              <a:spLocks noChangeArrowheads="1"/>
            </p:cNvSpPr>
            <p:nvPr/>
          </p:nvSpPr>
          <p:spPr bwMode="auto">
            <a:xfrm>
              <a:off x="873"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5" name="Rectangle 632"/>
            <p:cNvSpPr>
              <a:spLocks noChangeArrowheads="1"/>
            </p:cNvSpPr>
            <p:nvPr/>
          </p:nvSpPr>
          <p:spPr bwMode="auto">
            <a:xfrm>
              <a:off x="873"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6" name="Rectangle 633"/>
            <p:cNvSpPr>
              <a:spLocks noChangeArrowheads="1"/>
            </p:cNvSpPr>
            <p:nvPr/>
          </p:nvSpPr>
          <p:spPr bwMode="auto">
            <a:xfrm>
              <a:off x="873"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7" name="Rectangle 634"/>
            <p:cNvSpPr>
              <a:spLocks noChangeArrowheads="1"/>
            </p:cNvSpPr>
            <p:nvPr/>
          </p:nvSpPr>
          <p:spPr bwMode="auto">
            <a:xfrm>
              <a:off x="873"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8" name="Rectangle 635"/>
            <p:cNvSpPr>
              <a:spLocks noChangeArrowheads="1"/>
            </p:cNvSpPr>
            <p:nvPr/>
          </p:nvSpPr>
          <p:spPr bwMode="auto">
            <a:xfrm>
              <a:off x="873"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69" name="Rectangle 636"/>
            <p:cNvSpPr>
              <a:spLocks noChangeArrowheads="1"/>
            </p:cNvSpPr>
            <p:nvPr/>
          </p:nvSpPr>
          <p:spPr bwMode="auto">
            <a:xfrm>
              <a:off x="873"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0" name="Rectangle 637"/>
            <p:cNvSpPr>
              <a:spLocks noChangeArrowheads="1"/>
            </p:cNvSpPr>
            <p:nvPr/>
          </p:nvSpPr>
          <p:spPr bwMode="auto">
            <a:xfrm>
              <a:off x="873"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1" name="Rectangle 638"/>
            <p:cNvSpPr>
              <a:spLocks noChangeArrowheads="1"/>
            </p:cNvSpPr>
            <p:nvPr/>
          </p:nvSpPr>
          <p:spPr bwMode="auto">
            <a:xfrm>
              <a:off x="873"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2" name="Rectangle 639"/>
            <p:cNvSpPr>
              <a:spLocks noChangeArrowheads="1"/>
            </p:cNvSpPr>
            <p:nvPr/>
          </p:nvSpPr>
          <p:spPr bwMode="auto">
            <a:xfrm>
              <a:off x="873"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3" name="Rectangle 640"/>
            <p:cNvSpPr>
              <a:spLocks noChangeArrowheads="1"/>
            </p:cNvSpPr>
            <p:nvPr/>
          </p:nvSpPr>
          <p:spPr bwMode="auto">
            <a:xfrm>
              <a:off x="873"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4" name="Rectangle 641"/>
            <p:cNvSpPr>
              <a:spLocks noChangeArrowheads="1"/>
            </p:cNvSpPr>
            <p:nvPr/>
          </p:nvSpPr>
          <p:spPr bwMode="auto">
            <a:xfrm>
              <a:off x="873"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5" name="Rectangle 642"/>
            <p:cNvSpPr>
              <a:spLocks noChangeArrowheads="1"/>
            </p:cNvSpPr>
            <p:nvPr/>
          </p:nvSpPr>
          <p:spPr bwMode="auto">
            <a:xfrm>
              <a:off x="873"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6" name="Rectangle 643"/>
            <p:cNvSpPr>
              <a:spLocks noChangeArrowheads="1"/>
            </p:cNvSpPr>
            <p:nvPr/>
          </p:nvSpPr>
          <p:spPr bwMode="auto">
            <a:xfrm>
              <a:off x="873"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7" name="Rectangle 644"/>
            <p:cNvSpPr>
              <a:spLocks noChangeArrowheads="1"/>
            </p:cNvSpPr>
            <p:nvPr/>
          </p:nvSpPr>
          <p:spPr bwMode="auto">
            <a:xfrm>
              <a:off x="873"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8" name="Rectangle 645"/>
            <p:cNvSpPr>
              <a:spLocks noChangeArrowheads="1"/>
            </p:cNvSpPr>
            <p:nvPr/>
          </p:nvSpPr>
          <p:spPr bwMode="auto">
            <a:xfrm>
              <a:off x="873"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79" name="Rectangle 646"/>
            <p:cNvSpPr>
              <a:spLocks noChangeArrowheads="1"/>
            </p:cNvSpPr>
            <p:nvPr/>
          </p:nvSpPr>
          <p:spPr bwMode="auto">
            <a:xfrm>
              <a:off x="873"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0" name="Rectangle 647"/>
            <p:cNvSpPr>
              <a:spLocks noChangeArrowheads="1"/>
            </p:cNvSpPr>
            <p:nvPr/>
          </p:nvSpPr>
          <p:spPr bwMode="auto">
            <a:xfrm>
              <a:off x="873"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1" name="Rectangle 648"/>
            <p:cNvSpPr>
              <a:spLocks noChangeArrowheads="1"/>
            </p:cNvSpPr>
            <p:nvPr/>
          </p:nvSpPr>
          <p:spPr bwMode="auto">
            <a:xfrm>
              <a:off x="873"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2" name="Rectangle 649"/>
            <p:cNvSpPr>
              <a:spLocks noChangeArrowheads="1"/>
            </p:cNvSpPr>
            <p:nvPr/>
          </p:nvSpPr>
          <p:spPr bwMode="auto">
            <a:xfrm>
              <a:off x="873"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3" name="Rectangle 650"/>
            <p:cNvSpPr>
              <a:spLocks noChangeArrowheads="1"/>
            </p:cNvSpPr>
            <p:nvPr/>
          </p:nvSpPr>
          <p:spPr bwMode="auto">
            <a:xfrm>
              <a:off x="873"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4" name="Rectangle 651"/>
            <p:cNvSpPr>
              <a:spLocks noChangeArrowheads="1"/>
            </p:cNvSpPr>
            <p:nvPr/>
          </p:nvSpPr>
          <p:spPr bwMode="auto">
            <a:xfrm>
              <a:off x="873"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5" name="Rectangle 652"/>
            <p:cNvSpPr>
              <a:spLocks noChangeArrowheads="1"/>
            </p:cNvSpPr>
            <p:nvPr/>
          </p:nvSpPr>
          <p:spPr bwMode="auto">
            <a:xfrm>
              <a:off x="873"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6" name="Rectangle 653"/>
            <p:cNvSpPr>
              <a:spLocks noChangeArrowheads="1"/>
            </p:cNvSpPr>
            <p:nvPr/>
          </p:nvSpPr>
          <p:spPr bwMode="auto">
            <a:xfrm>
              <a:off x="873"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7" name="Rectangle 654"/>
            <p:cNvSpPr>
              <a:spLocks noChangeArrowheads="1"/>
            </p:cNvSpPr>
            <p:nvPr/>
          </p:nvSpPr>
          <p:spPr bwMode="auto">
            <a:xfrm>
              <a:off x="873"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8" name="Rectangle 655"/>
            <p:cNvSpPr>
              <a:spLocks noChangeArrowheads="1"/>
            </p:cNvSpPr>
            <p:nvPr/>
          </p:nvSpPr>
          <p:spPr bwMode="auto">
            <a:xfrm>
              <a:off x="873"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89" name="Rectangle 656"/>
            <p:cNvSpPr>
              <a:spLocks noChangeArrowheads="1"/>
            </p:cNvSpPr>
            <p:nvPr/>
          </p:nvSpPr>
          <p:spPr bwMode="auto">
            <a:xfrm>
              <a:off x="873"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0" name="Rectangle 657"/>
            <p:cNvSpPr>
              <a:spLocks noChangeArrowheads="1"/>
            </p:cNvSpPr>
            <p:nvPr/>
          </p:nvSpPr>
          <p:spPr bwMode="auto">
            <a:xfrm>
              <a:off x="873"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1" name="Rectangle 658"/>
            <p:cNvSpPr>
              <a:spLocks noChangeArrowheads="1"/>
            </p:cNvSpPr>
            <p:nvPr/>
          </p:nvSpPr>
          <p:spPr bwMode="auto">
            <a:xfrm>
              <a:off x="873"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2" name="Rectangle 659"/>
            <p:cNvSpPr>
              <a:spLocks noChangeArrowheads="1"/>
            </p:cNvSpPr>
            <p:nvPr/>
          </p:nvSpPr>
          <p:spPr bwMode="auto">
            <a:xfrm>
              <a:off x="873"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3" name="Rectangle 660"/>
            <p:cNvSpPr>
              <a:spLocks noChangeArrowheads="1"/>
            </p:cNvSpPr>
            <p:nvPr/>
          </p:nvSpPr>
          <p:spPr bwMode="auto">
            <a:xfrm>
              <a:off x="873"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4" name="Rectangle 661"/>
            <p:cNvSpPr>
              <a:spLocks noChangeArrowheads="1"/>
            </p:cNvSpPr>
            <p:nvPr/>
          </p:nvSpPr>
          <p:spPr bwMode="auto">
            <a:xfrm>
              <a:off x="873"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5" name="Rectangle 662"/>
            <p:cNvSpPr>
              <a:spLocks noChangeArrowheads="1"/>
            </p:cNvSpPr>
            <p:nvPr/>
          </p:nvSpPr>
          <p:spPr bwMode="auto">
            <a:xfrm>
              <a:off x="873"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6" name="Rectangle 663"/>
            <p:cNvSpPr>
              <a:spLocks noChangeArrowheads="1"/>
            </p:cNvSpPr>
            <p:nvPr/>
          </p:nvSpPr>
          <p:spPr bwMode="auto">
            <a:xfrm>
              <a:off x="873"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7" name="Rectangle 664"/>
            <p:cNvSpPr>
              <a:spLocks noChangeArrowheads="1"/>
            </p:cNvSpPr>
            <p:nvPr/>
          </p:nvSpPr>
          <p:spPr bwMode="auto">
            <a:xfrm>
              <a:off x="873"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8" name="Rectangle 665"/>
            <p:cNvSpPr>
              <a:spLocks noChangeArrowheads="1"/>
            </p:cNvSpPr>
            <p:nvPr/>
          </p:nvSpPr>
          <p:spPr bwMode="auto">
            <a:xfrm>
              <a:off x="873"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899" name="Rectangle 666"/>
            <p:cNvSpPr>
              <a:spLocks noChangeArrowheads="1"/>
            </p:cNvSpPr>
            <p:nvPr/>
          </p:nvSpPr>
          <p:spPr bwMode="auto">
            <a:xfrm>
              <a:off x="873"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0" name="Rectangle 667"/>
            <p:cNvSpPr>
              <a:spLocks noChangeArrowheads="1"/>
            </p:cNvSpPr>
            <p:nvPr/>
          </p:nvSpPr>
          <p:spPr bwMode="auto">
            <a:xfrm>
              <a:off x="873"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901" name="Rectangle 668"/>
            <p:cNvSpPr>
              <a:spLocks noChangeArrowheads="1"/>
            </p:cNvSpPr>
            <p:nvPr/>
          </p:nvSpPr>
          <p:spPr bwMode="auto">
            <a:xfrm>
              <a:off x="873"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4301" name="Rectangle 669"/>
          <p:cNvSpPr>
            <a:spLocks noChangeArrowheads="1"/>
          </p:cNvSpPr>
          <p:nvPr/>
        </p:nvSpPr>
        <p:spPr bwMode="auto">
          <a:xfrm>
            <a:off x="1511300" y="4567238"/>
            <a:ext cx="1147763" cy="276225"/>
          </a:xfrm>
          <a:prstGeom prst="rect">
            <a:avLst/>
          </a:prstGeom>
          <a:noFill/>
          <a:ln>
            <a:noFill/>
          </a:ln>
        </p:spPr>
        <p:txBody>
          <a:bodyPr lIns="0" tIns="0" rIns="0" bIns="0">
            <a:spAutoFit/>
          </a:bodyPr>
          <a:lstStyle/>
          <a:p>
            <a:pPr>
              <a:spcBef>
                <a:spcPct val="5000"/>
              </a:spcBef>
              <a:buClr>
                <a:srgbClr val="FF0000"/>
              </a:buClr>
              <a:buFont typeface="Wingdings" panose="05000000000000000000" pitchFamily="2" charset="2"/>
              <a:buNone/>
              <a:defRPr/>
            </a:pPr>
            <a:r>
              <a:rPr lang="zh-CN" altLang="en-US">
                <a:solidFill>
                  <a:srgbClr val="000000"/>
                </a:solidFill>
                <a:latin typeface="华文楷体" panose="02010600040101010101" pitchFamily="2" charset="-122"/>
                <a:ea typeface="华文楷体" panose="02010600040101010101" pitchFamily="2" charset="-122"/>
              </a:rPr>
              <a:t>项目策划</a:t>
            </a:r>
            <a:endParaRPr lang="zh-CN" altLang="en-US">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12" name="Group 670"/>
          <p:cNvGrpSpPr/>
          <p:nvPr/>
        </p:nvGrpSpPr>
        <p:grpSpPr bwMode="auto">
          <a:xfrm>
            <a:off x="2501900" y="4194175"/>
            <a:ext cx="1449388" cy="862013"/>
            <a:chOff x="1584" y="2549"/>
            <a:chExt cx="912" cy="543"/>
          </a:xfrm>
        </p:grpSpPr>
        <p:sp>
          <p:nvSpPr>
            <p:cNvPr id="217644" name="Rectangle 671"/>
            <p:cNvSpPr>
              <a:spLocks noChangeArrowheads="1"/>
            </p:cNvSpPr>
            <p:nvPr/>
          </p:nvSpPr>
          <p:spPr bwMode="auto">
            <a:xfrm>
              <a:off x="1584"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5" name="Rectangle 672"/>
            <p:cNvSpPr>
              <a:spLocks noChangeArrowheads="1"/>
            </p:cNvSpPr>
            <p:nvPr/>
          </p:nvSpPr>
          <p:spPr bwMode="auto">
            <a:xfrm>
              <a:off x="1584"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6" name="Rectangle 673"/>
            <p:cNvSpPr>
              <a:spLocks noChangeArrowheads="1"/>
            </p:cNvSpPr>
            <p:nvPr/>
          </p:nvSpPr>
          <p:spPr bwMode="auto">
            <a:xfrm>
              <a:off x="1584"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7" name="Rectangle 674"/>
            <p:cNvSpPr>
              <a:spLocks noChangeArrowheads="1"/>
            </p:cNvSpPr>
            <p:nvPr/>
          </p:nvSpPr>
          <p:spPr bwMode="auto">
            <a:xfrm>
              <a:off x="1584"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8" name="Rectangle 675"/>
            <p:cNvSpPr>
              <a:spLocks noChangeArrowheads="1"/>
            </p:cNvSpPr>
            <p:nvPr/>
          </p:nvSpPr>
          <p:spPr bwMode="auto">
            <a:xfrm>
              <a:off x="1584"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9" name="Rectangle 676"/>
            <p:cNvSpPr>
              <a:spLocks noChangeArrowheads="1"/>
            </p:cNvSpPr>
            <p:nvPr/>
          </p:nvSpPr>
          <p:spPr bwMode="auto">
            <a:xfrm>
              <a:off x="1584"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0" name="Rectangle 677"/>
            <p:cNvSpPr>
              <a:spLocks noChangeArrowheads="1"/>
            </p:cNvSpPr>
            <p:nvPr/>
          </p:nvSpPr>
          <p:spPr bwMode="auto">
            <a:xfrm>
              <a:off x="1584"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1" name="Rectangle 678"/>
            <p:cNvSpPr>
              <a:spLocks noChangeArrowheads="1"/>
            </p:cNvSpPr>
            <p:nvPr/>
          </p:nvSpPr>
          <p:spPr bwMode="auto">
            <a:xfrm>
              <a:off x="1584"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2" name="Rectangle 679"/>
            <p:cNvSpPr>
              <a:spLocks noChangeArrowheads="1"/>
            </p:cNvSpPr>
            <p:nvPr/>
          </p:nvSpPr>
          <p:spPr bwMode="auto">
            <a:xfrm>
              <a:off x="1584"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3" name="Rectangle 680"/>
            <p:cNvSpPr>
              <a:spLocks noChangeArrowheads="1"/>
            </p:cNvSpPr>
            <p:nvPr/>
          </p:nvSpPr>
          <p:spPr bwMode="auto">
            <a:xfrm>
              <a:off x="1584"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4" name="Rectangle 681"/>
            <p:cNvSpPr>
              <a:spLocks noChangeArrowheads="1"/>
            </p:cNvSpPr>
            <p:nvPr/>
          </p:nvSpPr>
          <p:spPr bwMode="auto">
            <a:xfrm>
              <a:off x="1584"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5" name="Rectangle 682"/>
            <p:cNvSpPr>
              <a:spLocks noChangeArrowheads="1"/>
            </p:cNvSpPr>
            <p:nvPr/>
          </p:nvSpPr>
          <p:spPr bwMode="auto">
            <a:xfrm>
              <a:off x="1584"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6" name="Rectangle 683"/>
            <p:cNvSpPr>
              <a:spLocks noChangeArrowheads="1"/>
            </p:cNvSpPr>
            <p:nvPr/>
          </p:nvSpPr>
          <p:spPr bwMode="auto">
            <a:xfrm>
              <a:off x="1584"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7" name="Rectangle 684"/>
            <p:cNvSpPr>
              <a:spLocks noChangeArrowheads="1"/>
            </p:cNvSpPr>
            <p:nvPr/>
          </p:nvSpPr>
          <p:spPr bwMode="auto">
            <a:xfrm>
              <a:off x="1584"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8" name="Rectangle 685"/>
            <p:cNvSpPr>
              <a:spLocks noChangeArrowheads="1"/>
            </p:cNvSpPr>
            <p:nvPr/>
          </p:nvSpPr>
          <p:spPr bwMode="auto">
            <a:xfrm>
              <a:off x="1584"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59" name="Rectangle 686"/>
            <p:cNvSpPr>
              <a:spLocks noChangeArrowheads="1"/>
            </p:cNvSpPr>
            <p:nvPr/>
          </p:nvSpPr>
          <p:spPr bwMode="auto">
            <a:xfrm>
              <a:off x="1584"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0" name="Rectangle 687"/>
            <p:cNvSpPr>
              <a:spLocks noChangeArrowheads="1"/>
            </p:cNvSpPr>
            <p:nvPr/>
          </p:nvSpPr>
          <p:spPr bwMode="auto">
            <a:xfrm>
              <a:off x="1584"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1" name="Rectangle 688"/>
            <p:cNvSpPr>
              <a:spLocks noChangeArrowheads="1"/>
            </p:cNvSpPr>
            <p:nvPr/>
          </p:nvSpPr>
          <p:spPr bwMode="auto">
            <a:xfrm>
              <a:off x="1584"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2" name="Rectangle 689"/>
            <p:cNvSpPr>
              <a:spLocks noChangeArrowheads="1"/>
            </p:cNvSpPr>
            <p:nvPr/>
          </p:nvSpPr>
          <p:spPr bwMode="auto">
            <a:xfrm>
              <a:off x="1584"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3" name="Rectangle 690"/>
            <p:cNvSpPr>
              <a:spLocks noChangeArrowheads="1"/>
            </p:cNvSpPr>
            <p:nvPr/>
          </p:nvSpPr>
          <p:spPr bwMode="auto">
            <a:xfrm>
              <a:off x="1584"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4" name="Rectangle 691"/>
            <p:cNvSpPr>
              <a:spLocks noChangeArrowheads="1"/>
            </p:cNvSpPr>
            <p:nvPr/>
          </p:nvSpPr>
          <p:spPr bwMode="auto">
            <a:xfrm>
              <a:off x="1584"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5" name="Rectangle 692"/>
            <p:cNvSpPr>
              <a:spLocks noChangeArrowheads="1"/>
            </p:cNvSpPr>
            <p:nvPr/>
          </p:nvSpPr>
          <p:spPr bwMode="auto">
            <a:xfrm>
              <a:off x="1584"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6" name="Rectangle 693"/>
            <p:cNvSpPr>
              <a:spLocks noChangeArrowheads="1"/>
            </p:cNvSpPr>
            <p:nvPr/>
          </p:nvSpPr>
          <p:spPr bwMode="auto">
            <a:xfrm>
              <a:off x="1584"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7" name="Rectangle 694"/>
            <p:cNvSpPr>
              <a:spLocks noChangeArrowheads="1"/>
            </p:cNvSpPr>
            <p:nvPr/>
          </p:nvSpPr>
          <p:spPr bwMode="auto">
            <a:xfrm>
              <a:off x="1584"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8" name="Rectangle 695"/>
            <p:cNvSpPr>
              <a:spLocks noChangeArrowheads="1"/>
            </p:cNvSpPr>
            <p:nvPr/>
          </p:nvSpPr>
          <p:spPr bwMode="auto">
            <a:xfrm>
              <a:off x="1584"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69" name="Rectangle 696"/>
            <p:cNvSpPr>
              <a:spLocks noChangeArrowheads="1"/>
            </p:cNvSpPr>
            <p:nvPr/>
          </p:nvSpPr>
          <p:spPr bwMode="auto">
            <a:xfrm>
              <a:off x="1584"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0" name="Rectangle 697"/>
            <p:cNvSpPr>
              <a:spLocks noChangeArrowheads="1"/>
            </p:cNvSpPr>
            <p:nvPr/>
          </p:nvSpPr>
          <p:spPr bwMode="auto">
            <a:xfrm>
              <a:off x="1584"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1" name="Rectangle 698"/>
            <p:cNvSpPr>
              <a:spLocks noChangeArrowheads="1"/>
            </p:cNvSpPr>
            <p:nvPr/>
          </p:nvSpPr>
          <p:spPr bwMode="auto">
            <a:xfrm>
              <a:off x="1584"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2" name="Rectangle 699"/>
            <p:cNvSpPr>
              <a:spLocks noChangeArrowheads="1"/>
            </p:cNvSpPr>
            <p:nvPr/>
          </p:nvSpPr>
          <p:spPr bwMode="auto">
            <a:xfrm>
              <a:off x="1584"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3" name="Rectangle 700"/>
            <p:cNvSpPr>
              <a:spLocks noChangeArrowheads="1"/>
            </p:cNvSpPr>
            <p:nvPr/>
          </p:nvSpPr>
          <p:spPr bwMode="auto">
            <a:xfrm>
              <a:off x="1584"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4" name="Rectangle 701"/>
            <p:cNvSpPr>
              <a:spLocks noChangeArrowheads="1"/>
            </p:cNvSpPr>
            <p:nvPr/>
          </p:nvSpPr>
          <p:spPr bwMode="auto">
            <a:xfrm>
              <a:off x="1584"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5" name="Rectangle 702"/>
            <p:cNvSpPr>
              <a:spLocks noChangeArrowheads="1"/>
            </p:cNvSpPr>
            <p:nvPr/>
          </p:nvSpPr>
          <p:spPr bwMode="auto">
            <a:xfrm>
              <a:off x="1584"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6" name="Rectangle 703"/>
            <p:cNvSpPr>
              <a:spLocks noChangeArrowheads="1"/>
            </p:cNvSpPr>
            <p:nvPr/>
          </p:nvSpPr>
          <p:spPr bwMode="auto">
            <a:xfrm>
              <a:off x="1584"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7" name="Rectangle 704"/>
            <p:cNvSpPr>
              <a:spLocks noChangeArrowheads="1"/>
            </p:cNvSpPr>
            <p:nvPr/>
          </p:nvSpPr>
          <p:spPr bwMode="auto">
            <a:xfrm>
              <a:off x="1584"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8" name="Rectangle 705"/>
            <p:cNvSpPr>
              <a:spLocks noChangeArrowheads="1"/>
            </p:cNvSpPr>
            <p:nvPr/>
          </p:nvSpPr>
          <p:spPr bwMode="auto">
            <a:xfrm>
              <a:off x="1584"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79" name="Rectangle 706"/>
            <p:cNvSpPr>
              <a:spLocks noChangeArrowheads="1"/>
            </p:cNvSpPr>
            <p:nvPr/>
          </p:nvSpPr>
          <p:spPr bwMode="auto">
            <a:xfrm>
              <a:off x="1584"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0" name="Rectangle 707"/>
            <p:cNvSpPr>
              <a:spLocks noChangeArrowheads="1"/>
            </p:cNvSpPr>
            <p:nvPr/>
          </p:nvSpPr>
          <p:spPr bwMode="auto">
            <a:xfrm>
              <a:off x="1584"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1" name="Rectangle 708"/>
            <p:cNvSpPr>
              <a:spLocks noChangeArrowheads="1"/>
            </p:cNvSpPr>
            <p:nvPr/>
          </p:nvSpPr>
          <p:spPr bwMode="auto">
            <a:xfrm>
              <a:off x="1584"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2" name="Rectangle 709"/>
            <p:cNvSpPr>
              <a:spLocks noChangeArrowheads="1"/>
            </p:cNvSpPr>
            <p:nvPr/>
          </p:nvSpPr>
          <p:spPr bwMode="auto">
            <a:xfrm>
              <a:off x="1584"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3" name="Rectangle 710"/>
            <p:cNvSpPr>
              <a:spLocks noChangeArrowheads="1"/>
            </p:cNvSpPr>
            <p:nvPr/>
          </p:nvSpPr>
          <p:spPr bwMode="auto">
            <a:xfrm>
              <a:off x="1584"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4" name="Rectangle 711"/>
            <p:cNvSpPr>
              <a:spLocks noChangeArrowheads="1"/>
            </p:cNvSpPr>
            <p:nvPr/>
          </p:nvSpPr>
          <p:spPr bwMode="auto">
            <a:xfrm>
              <a:off x="1584"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5" name="Rectangle 712"/>
            <p:cNvSpPr>
              <a:spLocks noChangeArrowheads="1"/>
            </p:cNvSpPr>
            <p:nvPr/>
          </p:nvSpPr>
          <p:spPr bwMode="auto">
            <a:xfrm>
              <a:off x="1584"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6" name="Rectangle 713"/>
            <p:cNvSpPr>
              <a:spLocks noChangeArrowheads="1"/>
            </p:cNvSpPr>
            <p:nvPr/>
          </p:nvSpPr>
          <p:spPr bwMode="auto">
            <a:xfrm>
              <a:off x="1584"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7" name="Rectangle 714"/>
            <p:cNvSpPr>
              <a:spLocks noChangeArrowheads="1"/>
            </p:cNvSpPr>
            <p:nvPr/>
          </p:nvSpPr>
          <p:spPr bwMode="auto">
            <a:xfrm>
              <a:off x="1584"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8" name="Rectangle 715"/>
            <p:cNvSpPr>
              <a:spLocks noChangeArrowheads="1"/>
            </p:cNvSpPr>
            <p:nvPr/>
          </p:nvSpPr>
          <p:spPr bwMode="auto">
            <a:xfrm>
              <a:off x="1584"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89" name="Rectangle 716"/>
            <p:cNvSpPr>
              <a:spLocks noChangeArrowheads="1"/>
            </p:cNvSpPr>
            <p:nvPr/>
          </p:nvSpPr>
          <p:spPr bwMode="auto">
            <a:xfrm>
              <a:off x="1584"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0" name="Rectangle 717"/>
            <p:cNvSpPr>
              <a:spLocks noChangeArrowheads="1"/>
            </p:cNvSpPr>
            <p:nvPr/>
          </p:nvSpPr>
          <p:spPr bwMode="auto">
            <a:xfrm>
              <a:off x="1584"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1" name="Rectangle 718"/>
            <p:cNvSpPr>
              <a:spLocks noChangeArrowheads="1"/>
            </p:cNvSpPr>
            <p:nvPr/>
          </p:nvSpPr>
          <p:spPr bwMode="auto">
            <a:xfrm>
              <a:off x="1584"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2" name="Rectangle 719"/>
            <p:cNvSpPr>
              <a:spLocks noChangeArrowheads="1"/>
            </p:cNvSpPr>
            <p:nvPr/>
          </p:nvSpPr>
          <p:spPr bwMode="auto">
            <a:xfrm>
              <a:off x="1584"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3" name="Rectangle 720"/>
            <p:cNvSpPr>
              <a:spLocks noChangeArrowheads="1"/>
            </p:cNvSpPr>
            <p:nvPr/>
          </p:nvSpPr>
          <p:spPr bwMode="auto">
            <a:xfrm>
              <a:off x="1584"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4" name="Rectangle 721"/>
            <p:cNvSpPr>
              <a:spLocks noChangeArrowheads="1"/>
            </p:cNvSpPr>
            <p:nvPr/>
          </p:nvSpPr>
          <p:spPr bwMode="auto">
            <a:xfrm>
              <a:off x="1584"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5" name="Rectangle 722"/>
            <p:cNvSpPr>
              <a:spLocks noChangeArrowheads="1"/>
            </p:cNvSpPr>
            <p:nvPr/>
          </p:nvSpPr>
          <p:spPr bwMode="auto">
            <a:xfrm>
              <a:off x="1584"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6" name="Rectangle 723"/>
            <p:cNvSpPr>
              <a:spLocks noChangeArrowheads="1"/>
            </p:cNvSpPr>
            <p:nvPr/>
          </p:nvSpPr>
          <p:spPr bwMode="auto">
            <a:xfrm>
              <a:off x="1584"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7" name="Rectangle 724"/>
            <p:cNvSpPr>
              <a:spLocks noChangeArrowheads="1"/>
            </p:cNvSpPr>
            <p:nvPr/>
          </p:nvSpPr>
          <p:spPr bwMode="auto">
            <a:xfrm>
              <a:off x="1584"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8" name="Rectangle 725"/>
            <p:cNvSpPr>
              <a:spLocks noChangeArrowheads="1"/>
            </p:cNvSpPr>
            <p:nvPr/>
          </p:nvSpPr>
          <p:spPr bwMode="auto">
            <a:xfrm>
              <a:off x="1584"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99" name="Rectangle 726"/>
            <p:cNvSpPr>
              <a:spLocks noChangeArrowheads="1"/>
            </p:cNvSpPr>
            <p:nvPr/>
          </p:nvSpPr>
          <p:spPr bwMode="auto">
            <a:xfrm>
              <a:off x="1584"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0" name="Rectangle 727"/>
            <p:cNvSpPr>
              <a:spLocks noChangeArrowheads="1"/>
            </p:cNvSpPr>
            <p:nvPr/>
          </p:nvSpPr>
          <p:spPr bwMode="auto">
            <a:xfrm>
              <a:off x="1584"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1" name="Rectangle 728"/>
            <p:cNvSpPr>
              <a:spLocks noChangeArrowheads="1"/>
            </p:cNvSpPr>
            <p:nvPr/>
          </p:nvSpPr>
          <p:spPr bwMode="auto">
            <a:xfrm>
              <a:off x="1584"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2" name="Rectangle 729"/>
            <p:cNvSpPr>
              <a:spLocks noChangeArrowheads="1"/>
            </p:cNvSpPr>
            <p:nvPr/>
          </p:nvSpPr>
          <p:spPr bwMode="auto">
            <a:xfrm>
              <a:off x="1584"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3" name="Rectangle 730"/>
            <p:cNvSpPr>
              <a:spLocks noChangeArrowheads="1"/>
            </p:cNvSpPr>
            <p:nvPr/>
          </p:nvSpPr>
          <p:spPr bwMode="auto">
            <a:xfrm>
              <a:off x="1584"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4" name="Rectangle 731"/>
            <p:cNvSpPr>
              <a:spLocks noChangeArrowheads="1"/>
            </p:cNvSpPr>
            <p:nvPr/>
          </p:nvSpPr>
          <p:spPr bwMode="auto">
            <a:xfrm>
              <a:off x="1584"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5" name="Rectangle 732"/>
            <p:cNvSpPr>
              <a:spLocks noChangeArrowheads="1"/>
            </p:cNvSpPr>
            <p:nvPr/>
          </p:nvSpPr>
          <p:spPr bwMode="auto">
            <a:xfrm>
              <a:off x="1584"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6" name="Rectangle 733"/>
            <p:cNvSpPr>
              <a:spLocks noChangeArrowheads="1"/>
            </p:cNvSpPr>
            <p:nvPr/>
          </p:nvSpPr>
          <p:spPr bwMode="auto">
            <a:xfrm>
              <a:off x="1584"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7" name="Rectangle 734"/>
            <p:cNvSpPr>
              <a:spLocks noChangeArrowheads="1"/>
            </p:cNvSpPr>
            <p:nvPr/>
          </p:nvSpPr>
          <p:spPr bwMode="auto">
            <a:xfrm>
              <a:off x="1584"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8" name="Rectangle 735"/>
            <p:cNvSpPr>
              <a:spLocks noChangeArrowheads="1"/>
            </p:cNvSpPr>
            <p:nvPr/>
          </p:nvSpPr>
          <p:spPr bwMode="auto">
            <a:xfrm>
              <a:off x="1584"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09" name="Rectangle 736"/>
            <p:cNvSpPr>
              <a:spLocks noChangeArrowheads="1"/>
            </p:cNvSpPr>
            <p:nvPr/>
          </p:nvSpPr>
          <p:spPr bwMode="auto">
            <a:xfrm>
              <a:off x="1584"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0" name="Rectangle 737"/>
            <p:cNvSpPr>
              <a:spLocks noChangeArrowheads="1"/>
            </p:cNvSpPr>
            <p:nvPr/>
          </p:nvSpPr>
          <p:spPr bwMode="auto">
            <a:xfrm>
              <a:off x="1584"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1" name="Rectangle 738"/>
            <p:cNvSpPr>
              <a:spLocks noChangeArrowheads="1"/>
            </p:cNvSpPr>
            <p:nvPr/>
          </p:nvSpPr>
          <p:spPr bwMode="auto">
            <a:xfrm>
              <a:off x="1584"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2" name="Rectangle 739"/>
            <p:cNvSpPr>
              <a:spLocks noChangeArrowheads="1"/>
            </p:cNvSpPr>
            <p:nvPr/>
          </p:nvSpPr>
          <p:spPr bwMode="auto">
            <a:xfrm>
              <a:off x="1584"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3" name="Rectangle 740"/>
            <p:cNvSpPr>
              <a:spLocks noChangeArrowheads="1"/>
            </p:cNvSpPr>
            <p:nvPr/>
          </p:nvSpPr>
          <p:spPr bwMode="auto">
            <a:xfrm>
              <a:off x="1584"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4" name="Rectangle 741"/>
            <p:cNvSpPr>
              <a:spLocks noChangeArrowheads="1"/>
            </p:cNvSpPr>
            <p:nvPr/>
          </p:nvSpPr>
          <p:spPr bwMode="auto">
            <a:xfrm>
              <a:off x="1584"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5" name="Rectangle 742"/>
            <p:cNvSpPr>
              <a:spLocks noChangeArrowheads="1"/>
            </p:cNvSpPr>
            <p:nvPr/>
          </p:nvSpPr>
          <p:spPr bwMode="auto">
            <a:xfrm>
              <a:off x="1584"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6" name="Rectangle 743"/>
            <p:cNvSpPr>
              <a:spLocks noChangeArrowheads="1"/>
            </p:cNvSpPr>
            <p:nvPr/>
          </p:nvSpPr>
          <p:spPr bwMode="auto">
            <a:xfrm>
              <a:off x="1584"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7" name="Rectangle 744"/>
            <p:cNvSpPr>
              <a:spLocks noChangeArrowheads="1"/>
            </p:cNvSpPr>
            <p:nvPr/>
          </p:nvSpPr>
          <p:spPr bwMode="auto">
            <a:xfrm>
              <a:off x="1584"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8" name="Rectangle 745"/>
            <p:cNvSpPr>
              <a:spLocks noChangeArrowheads="1"/>
            </p:cNvSpPr>
            <p:nvPr/>
          </p:nvSpPr>
          <p:spPr bwMode="auto">
            <a:xfrm>
              <a:off x="1584"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19" name="Rectangle 746"/>
            <p:cNvSpPr>
              <a:spLocks noChangeArrowheads="1"/>
            </p:cNvSpPr>
            <p:nvPr/>
          </p:nvSpPr>
          <p:spPr bwMode="auto">
            <a:xfrm>
              <a:off x="1584"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0" name="Rectangle 747"/>
            <p:cNvSpPr>
              <a:spLocks noChangeArrowheads="1"/>
            </p:cNvSpPr>
            <p:nvPr/>
          </p:nvSpPr>
          <p:spPr bwMode="auto">
            <a:xfrm>
              <a:off x="1584"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1" name="Rectangle 748"/>
            <p:cNvSpPr>
              <a:spLocks noChangeArrowheads="1"/>
            </p:cNvSpPr>
            <p:nvPr/>
          </p:nvSpPr>
          <p:spPr bwMode="auto">
            <a:xfrm>
              <a:off x="1584"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2" name="Rectangle 749"/>
            <p:cNvSpPr>
              <a:spLocks noChangeArrowheads="1"/>
            </p:cNvSpPr>
            <p:nvPr/>
          </p:nvSpPr>
          <p:spPr bwMode="auto">
            <a:xfrm>
              <a:off x="1584"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3" name="Rectangle 750"/>
            <p:cNvSpPr>
              <a:spLocks noChangeArrowheads="1"/>
            </p:cNvSpPr>
            <p:nvPr/>
          </p:nvSpPr>
          <p:spPr bwMode="auto">
            <a:xfrm>
              <a:off x="1584"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4" name="Rectangle 751"/>
            <p:cNvSpPr>
              <a:spLocks noChangeArrowheads="1"/>
            </p:cNvSpPr>
            <p:nvPr/>
          </p:nvSpPr>
          <p:spPr bwMode="auto">
            <a:xfrm>
              <a:off x="1584"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5" name="Rectangle 752"/>
            <p:cNvSpPr>
              <a:spLocks noChangeArrowheads="1"/>
            </p:cNvSpPr>
            <p:nvPr/>
          </p:nvSpPr>
          <p:spPr bwMode="auto">
            <a:xfrm>
              <a:off x="1584"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6" name="Rectangle 753"/>
            <p:cNvSpPr>
              <a:spLocks noChangeArrowheads="1"/>
            </p:cNvSpPr>
            <p:nvPr/>
          </p:nvSpPr>
          <p:spPr bwMode="auto">
            <a:xfrm>
              <a:off x="1584"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7" name="Rectangle 754"/>
            <p:cNvSpPr>
              <a:spLocks noChangeArrowheads="1"/>
            </p:cNvSpPr>
            <p:nvPr/>
          </p:nvSpPr>
          <p:spPr bwMode="auto">
            <a:xfrm>
              <a:off x="1584"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8" name="Rectangle 755"/>
            <p:cNvSpPr>
              <a:spLocks noChangeArrowheads="1"/>
            </p:cNvSpPr>
            <p:nvPr/>
          </p:nvSpPr>
          <p:spPr bwMode="auto">
            <a:xfrm>
              <a:off x="1584"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29" name="Rectangle 756"/>
            <p:cNvSpPr>
              <a:spLocks noChangeArrowheads="1"/>
            </p:cNvSpPr>
            <p:nvPr/>
          </p:nvSpPr>
          <p:spPr bwMode="auto">
            <a:xfrm>
              <a:off x="1584"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0" name="Rectangle 757"/>
            <p:cNvSpPr>
              <a:spLocks noChangeArrowheads="1"/>
            </p:cNvSpPr>
            <p:nvPr/>
          </p:nvSpPr>
          <p:spPr bwMode="auto">
            <a:xfrm>
              <a:off x="1584"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1" name="Rectangle 758"/>
            <p:cNvSpPr>
              <a:spLocks noChangeArrowheads="1"/>
            </p:cNvSpPr>
            <p:nvPr/>
          </p:nvSpPr>
          <p:spPr bwMode="auto">
            <a:xfrm>
              <a:off x="1584"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2" name="Rectangle 759"/>
            <p:cNvSpPr>
              <a:spLocks noChangeArrowheads="1"/>
            </p:cNvSpPr>
            <p:nvPr/>
          </p:nvSpPr>
          <p:spPr bwMode="auto">
            <a:xfrm>
              <a:off x="1584"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3" name="Rectangle 760"/>
            <p:cNvSpPr>
              <a:spLocks noChangeArrowheads="1"/>
            </p:cNvSpPr>
            <p:nvPr/>
          </p:nvSpPr>
          <p:spPr bwMode="auto">
            <a:xfrm>
              <a:off x="1584"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4" name="Rectangle 761"/>
            <p:cNvSpPr>
              <a:spLocks noChangeArrowheads="1"/>
            </p:cNvSpPr>
            <p:nvPr/>
          </p:nvSpPr>
          <p:spPr bwMode="auto">
            <a:xfrm>
              <a:off x="1584"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5" name="Rectangle 762"/>
            <p:cNvSpPr>
              <a:spLocks noChangeArrowheads="1"/>
            </p:cNvSpPr>
            <p:nvPr/>
          </p:nvSpPr>
          <p:spPr bwMode="auto">
            <a:xfrm>
              <a:off x="1584"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6" name="Rectangle 763"/>
            <p:cNvSpPr>
              <a:spLocks noChangeArrowheads="1"/>
            </p:cNvSpPr>
            <p:nvPr/>
          </p:nvSpPr>
          <p:spPr bwMode="auto">
            <a:xfrm>
              <a:off x="1584"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7" name="Rectangle 764"/>
            <p:cNvSpPr>
              <a:spLocks noChangeArrowheads="1"/>
            </p:cNvSpPr>
            <p:nvPr/>
          </p:nvSpPr>
          <p:spPr bwMode="auto">
            <a:xfrm>
              <a:off x="1584"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8" name="Rectangle 765"/>
            <p:cNvSpPr>
              <a:spLocks noChangeArrowheads="1"/>
            </p:cNvSpPr>
            <p:nvPr/>
          </p:nvSpPr>
          <p:spPr bwMode="auto">
            <a:xfrm>
              <a:off x="1584"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39" name="Rectangle 766"/>
            <p:cNvSpPr>
              <a:spLocks noChangeArrowheads="1"/>
            </p:cNvSpPr>
            <p:nvPr/>
          </p:nvSpPr>
          <p:spPr bwMode="auto">
            <a:xfrm>
              <a:off x="1584"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0" name="Rectangle 767"/>
            <p:cNvSpPr>
              <a:spLocks noChangeArrowheads="1"/>
            </p:cNvSpPr>
            <p:nvPr/>
          </p:nvSpPr>
          <p:spPr bwMode="auto">
            <a:xfrm>
              <a:off x="1584"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1" name="Rectangle 768"/>
            <p:cNvSpPr>
              <a:spLocks noChangeArrowheads="1"/>
            </p:cNvSpPr>
            <p:nvPr/>
          </p:nvSpPr>
          <p:spPr bwMode="auto">
            <a:xfrm>
              <a:off x="1584"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2" name="Rectangle 769"/>
            <p:cNvSpPr>
              <a:spLocks noChangeArrowheads="1"/>
            </p:cNvSpPr>
            <p:nvPr/>
          </p:nvSpPr>
          <p:spPr bwMode="auto">
            <a:xfrm>
              <a:off x="1584"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3" name="Rectangle 770"/>
            <p:cNvSpPr>
              <a:spLocks noChangeArrowheads="1"/>
            </p:cNvSpPr>
            <p:nvPr/>
          </p:nvSpPr>
          <p:spPr bwMode="auto">
            <a:xfrm>
              <a:off x="1584"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4" name="Rectangle 771"/>
            <p:cNvSpPr>
              <a:spLocks noChangeArrowheads="1"/>
            </p:cNvSpPr>
            <p:nvPr/>
          </p:nvSpPr>
          <p:spPr bwMode="auto">
            <a:xfrm>
              <a:off x="1584"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5" name="Rectangle 772"/>
            <p:cNvSpPr>
              <a:spLocks noChangeArrowheads="1"/>
            </p:cNvSpPr>
            <p:nvPr/>
          </p:nvSpPr>
          <p:spPr bwMode="auto">
            <a:xfrm>
              <a:off x="1584"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6" name="Rectangle 773"/>
            <p:cNvSpPr>
              <a:spLocks noChangeArrowheads="1"/>
            </p:cNvSpPr>
            <p:nvPr/>
          </p:nvSpPr>
          <p:spPr bwMode="auto">
            <a:xfrm>
              <a:off x="1584"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7" name="Rectangle 774"/>
            <p:cNvSpPr>
              <a:spLocks noChangeArrowheads="1"/>
            </p:cNvSpPr>
            <p:nvPr/>
          </p:nvSpPr>
          <p:spPr bwMode="auto">
            <a:xfrm>
              <a:off x="1584"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8" name="Rectangle 775"/>
            <p:cNvSpPr>
              <a:spLocks noChangeArrowheads="1"/>
            </p:cNvSpPr>
            <p:nvPr/>
          </p:nvSpPr>
          <p:spPr bwMode="auto">
            <a:xfrm>
              <a:off x="1584"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49" name="Rectangle 776"/>
            <p:cNvSpPr>
              <a:spLocks noChangeArrowheads="1"/>
            </p:cNvSpPr>
            <p:nvPr/>
          </p:nvSpPr>
          <p:spPr bwMode="auto">
            <a:xfrm>
              <a:off x="1584"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0" name="Rectangle 777"/>
            <p:cNvSpPr>
              <a:spLocks noChangeArrowheads="1"/>
            </p:cNvSpPr>
            <p:nvPr/>
          </p:nvSpPr>
          <p:spPr bwMode="auto">
            <a:xfrm>
              <a:off x="1584"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1" name="Rectangle 778"/>
            <p:cNvSpPr>
              <a:spLocks noChangeArrowheads="1"/>
            </p:cNvSpPr>
            <p:nvPr/>
          </p:nvSpPr>
          <p:spPr bwMode="auto">
            <a:xfrm>
              <a:off x="1584"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2" name="Rectangle 779"/>
            <p:cNvSpPr>
              <a:spLocks noChangeArrowheads="1"/>
            </p:cNvSpPr>
            <p:nvPr/>
          </p:nvSpPr>
          <p:spPr bwMode="auto">
            <a:xfrm>
              <a:off x="1584"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3" name="Rectangle 780"/>
            <p:cNvSpPr>
              <a:spLocks noChangeArrowheads="1"/>
            </p:cNvSpPr>
            <p:nvPr/>
          </p:nvSpPr>
          <p:spPr bwMode="auto">
            <a:xfrm>
              <a:off x="1584"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4" name="Rectangle 781"/>
            <p:cNvSpPr>
              <a:spLocks noChangeArrowheads="1"/>
            </p:cNvSpPr>
            <p:nvPr/>
          </p:nvSpPr>
          <p:spPr bwMode="auto">
            <a:xfrm>
              <a:off x="1584"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5" name="Rectangle 782"/>
            <p:cNvSpPr>
              <a:spLocks noChangeArrowheads="1"/>
            </p:cNvSpPr>
            <p:nvPr/>
          </p:nvSpPr>
          <p:spPr bwMode="auto">
            <a:xfrm>
              <a:off x="1584"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6" name="Rectangle 783"/>
            <p:cNvSpPr>
              <a:spLocks noChangeArrowheads="1"/>
            </p:cNvSpPr>
            <p:nvPr/>
          </p:nvSpPr>
          <p:spPr bwMode="auto">
            <a:xfrm>
              <a:off x="1584"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7" name="Rectangle 784"/>
            <p:cNvSpPr>
              <a:spLocks noChangeArrowheads="1"/>
            </p:cNvSpPr>
            <p:nvPr/>
          </p:nvSpPr>
          <p:spPr bwMode="auto">
            <a:xfrm>
              <a:off x="1584"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8" name="Rectangle 785"/>
            <p:cNvSpPr>
              <a:spLocks noChangeArrowheads="1"/>
            </p:cNvSpPr>
            <p:nvPr/>
          </p:nvSpPr>
          <p:spPr bwMode="auto">
            <a:xfrm>
              <a:off x="1584"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59" name="Rectangle 786"/>
            <p:cNvSpPr>
              <a:spLocks noChangeArrowheads="1"/>
            </p:cNvSpPr>
            <p:nvPr/>
          </p:nvSpPr>
          <p:spPr bwMode="auto">
            <a:xfrm>
              <a:off x="1584"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0" name="Rectangle 787"/>
            <p:cNvSpPr>
              <a:spLocks noChangeArrowheads="1"/>
            </p:cNvSpPr>
            <p:nvPr/>
          </p:nvSpPr>
          <p:spPr bwMode="auto">
            <a:xfrm>
              <a:off x="1584"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1" name="Rectangle 788"/>
            <p:cNvSpPr>
              <a:spLocks noChangeArrowheads="1"/>
            </p:cNvSpPr>
            <p:nvPr/>
          </p:nvSpPr>
          <p:spPr bwMode="auto">
            <a:xfrm>
              <a:off x="1584"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2" name="Rectangle 789"/>
            <p:cNvSpPr>
              <a:spLocks noChangeArrowheads="1"/>
            </p:cNvSpPr>
            <p:nvPr/>
          </p:nvSpPr>
          <p:spPr bwMode="auto">
            <a:xfrm>
              <a:off x="1584"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3" name="Rectangle 790"/>
            <p:cNvSpPr>
              <a:spLocks noChangeArrowheads="1"/>
            </p:cNvSpPr>
            <p:nvPr/>
          </p:nvSpPr>
          <p:spPr bwMode="auto">
            <a:xfrm>
              <a:off x="1584"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4" name="Rectangle 791"/>
            <p:cNvSpPr>
              <a:spLocks noChangeArrowheads="1"/>
            </p:cNvSpPr>
            <p:nvPr/>
          </p:nvSpPr>
          <p:spPr bwMode="auto">
            <a:xfrm>
              <a:off x="1584"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5" name="Rectangle 792"/>
            <p:cNvSpPr>
              <a:spLocks noChangeArrowheads="1"/>
            </p:cNvSpPr>
            <p:nvPr/>
          </p:nvSpPr>
          <p:spPr bwMode="auto">
            <a:xfrm>
              <a:off x="1584"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6" name="Rectangle 793"/>
            <p:cNvSpPr>
              <a:spLocks noChangeArrowheads="1"/>
            </p:cNvSpPr>
            <p:nvPr/>
          </p:nvSpPr>
          <p:spPr bwMode="auto">
            <a:xfrm>
              <a:off x="1584"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7" name="Rectangle 794"/>
            <p:cNvSpPr>
              <a:spLocks noChangeArrowheads="1"/>
            </p:cNvSpPr>
            <p:nvPr/>
          </p:nvSpPr>
          <p:spPr bwMode="auto">
            <a:xfrm>
              <a:off x="1584"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8" name="Rectangle 795"/>
            <p:cNvSpPr>
              <a:spLocks noChangeArrowheads="1"/>
            </p:cNvSpPr>
            <p:nvPr/>
          </p:nvSpPr>
          <p:spPr bwMode="auto">
            <a:xfrm>
              <a:off x="1584"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69" name="Rectangle 796"/>
            <p:cNvSpPr>
              <a:spLocks noChangeArrowheads="1"/>
            </p:cNvSpPr>
            <p:nvPr/>
          </p:nvSpPr>
          <p:spPr bwMode="auto">
            <a:xfrm>
              <a:off x="1584"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0" name="Rectangle 797"/>
            <p:cNvSpPr>
              <a:spLocks noChangeArrowheads="1"/>
            </p:cNvSpPr>
            <p:nvPr/>
          </p:nvSpPr>
          <p:spPr bwMode="auto">
            <a:xfrm>
              <a:off x="1584"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1" name="Rectangle 798"/>
            <p:cNvSpPr>
              <a:spLocks noChangeArrowheads="1"/>
            </p:cNvSpPr>
            <p:nvPr/>
          </p:nvSpPr>
          <p:spPr bwMode="auto">
            <a:xfrm>
              <a:off x="1584"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772" name="Rectangle 799"/>
            <p:cNvSpPr>
              <a:spLocks noChangeArrowheads="1"/>
            </p:cNvSpPr>
            <p:nvPr/>
          </p:nvSpPr>
          <p:spPr bwMode="auto">
            <a:xfrm>
              <a:off x="1584"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4432" name="Rectangle 800"/>
          <p:cNvSpPr>
            <a:spLocks noChangeArrowheads="1"/>
          </p:cNvSpPr>
          <p:nvPr/>
        </p:nvSpPr>
        <p:spPr bwMode="auto">
          <a:xfrm>
            <a:off x="2778125" y="4548188"/>
            <a:ext cx="922338" cy="2762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dirty="0">
                <a:solidFill>
                  <a:srgbClr val="000000"/>
                </a:solidFill>
                <a:latin typeface="华文楷体" panose="02010600040101010101" pitchFamily="2" charset="-122"/>
                <a:ea typeface="华文楷体" panose="02010600040101010101" pitchFamily="2" charset="-122"/>
              </a:rPr>
              <a:t>项目筹备</a:t>
            </a:r>
            <a:endParaRPr lang="zh-CN" altLang="en-US" dirty="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14" name="Group 801"/>
          <p:cNvGrpSpPr/>
          <p:nvPr/>
        </p:nvGrpSpPr>
        <p:grpSpPr bwMode="auto">
          <a:xfrm>
            <a:off x="3638550" y="4194175"/>
            <a:ext cx="1446213" cy="862013"/>
            <a:chOff x="2299" y="2549"/>
            <a:chExt cx="912" cy="543"/>
          </a:xfrm>
        </p:grpSpPr>
        <p:sp>
          <p:nvSpPr>
            <p:cNvPr id="217515" name="Rectangle 802"/>
            <p:cNvSpPr>
              <a:spLocks noChangeArrowheads="1"/>
            </p:cNvSpPr>
            <p:nvPr/>
          </p:nvSpPr>
          <p:spPr bwMode="auto">
            <a:xfrm>
              <a:off x="2299"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6" name="Rectangle 803"/>
            <p:cNvSpPr>
              <a:spLocks noChangeArrowheads="1"/>
            </p:cNvSpPr>
            <p:nvPr/>
          </p:nvSpPr>
          <p:spPr bwMode="auto">
            <a:xfrm>
              <a:off x="2299"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7" name="Rectangle 804"/>
            <p:cNvSpPr>
              <a:spLocks noChangeArrowheads="1"/>
            </p:cNvSpPr>
            <p:nvPr/>
          </p:nvSpPr>
          <p:spPr bwMode="auto">
            <a:xfrm>
              <a:off x="2299"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8" name="Rectangle 805"/>
            <p:cNvSpPr>
              <a:spLocks noChangeArrowheads="1"/>
            </p:cNvSpPr>
            <p:nvPr/>
          </p:nvSpPr>
          <p:spPr bwMode="auto">
            <a:xfrm>
              <a:off x="2299"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9" name="Rectangle 806"/>
            <p:cNvSpPr>
              <a:spLocks noChangeArrowheads="1"/>
            </p:cNvSpPr>
            <p:nvPr/>
          </p:nvSpPr>
          <p:spPr bwMode="auto">
            <a:xfrm>
              <a:off x="2299"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0" name="Rectangle 807"/>
            <p:cNvSpPr>
              <a:spLocks noChangeArrowheads="1"/>
            </p:cNvSpPr>
            <p:nvPr/>
          </p:nvSpPr>
          <p:spPr bwMode="auto">
            <a:xfrm>
              <a:off x="2299"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1" name="Rectangle 808"/>
            <p:cNvSpPr>
              <a:spLocks noChangeArrowheads="1"/>
            </p:cNvSpPr>
            <p:nvPr/>
          </p:nvSpPr>
          <p:spPr bwMode="auto">
            <a:xfrm>
              <a:off x="2299"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2" name="Rectangle 809"/>
            <p:cNvSpPr>
              <a:spLocks noChangeArrowheads="1"/>
            </p:cNvSpPr>
            <p:nvPr/>
          </p:nvSpPr>
          <p:spPr bwMode="auto">
            <a:xfrm>
              <a:off x="2299"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3" name="Rectangle 810"/>
            <p:cNvSpPr>
              <a:spLocks noChangeArrowheads="1"/>
            </p:cNvSpPr>
            <p:nvPr/>
          </p:nvSpPr>
          <p:spPr bwMode="auto">
            <a:xfrm>
              <a:off x="2299"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4" name="Rectangle 811"/>
            <p:cNvSpPr>
              <a:spLocks noChangeArrowheads="1"/>
            </p:cNvSpPr>
            <p:nvPr/>
          </p:nvSpPr>
          <p:spPr bwMode="auto">
            <a:xfrm>
              <a:off x="2299"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5" name="Rectangle 812"/>
            <p:cNvSpPr>
              <a:spLocks noChangeArrowheads="1"/>
            </p:cNvSpPr>
            <p:nvPr/>
          </p:nvSpPr>
          <p:spPr bwMode="auto">
            <a:xfrm>
              <a:off x="2299"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6" name="Rectangle 813"/>
            <p:cNvSpPr>
              <a:spLocks noChangeArrowheads="1"/>
            </p:cNvSpPr>
            <p:nvPr/>
          </p:nvSpPr>
          <p:spPr bwMode="auto">
            <a:xfrm>
              <a:off x="2299"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7" name="Rectangle 814"/>
            <p:cNvSpPr>
              <a:spLocks noChangeArrowheads="1"/>
            </p:cNvSpPr>
            <p:nvPr/>
          </p:nvSpPr>
          <p:spPr bwMode="auto">
            <a:xfrm>
              <a:off x="2299"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8" name="Rectangle 815"/>
            <p:cNvSpPr>
              <a:spLocks noChangeArrowheads="1"/>
            </p:cNvSpPr>
            <p:nvPr/>
          </p:nvSpPr>
          <p:spPr bwMode="auto">
            <a:xfrm>
              <a:off x="2299"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29" name="Rectangle 816"/>
            <p:cNvSpPr>
              <a:spLocks noChangeArrowheads="1"/>
            </p:cNvSpPr>
            <p:nvPr/>
          </p:nvSpPr>
          <p:spPr bwMode="auto">
            <a:xfrm>
              <a:off x="2299"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0" name="Rectangle 817"/>
            <p:cNvSpPr>
              <a:spLocks noChangeArrowheads="1"/>
            </p:cNvSpPr>
            <p:nvPr/>
          </p:nvSpPr>
          <p:spPr bwMode="auto">
            <a:xfrm>
              <a:off x="2299"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1" name="Rectangle 818"/>
            <p:cNvSpPr>
              <a:spLocks noChangeArrowheads="1"/>
            </p:cNvSpPr>
            <p:nvPr/>
          </p:nvSpPr>
          <p:spPr bwMode="auto">
            <a:xfrm>
              <a:off x="2299"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2" name="Rectangle 819"/>
            <p:cNvSpPr>
              <a:spLocks noChangeArrowheads="1"/>
            </p:cNvSpPr>
            <p:nvPr/>
          </p:nvSpPr>
          <p:spPr bwMode="auto">
            <a:xfrm>
              <a:off x="2299"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3" name="Rectangle 820"/>
            <p:cNvSpPr>
              <a:spLocks noChangeArrowheads="1"/>
            </p:cNvSpPr>
            <p:nvPr/>
          </p:nvSpPr>
          <p:spPr bwMode="auto">
            <a:xfrm>
              <a:off x="2299"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4" name="Rectangle 821"/>
            <p:cNvSpPr>
              <a:spLocks noChangeArrowheads="1"/>
            </p:cNvSpPr>
            <p:nvPr/>
          </p:nvSpPr>
          <p:spPr bwMode="auto">
            <a:xfrm>
              <a:off x="2299"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5" name="Rectangle 822"/>
            <p:cNvSpPr>
              <a:spLocks noChangeArrowheads="1"/>
            </p:cNvSpPr>
            <p:nvPr/>
          </p:nvSpPr>
          <p:spPr bwMode="auto">
            <a:xfrm>
              <a:off x="2299"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6" name="Rectangle 823"/>
            <p:cNvSpPr>
              <a:spLocks noChangeArrowheads="1"/>
            </p:cNvSpPr>
            <p:nvPr/>
          </p:nvSpPr>
          <p:spPr bwMode="auto">
            <a:xfrm>
              <a:off x="2299"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7" name="Rectangle 824"/>
            <p:cNvSpPr>
              <a:spLocks noChangeArrowheads="1"/>
            </p:cNvSpPr>
            <p:nvPr/>
          </p:nvSpPr>
          <p:spPr bwMode="auto">
            <a:xfrm>
              <a:off x="2299"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8" name="Rectangle 825"/>
            <p:cNvSpPr>
              <a:spLocks noChangeArrowheads="1"/>
            </p:cNvSpPr>
            <p:nvPr/>
          </p:nvSpPr>
          <p:spPr bwMode="auto">
            <a:xfrm>
              <a:off x="2299"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39" name="Rectangle 826"/>
            <p:cNvSpPr>
              <a:spLocks noChangeArrowheads="1"/>
            </p:cNvSpPr>
            <p:nvPr/>
          </p:nvSpPr>
          <p:spPr bwMode="auto">
            <a:xfrm>
              <a:off x="2299"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0" name="Rectangle 827"/>
            <p:cNvSpPr>
              <a:spLocks noChangeArrowheads="1"/>
            </p:cNvSpPr>
            <p:nvPr/>
          </p:nvSpPr>
          <p:spPr bwMode="auto">
            <a:xfrm>
              <a:off x="2299"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1" name="Rectangle 828"/>
            <p:cNvSpPr>
              <a:spLocks noChangeArrowheads="1"/>
            </p:cNvSpPr>
            <p:nvPr/>
          </p:nvSpPr>
          <p:spPr bwMode="auto">
            <a:xfrm>
              <a:off x="2299"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2" name="Rectangle 829"/>
            <p:cNvSpPr>
              <a:spLocks noChangeArrowheads="1"/>
            </p:cNvSpPr>
            <p:nvPr/>
          </p:nvSpPr>
          <p:spPr bwMode="auto">
            <a:xfrm>
              <a:off x="2299"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3" name="Rectangle 830"/>
            <p:cNvSpPr>
              <a:spLocks noChangeArrowheads="1"/>
            </p:cNvSpPr>
            <p:nvPr/>
          </p:nvSpPr>
          <p:spPr bwMode="auto">
            <a:xfrm>
              <a:off x="2299"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4" name="Rectangle 831"/>
            <p:cNvSpPr>
              <a:spLocks noChangeArrowheads="1"/>
            </p:cNvSpPr>
            <p:nvPr/>
          </p:nvSpPr>
          <p:spPr bwMode="auto">
            <a:xfrm>
              <a:off x="2299"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5" name="Rectangle 832"/>
            <p:cNvSpPr>
              <a:spLocks noChangeArrowheads="1"/>
            </p:cNvSpPr>
            <p:nvPr/>
          </p:nvSpPr>
          <p:spPr bwMode="auto">
            <a:xfrm>
              <a:off x="2299"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6" name="Rectangle 833"/>
            <p:cNvSpPr>
              <a:spLocks noChangeArrowheads="1"/>
            </p:cNvSpPr>
            <p:nvPr/>
          </p:nvSpPr>
          <p:spPr bwMode="auto">
            <a:xfrm>
              <a:off x="2299"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7" name="Rectangle 834"/>
            <p:cNvSpPr>
              <a:spLocks noChangeArrowheads="1"/>
            </p:cNvSpPr>
            <p:nvPr/>
          </p:nvSpPr>
          <p:spPr bwMode="auto">
            <a:xfrm>
              <a:off x="2299"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8" name="Rectangle 835"/>
            <p:cNvSpPr>
              <a:spLocks noChangeArrowheads="1"/>
            </p:cNvSpPr>
            <p:nvPr/>
          </p:nvSpPr>
          <p:spPr bwMode="auto">
            <a:xfrm>
              <a:off x="2299"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49" name="Rectangle 836"/>
            <p:cNvSpPr>
              <a:spLocks noChangeArrowheads="1"/>
            </p:cNvSpPr>
            <p:nvPr/>
          </p:nvSpPr>
          <p:spPr bwMode="auto">
            <a:xfrm>
              <a:off x="2299"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0" name="Rectangle 837"/>
            <p:cNvSpPr>
              <a:spLocks noChangeArrowheads="1"/>
            </p:cNvSpPr>
            <p:nvPr/>
          </p:nvSpPr>
          <p:spPr bwMode="auto">
            <a:xfrm>
              <a:off x="2299"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1" name="Rectangle 838"/>
            <p:cNvSpPr>
              <a:spLocks noChangeArrowheads="1"/>
            </p:cNvSpPr>
            <p:nvPr/>
          </p:nvSpPr>
          <p:spPr bwMode="auto">
            <a:xfrm>
              <a:off x="2299"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2" name="Rectangle 839"/>
            <p:cNvSpPr>
              <a:spLocks noChangeArrowheads="1"/>
            </p:cNvSpPr>
            <p:nvPr/>
          </p:nvSpPr>
          <p:spPr bwMode="auto">
            <a:xfrm>
              <a:off x="2299"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3" name="Rectangle 840"/>
            <p:cNvSpPr>
              <a:spLocks noChangeArrowheads="1"/>
            </p:cNvSpPr>
            <p:nvPr/>
          </p:nvSpPr>
          <p:spPr bwMode="auto">
            <a:xfrm>
              <a:off x="2299"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4" name="Rectangle 841"/>
            <p:cNvSpPr>
              <a:spLocks noChangeArrowheads="1"/>
            </p:cNvSpPr>
            <p:nvPr/>
          </p:nvSpPr>
          <p:spPr bwMode="auto">
            <a:xfrm>
              <a:off x="2299"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5" name="Rectangle 842"/>
            <p:cNvSpPr>
              <a:spLocks noChangeArrowheads="1"/>
            </p:cNvSpPr>
            <p:nvPr/>
          </p:nvSpPr>
          <p:spPr bwMode="auto">
            <a:xfrm>
              <a:off x="2299"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6" name="Rectangle 843"/>
            <p:cNvSpPr>
              <a:spLocks noChangeArrowheads="1"/>
            </p:cNvSpPr>
            <p:nvPr/>
          </p:nvSpPr>
          <p:spPr bwMode="auto">
            <a:xfrm>
              <a:off x="2299"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7" name="Rectangle 844"/>
            <p:cNvSpPr>
              <a:spLocks noChangeArrowheads="1"/>
            </p:cNvSpPr>
            <p:nvPr/>
          </p:nvSpPr>
          <p:spPr bwMode="auto">
            <a:xfrm>
              <a:off x="2299"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8" name="Rectangle 845"/>
            <p:cNvSpPr>
              <a:spLocks noChangeArrowheads="1"/>
            </p:cNvSpPr>
            <p:nvPr/>
          </p:nvSpPr>
          <p:spPr bwMode="auto">
            <a:xfrm>
              <a:off x="2299"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59" name="Rectangle 846"/>
            <p:cNvSpPr>
              <a:spLocks noChangeArrowheads="1"/>
            </p:cNvSpPr>
            <p:nvPr/>
          </p:nvSpPr>
          <p:spPr bwMode="auto">
            <a:xfrm>
              <a:off x="2299"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0" name="Rectangle 847"/>
            <p:cNvSpPr>
              <a:spLocks noChangeArrowheads="1"/>
            </p:cNvSpPr>
            <p:nvPr/>
          </p:nvSpPr>
          <p:spPr bwMode="auto">
            <a:xfrm>
              <a:off x="2299"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1" name="Rectangle 848"/>
            <p:cNvSpPr>
              <a:spLocks noChangeArrowheads="1"/>
            </p:cNvSpPr>
            <p:nvPr/>
          </p:nvSpPr>
          <p:spPr bwMode="auto">
            <a:xfrm>
              <a:off x="2299"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2" name="Rectangle 849"/>
            <p:cNvSpPr>
              <a:spLocks noChangeArrowheads="1"/>
            </p:cNvSpPr>
            <p:nvPr/>
          </p:nvSpPr>
          <p:spPr bwMode="auto">
            <a:xfrm>
              <a:off x="2299"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3" name="Rectangle 850"/>
            <p:cNvSpPr>
              <a:spLocks noChangeArrowheads="1"/>
            </p:cNvSpPr>
            <p:nvPr/>
          </p:nvSpPr>
          <p:spPr bwMode="auto">
            <a:xfrm>
              <a:off x="2299"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4" name="Rectangle 851"/>
            <p:cNvSpPr>
              <a:spLocks noChangeArrowheads="1"/>
            </p:cNvSpPr>
            <p:nvPr/>
          </p:nvSpPr>
          <p:spPr bwMode="auto">
            <a:xfrm>
              <a:off x="2299"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5" name="Rectangle 852"/>
            <p:cNvSpPr>
              <a:spLocks noChangeArrowheads="1"/>
            </p:cNvSpPr>
            <p:nvPr/>
          </p:nvSpPr>
          <p:spPr bwMode="auto">
            <a:xfrm>
              <a:off x="2299"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6" name="Rectangle 853"/>
            <p:cNvSpPr>
              <a:spLocks noChangeArrowheads="1"/>
            </p:cNvSpPr>
            <p:nvPr/>
          </p:nvSpPr>
          <p:spPr bwMode="auto">
            <a:xfrm>
              <a:off x="2299"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7" name="Rectangle 854"/>
            <p:cNvSpPr>
              <a:spLocks noChangeArrowheads="1"/>
            </p:cNvSpPr>
            <p:nvPr/>
          </p:nvSpPr>
          <p:spPr bwMode="auto">
            <a:xfrm>
              <a:off x="2299"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8" name="Rectangle 855"/>
            <p:cNvSpPr>
              <a:spLocks noChangeArrowheads="1"/>
            </p:cNvSpPr>
            <p:nvPr/>
          </p:nvSpPr>
          <p:spPr bwMode="auto">
            <a:xfrm>
              <a:off x="2299"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69" name="Rectangle 856"/>
            <p:cNvSpPr>
              <a:spLocks noChangeArrowheads="1"/>
            </p:cNvSpPr>
            <p:nvPr/>
          </p:nvSpPr>
          <p:spPr bwMode="auto">
            <a:xfrm>
              <a:off x="2299"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0" name="Rectangle 857"/>
            <p:cNvSpPr>
              <a:spLocks noChangeArrowheads="1"/>
            </p:cNvSpPr>
            <p:nvPr/>
          </p:nvSpPr>
          <p:spPr bwMode="auto">
            <a:xfrm>
              <a:off x="2299"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1" name="Rectangle 858"/>
            <p:cNvSpPr>
              <a:spLocks noChangeArrowheads="1"/>
            </p:cNvSpPr>
            <p:nvPr/>
          </p:nvSpPr>
          <p:spPr bwMode="auto">
            <a:xfrm>
              <a:off x="2299"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2" name="Rectangle 859"/>
            <p:cNvSpPr>
              <a:spLocks noChangeArrowheads="1"/>
            </p:cNvSpPr>
            <p:nvPr/>
          </p:nvSpPr>
          <p:spPr bwMode="auto">
            <a:xfrm>
              <a:off x="2299"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3" name="Rectangle 860"/>
            <p:cNvSpPr>
              <a:spLocks noChangeArrowheads="1"/>
            </p:cNvSpPr>
            <p:nvPr/>
          </p:nvSpPr>
          <p:spPr bwMode="auto">
            <a:xfrm>
              <a:off x="2299"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4" name="Rectangle 861"/>
            <p:cNvSpPr>
              <a:spLocks noChangeArrowheads="1"/>
            </p:cNvSpPr>
            <p:nvPr/>
          </p:nvSpPr>
          <p:spPr bwMode="auto">
            <a:xfrm>
              <a:off x="2299"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5" name="Rectangle 862"/>
            <p:cNvSpPr>
              <a:spLocks noChangeArrowheads="1"/>
            </p:cNvSpPr>
            <p:nvPr/>
          </p:nvSpPr>
          <p:spPr bwMode="auto">
            <a:xfrm>
              <a:off x="2299"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6" name="Rectangle 863"/>
            <p:cNvSpPr>
              <a:spLocks noChangeArrowheads="1"/>
            </p:cNvSpPr>
            <p:nvPr/>
          </p:nvSpPr>
          <p:spPr bwMode="auto">
            <a:xfrm>
              <a:off x="2299"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7" name="Rectangle 864"/>
            <p:cNvSpPr>
              <a:spLocks noChangeArrowheads="1"/>
            </p:cNvSpPr>
            <p:nvPr/>
          </p:nvSpPr>
          <p:spPr bwMode="auto">
            <a:xfrm>
              <a:off x="2299"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8" name="Rectangle 865"/>
            <p:cNvSpPr>
              <a:spLocks noChangeArrowheads="1"/>
            </p:cNvSpPr>
            <p:nvPr/>
          </p:nvSpPr>
          <p:spPr bwMode="auto">
            <a:xfrm>
              <a:off x="2299"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79" name="Rectangle 866"/>
            <p:cNvSpPr>
              <a:spLocks noChangeArrowheads="1"/>
            </p:cNvSpPr>
            <p:nvPr/>
          </p:nvSpPr>
          <p:spPr bwMode="auto">
            <a:xfrm>
              <a:off x="2299"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0" name="Rectangle 867"/>
            <p:cNvSpPr>
              <a:spLocks noChangeArrowheads="1"/>
            </p:cNvSpPr>
            <p:nvPr/>
          </p:nvSpPr>
          <p:spPr bwMode="auto">
            <a:xfrm>
              <a:off x="2299"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1" name="Rectangle 868"/>
            <p:cNvSpPr>
              <a:spLocks noChangeArrowheads="1"/>
            </p:cNvSpPr>
            <p:nvPr/>
          </p:nvSpPr>
          <p:spPr bwMode="auto">
            <a:xfrm>
              <a:off x="2299"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2" name="Rectangle 869"/>
            <p:cNvSpPr>
              <a:spLocks noChangeArrowheads="1"/>
            </p:cNvSpPr>
            <p:nvPr/>
          </p:nvSpPr>
          <p:spPr bwMode="auto">
            <a:xfrm>
              <a:off x="2299"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3" name="Rectangle 870"/>
            <p:cNvSpPr>
              <a:spLocks noChangeArrowheads="1"/>
            </p:cNvSpPr>
            <p:nvPr/>
          </p:nvSpPr>
          <p:spPr bwMode="auto">
            <a:xfrm>
              <a:off x="2299"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4" name="Rectangle 871"/>
            <p:cNvSpPr>
              <a:spLocks noChangeArrowheads="1"/>
            </p:cNvSpPr>
            <p:nvPr/>
          </p:nvSpPr>
          <p:spPr bwMode="auto">
            <a:xfrm>
              <a:off x="2299"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5" name="Rectangle 872"/>
            <p:cNvSpPr>
              <a:spLocks noChangeArrowheads="1"/>
            </p:cNvSpPr>
            <p:nvPr/>
          </p:nvSpPr>
          <p:spPr bwMode="auto">
            <a:xfrm>
              <a:off x="2299"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6" name="Rectangle 873"/>
            <p:cNvSpPr>
              <a:spLocks noChangeArrowheads="1"/>
            </p:cNvSpPr>
            <p:nvPr/>
          </p:nvSpPr>
          <p:spPr bwMode="auto">
            <a:xfrm>
              <a:off x="2299"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7" name="Rectangle 874"/>
            <p:cNvSpPr>
              <a:spLocks noChangeArrowheads="1"/>
            </p:cNvSpPr>
            <p:nvPr/>
          </p:nvSpPr>
          <p:spPr bwMode="auto">
            <a:xfrm>
              <a:off x="2299"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8" name="Rectangle 875"/>
            <p:cNvSpPr>
              <a:spLocks noChangeArrowheads="1"/>
            </p:cNvSpPr>
            <p:nvPr/>
          </p:nvSpPr>
          <p:spPr bwMode="auto">
            <a:xfrm>
              <a:off x="2299"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89" name="Rectangle 876"/>
            <p:cNvSpPr>
              <a:spLocks noChangeArrowheads="1"/>
            </p:cNvSpPr>
            <p:nvPr/>
          </p:nvSpPr>
          <p:spPr bwMode="auto">
            <a:xfrm>
              <a:off x="2299"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0" name="Rectangle 877"/>
            <p:cNvSpPr>
              <a:spLocks noChangeArrowheads="1"/>
            </p:cNvSpPr>
            <p:nvPr/>
          </p:nvSpPr>
          <p:spPr bwMode="auto">
            <a:xfrm>
              <a:off x="2299"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1" name="Rectangle 878"/>
            <p:cNvSpPr>
              <a:spLocks noChangeArrowheads="1"/>
            </p:cNvSpPr>
            <p:nvPr/>
          </p:nvSpPr>
          <p:spPr bwMode="auto">
            <a:xfrm>
              <a:off x="2299"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2" name="Rectangle 879"/>
            <p:cNvSpPr>
              <a:spLocks noChangeArrowheads="1"/>
            </p:cNvSpPr>
            <p:nvPr/>
          </p:nvSpPr>
          <p:spPr bwMode="auto">
            <a:xfrm>
              <a:off x="2299"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3" name="Rectangle 880"/>
            <p:cNvSpPr>
              <a:spLocks noChangeArrowheads="1"/>
            </p:cNvSpPr>
            <p:nvPr/>
          </p:nvSpPr>
          <p:spPr bwMode="auto">
            <a:xfrm>
              <a:off x="2299"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4" name="Rectangle 881"/>
            <p:cNvSpPr>
              <a:spLocks noChangeArrowheads="1"/>
            </p:cNvSpPr>
            <p:nvPr/>
          </p:nvSpPr>
          <p:spPr bwMode="auto">
            <a:xfrm>
              <a:off x="2299"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5" name="Rectangle 882"/>
            <p:cNvSpPr>
              <a:spLocks noChangeArrowheads="1"/>
            </p:cNvSpPr>
            <p:nvPr/>
          </p:nvSpPr>
          <p:spPr bwMode="auto">
            <a:xfrm>
              <a:off x="2299"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6" name="Rectangle 883"/>
            <p:cNvSpPr>
              <a:spLocks noChangeArrowheads="1"/>
            </p:cNvSpPr>
            <p:nvPr/>
          </p:nvSpPr>
          <p:spPr bwMode="auto">
            <a:xfrm>
              <a:off x="2299"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7" name="Rectangle 884"/>
            <p:cNvSpPr>
              <a:spLocks noChangeArrowheads="1"/>
            </p:cNvSpPr>
            <p:nvPr/>
          </p:nvSpPr>
          <p:spPr bwMode="auto">
            <a:xfrm>
              <a:off x="2299"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8" name="Rectangle 885"/>
            <p:cNvSpPr>
              <a:spLocks noChangeArrowheads="1"/>
            </p:cNvSpPr>
            <p:nvPr/>
          </p:nvSpPr>
          <p:spPr bwMode="auto">
            <a:xfrm>
              <a:off x="2299"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99" name="Rectangle 886"/>
            <p:cNvSpPr>
              <a:spLocks noChangeArrowheads="1"/>
            </p:cNvSpPr>
            <p:nvPr/>
          </p:nvSpPr>
          <p:spPr bwMode="auto">
            <a:xfrm>
              <a:off x="2299"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0" name="Rectangle 887"/>
            <p:cNvSpPr>
              <a:spLocks noChangeArrowheads="1"/>
            </p:cNvSpPr>
            <p:nvPr/>
          </p:nvSpPr>
          <p:spPr bwMode="auto">
            <a:xfrm>
              <a:off x="2299"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1" name="Rectangle 888"/>
            <p:cNvSpPr>
              <a:spLocks noChangeArrowheads="1"/>
            </p:cNvSpPr>
            <p:nvPr/>
          </p:nvSpPr>
          <p:spPr bwMode="auto">
            <a:xfrm>
              <a:off x="2299"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2" name="Rectangle 889"/>
            <p:cNvSpPr>
              <a:spLocks noChangeArrowheads="1"/>
            </p:cNvSpPr>
            <p:nvPr/>
          </p:nvSpPr>
          <p:spPr bwMode="auto">
            <a:xfrm>
              <a:off x="2299"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3" name="Rectangle 890"/>
            <p:cNvSpPr>
              <a:spLocks noChangeArrowheads="1"/>
            </p:cNvSpPr>
            <p:nvPr/>
          </p:nvSpPr>
          <p:spPr bwMode="auto">
            <a:xfrm>
              <a:off x="2299"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4" name="Rectangle 891"/>
            <p:cNvSpPr>
              <a:spLocks noChangeArrowheads="1"/>
            </p:cNvSpPr>
            <p:nvPr/>
          </p:nvSpPr>
          <p:spPr bwMode="auto">
            <a:xfrm>
              <a:off x="2299"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5" name="Rectangle 892"/>
            <p:cNvSpPr>
              <a:spLocks noChangeArrowheads="1"/>
            </p:cNvSpPr>
            <p:nvPr/>
          </p:nvSpPr>
          <p:spPr bwMode="auto">
            <a:xfrm>
              <a:off x="2299"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6" name="Rectangle 893"/>
            <p:cNvSpPr>
              <a:spLocks noChangeArrowheads="1"/>
            </p:cNvSpPr>
            <p:nvPr/>
          </p:nvSpPr>
          <p:spPr bwMode="auto">
            <a:xfrm>
              <a:off x="2299"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7" name="Rectangle 894"/>
            <p:cNvSpPr>
              <a:spLocks noChangeArrowheads="1"/>
            </p:cNvSpPr>
            <p:nvPr/>
          </p:nvSpPr>
          <p:spPr bwMode="auto">
            <a:xfrm>
              <a:off x="2299"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8" name="Rectangle 895"/>
            <p:cNvSpPr>
              <a:spLocks noChangeArrowheads="1"/>
            </p:cNvSpPr>
            <p:nvPr/>
          </p:nvSpPr>
          <p:spPr bwMode="auto">
            <a:xfrm>
              <a:off x="2299"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09" name="Rectangle 896"/>
            <p:cNvSpPr>
              <a:spLocks noChangeArrowheads="1"/>
            </p:cNvSpPr>
            <p:nvPr/>
          </p:nvSpPr>
          <p:spPr bwMode="auto">
            <a:xfrm>
              <a:off x="2299"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0" name="Rectangle 897"/>
            <p:cNvSpPr>
              <a:spLocks noChangeArrowheads="1"/>
            </p:cNvSpPr>
            <p:nvPr/>
          </p:nvSpPr>
          <p:spPr bwMode="auto">
            <a:xfrm>
              <a:off x="2299"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1" name="Rectangle 898"/>
            <p:cNvSpPr>
              <a:spLocks noChangeArrowheads="1"/>
            </p:cNvSpPr>
            <p:nvPr/>
          </p:nvSpPr>
          <p:spPr bwMode="auto">
            <a:xfrm>
              <a:off x="2299"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2" name="Rectangle 899"/>
            <p:cNvSpPr>
              <a:spLocks noChangeArrowheads="1"/>
            </p:cNvSpPr>
            <p:nvPr/>
          </p:nvSpPr>
          <p:spPr bwMode="auto">
            <a:xfrm>
              <a:off x="2299"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3" name="Rectangle 900"/>
            <p:cNvSpPr>
              <a:spLocks noChangeArrowheads="1"/>
            </p:cNvSpPr>
            <p:nvPr/>
          </p:nvSpPr>
          <p:spPr bwMode="auto">
            <a:xfrm>
              <a:off x="2299"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4" name="Rectangle 901"/>
            <p:cNvSpPr>
              <a:spLocks noChangeArrowheads="1"/>
            </p:cNvSpPr>
            <p:nvPr/>
          </p:nvSpPr>
          <p:spPr bwMode="auto">
            <a:xfrm>
              <a:off x="2299"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5" name="Rectangle 902"/>
            <p:cNvSpPr>
              <a:spLocks noChangeArrowheads="1"/>
            </p:cNvSpPr>
            <p:nvPr/>
          </p:nvSpPr>
          <p:spPr bwMode="auto">
            <a:xfrm>
              <a:off x="2299"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6" name="Rectangle 903"/>
            <p:cNvSpPr>
              <a:spLocks noChangeArrowheads="1"/>
            </p:cNvSpPr>
            <p:nvPr/>
          </p:nvSpPr>
          <p:spPr bwMode="auto">
            <a:xfrm>
              <a:off x="2299"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7" name="Rectangle 904"/>
            <p:cNvSpPr>
              <a:spLocks noChangeArrowheads="1"/>
            </p:cNvSpPr>
            <p:nvPr/>
          </p:nvSpPr>
          <p:spPr bwMode="auto">
            <a:xfrm>
              <a:off x="2299"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8" name="Rectangle 905"/>
            <p:cNvSpPr>
              <a:spLocks noChangeArrowheads="1"/>
            </p:cNvSpPr>
            <p:nvPr/>
          </p:nvSpPr>
          <p:spPr bwMode="auto">
            <a:xfrm>
              <a:off x="2299"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19" name="Rectangle 906"/>
            <p:cNvSpPr>
              <a:spLocks noChangeArrowheads="1"/>
            </p:cNvSpPr>
            <p:nvPr/>
          </p:nvSpPr>
          <p:spPr bwMode="auto">
            <a:xfrm>
              <a:off x="2299"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0" name="Rectangle 907"/>
            <p:cNvSpPr>
              <a:spLocks noChangeArrowheads="1"/>
            </p:cNvSpPr>
            <p:nvPr/>
          </p:nvSpPr>
          <p:spPr bwMode="auto">
            <a:xfrm>
              <a:off x="2299"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1" name="Rectangle 908"/>
            <p:cNvSpPr>
              <a:spLocks noChangeArrowheads="1"/>
            </p:cNvSpPr>
            <p:nvPr/>
          </p:nvSpPr>
          <p:spPr bwMode="auto">
            <a:xfrm>
              <a:off x="2299"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2" name="Rectangle 909"/>
            <p:cNvSpPr>
              <a:spLocks noChangeArrowheads="1"/>
            </p:cNvSpPr>
            <p:nvPr/>
          </p:nvSpPr>
          <p:spPr bwMode="auto">
            <a:xfrm>
              <a:off x="2299"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3" name="Rectangle 910"/>
            <p:cNvSpPr>
              <a:spLocks noChangeArrowheads="1"/>
            </p:cNvSpPr>
            <p:nvPr/>
          </p:nvSpPr>
          <p:spPr bwMode="auto">
            <a:xfrm>
              <a:off x="2299"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4" name="Rectangle 911"/>
            <p:cNvSpPr>
              <a:spLocks noChangeArrowheads="1"/>
            </p:cNvSpPr>
            <p:nvPr/>
          </p:nvSpPr>
          <p:spPr bwMode="auto">
            <a:xfrm>
              <a:off x="2299"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5" name="Rectangle 912"/>
            <p:cNvSpPr>
              <a:spLocks noChangeArrowheads="1"/>
            </p:cNvSpPr>
            <p:nvPr/>
          </p:nvSpPr>
          <p:spPr bwMode="auto">
            <a:xfrm>
              <a:off x="2299"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6" name="Rectangle 913"/>
            <p:cNvSpPr>
              <a:spLocks noChangeArrowheads="1"/>
            </p:cNvSpPr>
            <p:nvPr/>
          </p:nvSpPr>
          <p:spPr bwMode="auto">
            <a:xfrm>
              <a:off x="2299"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7" name="Rectangle 914"/>
            <p:cNvSpPr>
              <a:spLocks noChangeArrowheads="1"/>
            </p:cNvSpPr>
            <p:nvPr/>
          </p:nvSpPr>
          <p:spPr bwMode="auto">
            <a:xfrm>
              <a:off x="2299"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8" name="Rectangle 915"/>
            <p:cNvSpPr>
              <a:spLocks noChangeArrowheads="1"/>
            </p:cNvSpPr>
            <p:nvPr/>
          </p:nvSpPr>
          <p:spPr bwMode="auto">
            <a:xfrm>
              <a:off x="2299"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29" name="Rectangle 916"/>
            <p:cNvSpPr>
              <a:spLocks noChangeArrowheads="1"/>
            </p:cNvSpPr>
            <p:nvPr/>
          </p:nvSpPr>
          <p:spPr bwMode="auto">
            <a:xfrm>
              <a:off x="2299"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0" name="Rectangle 917"/>
            <p:cNvSpPr>
              <a:spLocks noChangeArrowheads="1"/>
            </p:cNvSpPr>
            <p:nvPr/>
          </p:nvSpPr>
          <p:spPr bwMode="auto">
            <a:xfrm>
              <a:off x="2299"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1" name="Rectangle 918"/>
            <p:cNvSpPr>
              <a:spLocks noChangeArrowheads="1"/>
            </p:cNvSpPr>
            <p:nvPr/>
          </p:nvSpPr>
          <p:spPr bwMode="auto">
            <a:xfrm>
              <a:off x="2299"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2" name="Rectangle 919"/>
            <p:cNvSpPr>
              <a:spLocks noChangeArrowheads="1"/>
            </p:cNvSpPr>
            <p:nvPr/>
          </p:nvSpPr>
          <p:spPr bwMode="auto">
            <a:xfrm>
              <a:off x="2299"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3" name="Rectangle 920"/>
            <p:cNvSpPr>
              <a:spLocks noChangeArrowheads="1"/>
            </p:cNvSpPr>
            <p:nvPr/>
          </p:nvSpPr>
          <p:spPr bwMode="auto">
            <a:xfrm>
              <a:off x="2299"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4" name="Rectangle 921"/>
            <p:cNvSpPr>
              <a:spLocks noChangeArrowheads="1"/>
            </p:cNvSpPr>
            <p:nvPr/>
          </p:nvSpPr>
          <p:spPr bwMode="auto">
            <a:xfrm>
              <a:off x="2299"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5" name="Rectangle 922"/>
            <p:cNvSpPr>
              <a:spLocks noChangeArrowheads="1"/>
            </p:cNvSpPr>
            <p:nvPr/>
          </p:nvSpPr>
          <p:spPr bwMode="auto">
            <a:xfrm>
              <a:off x="2299"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6" name="Rectangle 923"/>
            <p:cNvSpPr>
              <a:spLocks noChangeArrowheads="1"/>
            </p:cNvSpPr>
            <p:nvPr/>
          </p:nvSpPr>
          <p:spPr bwMode="auto">
            <a:xfrm>
              <a:off x="2299"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7" name="Rectangle 924"/>
            <p:cNvSpPr>
              <a:spLocks noChangeArrowheads="1"/>
            </p:cNvSpPr>
            <p:nvPr/>
          </p:nvSpPr>
          <p:spPr bwMode="auto">
            <a:xfrm>
              <a:off x="2299"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8" name="Rectangle 925"/>
            <p:cNvSpPr>
              <a:spLocks noChangeArrowheads="1"/>
            </p:cNvSpPr>
            <p:nvPr/>
          </p:nvSpPr>
          <p:spPr bwMode="auto">
            <a:xfrm>
              <a:off x="2299"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39" name="Rectangle 926"/>
            <p:cNvSpPr>
              <a:spLocks noChangeArrowheads="1"/>
            </p:cNvSpPr>
            <p:nvPr/>
          </p:nvSpPr>
          <p:spPr bwMode="auto">
            <a:xfrm>
              <a:off x="2299"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0" name="Rectangle 927"/>
            <p:cNvSpPr>
              <a:spLocks noChangeArrowheads="1"/>
            </p:cNvSpPr>
            <p:nvPr/>
          </p:nvSpPr>
          <p:spPr bwMode="auto">
            <a:xfrm>
              <a:off x="2299"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1" name="Rectangle 928"/>
            <p:cNvSpPr>
              <a:spLocks noChangeArrowheads="1"/>
            </p:cNvSpPr>
            <p:nvPr/>
          </p:nvSpPr>
          <p:spPr bwMode="auto">
            <a:xfrm>
              <a:off x="2299"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2" name="Rectangle 929"/>
            <p:cNvSpPr>
              <a:spLocks noChangeArrowheads="1"/>
            </p:cNvSpPr>
            <p:nvPr/>
          </p:nvSpPr>
          <p:spPr bwMode="auto">
            <a:xfrm>
              <a:off x="2299"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643" name="Rectangle 930"/>
            <p:cNvSpPr>
              <a:spLocks noChangeArrowheads="1"/>
            </p:cNvSpPr>
            <p:nvPr/>
          </p:nvSpPr>
          <p:spPr bwMode="auto">
            <a:xfrm>
              <a:off x="2299"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4563" name="Rectangle 931"/>
          <p:cNvSpPr>
            <a:spLocks noChangeArrowheads="1"/>
          </p:cNvSpPr>
          <p:nvPr/>
        </p:nvSpPr>
        <p:spPr bwMode="auto">
          <a:xfrm>
            <a:off x="3781425" y="4548188"/>
            <a:ext cx="923925" cy="276225"/>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a:effectLst>
                  <a:outerShdw blurRad="38100" dist="38100" dir="2700000" algn="tl">
                    <a:srgbClr val="C0C0C0"/>
                  </a:outerShdw>
                </a:effectLst>
                <a:latin typeface="华文楷体" panose="02010600040101010101" pitchFamily="2" charset="-122"/>
                <a:ea typeface="华文楷体" panose="02010600040101010101" pitchFamily="2" charset="-122"/>
              </a:rPr>
              <a:t>项目实施</a:t>
            </a:r>
            <a:endParaRPr lang="zh-CN" altLang="en-US">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16" name="Group 932"/>
          <p:cNvGrpSpPr/>
          <p:nvPr/>
        </p:nvGrpSpPr>
        <p:grpSpPr bwMode="auto">
          <a:xfrm>
            <a:off x="4772025" y="4194175"/>
            <a:ext cx="1447800" cy="862013"/>
            <a:chOff x="3014" y="2549"/>
            <a:chExt cx="912" cy="543"/>
          </a:xfrm>
        </p:grpSpPr>
        <p:sp>
          <p:nvSpPr>
            <p:cNvPr id="217386" name="Rectangle 933"/>
            <p:cNvSpPr>
              <a:spLocks noChangeArrowheads="1"/>
            </p:cNvSpPr>
            <p:nvPr/>
          </p:nvSpPr>
          <p:spPr bwMode="auto">
            <a:xfrm>
              <a:off x="3014" y="2549"/>
              <a:ext cx="912" cy="4"/>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7" name="Rectangle 934"/>
            <p:cNvSpPr>
              <a:spLocks noChangeArrowheads="1"/>
            </p:cNvSpPr>
            <p:nvPr/>
          </p:nvSpPr>
          <p:spPr bwMode="auto">
            <a:xfrm>
              <a:off x="3014" y="255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8" name="Rectangle 935"/>
            <p:cNvSpPr>
              <a:spLocks noChangeArrowheads="1"/>
            </p:cNvSpPr>
            <p:nvPr/>
          </p:nvSpPr>
          <p:spPr bwMode="auto">
            <a:xfrm>
              <a:off x="3014" y="2557"/>
              <a:ext cx="912" cy="5"/>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9" name="Rectangle 936"/>
            <p:cNvSpPr>
              <a:spLocks noChangeArrowheads="1"/>
            </p:cNvSpPr>
            <p:nvPr/>
          </p:nvSpPr>
          <p:spPr bwMode="auto">
            <a:xfrm>
              <a:off x="3014" y="2562"/>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0" name="Rectangle 937"/>
            <p:cNvSpPr>
              <a:spLocks noChangeArrowheads="1"/>
            </p:cNvSpPr>
            <p:nvPr/>
          </p:nvSpPr>
          <p:spPr bwMode="auto">
            <a:xfrm>
              <a:off x="3014" y="2566"/>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1" name="Rectangle 938"/>
            <p:cNvSpPr>
              <a:spLocks noChangeArrowheads="1"/>
            </p:cNvSpPr>
            <p:nvPr/>
          </p:nvSpPr>
          <p:spPr bwMode="auto">
            <a:xfrm>
              <a:off x="3014" y="2570"/>
              <a:ext cx="912" cy="4"/>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2" name="Rectangle 939"/>
            <p:cNvSpPr>
              <a:spLocks noChangeArrowheads="1"/>
            </p:cNvSpPr>
            <p:nvPr/>
          </p:nvSpPr>
          <p:spPr bwMode="auto">
            <a:xfrm>
              <a:off x="3014" y="2574"/>
              <a:ext cx="912" cy="5"/>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3" name="Rectangle 940"/>
            <p:cNvSpPr>
              <a:spLocks noChangeArrowheads="1"/>
            </p:cNvSpPr>
            <p:nvPr/>
          </p:nvSpPr>
          <p:spPr bwMode="auto">
            <a:xfrm>
              <a:off x="3014" y="2579"/>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4" name="Rectangle 941"/>
            <p:cNvSpPr>
              <a:spLocks noChangeArrowheads="1"/>
            </p:cNvSpPr>
            <p:nvPr/>
          </p:nvSpPr>
          <p:spPr bwMode="auto">
            <a:xfrm>
              <a:off x="3014" y="2583"/>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5" name="Rectangle 942"/>
            <p:cNvSpPr>
              <a:spLocks noChangeArrowheads="1"/>
            </p:cNvSpPr>
            <p:nvPr/>
          </p:nvSpPr>
          <p:spPr bwMode="auto">
            <a:xfrm>
              <a:off x="3014" y="2587"/>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6" name="Rectangle 943"/>
            <p:cNvSpPr>
              <a:spLocks noChangeArrowheads="1"/>
            </p:cNvSpPr>
            <p:nvPr/>
          </p:nvSpPr>
          <p:spPr bwMode="auto">
            <a:xfrm>
              <a:off x="3014" y="2591"/>
              <a:ext cx="912" cy="4"/>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7" name="Rectangle 944"/>
            <p:cNvSpPr>
              <a:spLocks noChangeArrowheads="1"/>
            </p:cNvSpPr>
            <p:nvPr/>
          </p:nvSpPr>
          <p:spPr bwMode="auto">
            <a:xfrm>
              <a:off x="3014" y="2595"/>
              <a:ext cx="912" cy="5"/>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8" name="Rectangle 945"/>
            <p:cNvSpPr>
              <a:spLocks noChangeArrowheads="1"/>
            </p:cNvSpPr>
            <p:nvPr/>
          </p:nvSpPr>
          <p:spPr bwMode="auto">
            <a:xfrm>
              <a:off x="3014" y="2600"/>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99" name="Rectangle 946"/>
            <p:cNvSpPr>
              <a:spLocks noChangeArrowheads="1"/>
            </p:cNvSpPr>
            <p:nvPr/>
          </p:nvSpPr>
          <p:spPr bwMode="auto">
            <a:xfrm>
              <a:off x="3014" y="2604"/>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0" name="Rectangle 947"/>
            <p:cNvSpPr>
              <a:spLocks noChangeArrowheads="1"/>
            </p:cNvSpPr>
            <p:nvPr/>
          </p:nvSpPr>
          <p:spPr bwMode="auto">
            <a:xfrm>
              <a:off x="3014" y="2608"/>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1" name="Rectangle 948"/>
            <p:cNvSpPr>
              <a:spLocks noChangeArrowheads="1"/>
            </p:cNvSpPr>
            <p:nvPr/>
          </p:nvSpPr>
          <p:spPr bwMode="auto">
            <a:xfrm>
              <a:off x="3014" y="2612"/>
              <a:ext cx="912" cy="4"/>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2" name="Rectangle 949"/>
            <p:cNvSpPr>
              <a:spLocks noChangeArrowheads="1"/>
            </p:cNvSpPr>
            <p:nvPr/>
          </p:nvSpPr>
          <p:spPr bwMode="auto">
            <a:xfrm>
              <a:off x="3014" y="2616"/>
              <a:ext cx="912" cy="5"/>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3" name="Rectangle 950"/>
            <p:cNvSpPr>
              <a:spLocks noChangeArrowheads="1"/>
            </p:cNvSpPr>
            <p:nvPr/>
          </p:nvSpPr>
          <p:spPr bwMode="auto">
            <a:xfrm>
              <a:off x="3014" y="2621"/>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4" name="Rectangle 951"/>
            <p:cNvSpPr>
              <a:spLocks noChangeArrowheads="1"/>
            </p:cNvSpPr>
            <p:nvPr/>
          </p:nvSpPr>
          <p:spPr bwMode="auto">
            <a:xfrm>
              <a:off x="3014" y="2625"/>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5" name="Rectangle 952"/>
            <p:cNvSpPr>
              <a:spLocks noChangeArrowheads="1"/>
            </p:cNvSpPr>
            <p:nvPr/>
          </p:nvSpPr>
          <p:spPr bwMode="auto">
            <a:xfrm>
              <a:off x="3014" y="2629"/>
              <a:ext cx="912" cy="4"/>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6" name="Rectangle 953"/>
            <p:cNvSpPr>
              <a:spLocks noChangeArrowheads="1"/>
            </p:cNvSpPr>
            <p:nvPr/>
          </p:nvSpPr>
          <p:spPr bwMode="auto">
            <a:xfrm>
              <a:off x="3014" y="263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7" name="Rectangle 954"/>
            <p:cNvSpPr>
              <a:spLocks noChangeArrowheads="1"/>
            </p:cNvSpPr>
            <p:nvPr/>
          </p:nvSpPr>
          <p:spPr bwMode="auto">
            <a:xfrm>
              <a:off x="3014" y="2637"/>
              <a:ext cx="912" cy="5"/>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8" name="Rectangle 955"/>
            <p:cNvSpPr>
              <a:spLocks noChangeArrowheads="1"/>
            </p:cNvSpPr>
            <p:nvPr/>
          </p:nvSpPr>
          <p:spPr bwMode="auto">
            <a:xfrm>
              <a:off x="3014" y="2642"/>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09" name="Rectangle 956"/>
            <p:cNvSpPr>
              <a:spLocks noChangeArrowheads="1"/>
            </p:cNvSpPr>
            <p:nvPr/>
          </p:nvSpPr>
          <p:spPr bwMode="auto">
            <a:xfrm>
              <a:off x="3014" y="2646"/>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0" name="Rectangle 957"/>
            <p:cNvSpPr>
              <a:spLocks noChangeArrowheads="1"/>
            </p:cNvSpPr>
            <p:nvPr/>
          </p:nvSpPr>
          <p:spPr bwMode="auto">
            <a:xfrm>
              <a:off x="3014" y="2650"/>
              <a:ext cx="912" cy="4"/>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1" name="Rectangle 958"/>
            <p:cNvSpPr>
              <a:spLocks noChangeArrowheads="1"/>
            </p:cNvSpPr>
            <p:nvPr/>
          </p:nvSpPr>
          <p:spPr bwMode="auto">
            <a:xfrm>
              <a:off x="3014" y="2654"/>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2" name="Rectangle 959"/>
            <p:cNvSpPr>
              <a:spLocks noChangeArrowheads="1"/>
            </p:cNvSpPr>
            <p:nvPr/>
          </p:nvSpPr>
          <p:spPr bwMode="auto">
            <a:xfrm>
              <a:off x="3014" y="2658"/>
              <a:ext cx="912" cy="5"/>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3" name="Rectangle 960"/>
            <p:cNvSpPr>
              <a:spLocks noChangeArrowheads="1"/>
            </p:cNvSpPr>
            <p:nvPr/>
          </p:nvSpPr>
          <p:spPr bwMode="auto">
            <a:xfrm>
              <a:off x="3014" y="2663"/>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4" name="Rectangle 961"/>
            <p:cNvSpPr>
              <a:spLocks noChangeArrowheads="1"/>
            </p:cNvSpPr>
            <p:nvPr/>
          </p:nvSpPr>
          <p:spPr bwMode="auto">
            <a:xfrm>
              <a:off x="3014" y="2667"/>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5" name="Rectangle 962"/>
            <p:cNvSpPr>
              <a:spLocks noChangeArrowheads="1"/>
            </p:cNvSpPr>
            <p:nvPr/>
          </p:nvSpPr>
          <p:spPr bwMode="auto">
            <a:xfrm>
              <a:off x="3014" y="2671"/>
              <a:ext cx="912" cy="4"/>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6" name="Rectangle 963"/>
            <p:cNvSpPr>
              <a:spLocks noChangeArrowheads="1"/>
            </p:cNvSpPr>
            <p:nvPr/>
          </p:nvSpPr>
          <p:spPr bwMode="auto">
            <a:xfrm>
              <a:off x="3014" y="2675"/>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7" name="Rectangle 964"/>
            <p:cNvSpPr>
              <a:spLocks noChangeArrowheads="1"/>
            </p:cNvSpPr>
            <p:nvPr/>
          </p:nvSpPr>
          <p:spPr bwMode="auto">
            <a:xfrm>
              <a:off x="3014" y="2679"/>
              <a:ext cx="912" cy="5"/>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8" name="Rectangle 965"/>
            <p:cNvSpPr>
              <a:spLocks noChangeArrowheads="1"/>
            </p:cNvSpPr>
            <p:nvPr/>
          </p:nvSpPr>
          <p:spPr bwMode="auto">
            <a:xfrm>
              <a:off x="3014" y="2684"/>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19" name="Rectangle 966"/>
            <p:cNvSpPr>
              <a:spLocks noChangeArrowheads="1"/>
            </p:cNvSpPr>
            <p:nvPr/>
          </p:nvSpPr>
          <p:spPr bwMode="auto">
            <a:xfrm>
              <a:off x="3014" y="2688"/>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0" name="Rectangle 967"/>
            <p:cNvSpPr>
              <a:spLocks noChangeArrowheads="1"/>
            </p:cNvSpPr>
            <p:nvPr/>
          </p:nvSpPr>
          <p:spPr bwMode="auto">
            <a:xfrm>
              <a:off x="3014" y="2692"/>
              <a:ext cx="912" cy="4"/>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1" name="Rectangle 968"/>
            <p:cNvSpPr>
              <a:spLocks noChangeArrowheads="1"/>
            </p:cNvSpPr>
            <p:nvPr/>
          </p:nvSpPr>
          <p:spPr bwMode="auto">
            <a:xfrm>
              <a:off x="3014" y="2696"/>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2" name="Rectangle 969"/>
            <p:cNvSpPr>
              <a:spLocks noChangeArrowheads="1"/>
            </p:cNvSpPr>
            <p:nvPr/>
          </p:nvSpPr>
          <p:spPr bwMode="auto">
            <a:xfrm>
              <a:off x="3014" y="2700"/>
              <a:ext cx="912" cy="5"/>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3" name="Rectangle 970"/>
            <p:cNvSpPr>
              <a:spLocks noChangeArrowheads="1"/>
            </p:cNvSpPr>
            <p:nvPr/>
          </p:nvSpPr>
          <p:spPr bwMode="auto">
            <a:xfrm>
              <a:off x="3014" y="2705"/>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4" name="Rectangle 971"/>
            <p:cNvSpPr>
              <a:spLocks noChangeArrowheads="1"/>
            </p:cNvSpPr>
            <p:nvPr/>
          </p:nvSpPr>
          <p:spPr bwMode="auto">
            <a:xfrm>
              <a:off x="3014" y="2709"/>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5" name="Rectangle 972"/>
            <p:cNvSpPr>
              <a:spLocks noChangeArrowheads="1"/>
            </p:cNvSpPr>
            <p:nvPr/>
          </p:nvSpPr>
          <p:spPr bwMode="auto">
            <a:xfrm>
              <a:off x="3014" y="2713"/>
              <a:ext cx="912" cy="4"/>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6" name="Rectangle 973"/>
            <p:cNvSpPr>
              <a:spLocks noChangeArrowheads="1"/>
            </p:cNvSpPr>
            <p:nvPr/>
          </p:nvSpPr>
          <p:spPr bwMode="auto">
            <a:xfrm>
              <a:off x="3014" y="2717"/>
              <a:ext cx="912" cy="5"/>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7" name="Rectangle 974"/>
            <p:cNvSpPr>
              <a:spLocks noChangeArrowheads="1"/>
            </p:cNvSpPr>
            <p:nvPr/>
          </p:nvSpPr>
          <p:spPr bwMode="auto">
            <a:xfrm>
              <a:off x="3014" y="2722"/>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8" name="Rectangle 975"/>
            <p:cNvSpPr>
              <a:spLocks noChangeArrowheads="1"/>
            </p:cNvSpPr>
            <p:nvPr/>
          </p:nvSpPr>
          <p:spPr bwMode="auto">
            <a:xfrm>
              <a:off x="3014" y="2726"/>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29" name="Rectangle 976"/>
            <p:cNvSpPr>
              <a:spLocks noChangeArrowheads="1"/>
            </p:cNvSpPr>
            <p:nvPr/>
          </p:nvSpPr>
          <p:spPr bwMode="auto">
            <a:xfrm>
              <a:off x="3014" y="2730"/>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0" name="Rectangle 977"/>
            <p:cNvSpPr>
              <a:spLocks noChangeArrowheads="1"/>
            </p:cNvSpPr>
            <p:nvPr/>
          </p:nvSpPr>
          <p:spPr bwMode="auto">
            <a:xfrm>
              <a:off x="3014" y="2734"/>
              <a:ext cx="912" cy="4"/>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1" name="Rectangle 978"/>
            <p:cNvSpPr>
              <a:spLocks noChangeArrowheads="1"/>
            </p:cNvSpPr>
            <p:nvPr/>
          </p:nvSpPr>
          <p:spPr bwMode="auto">
            <a:xfrm>
              <a:off x="3014" y="2738"/>
              <a:ext cx="912" cy="5"/>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2" name="Rectangle 979"/>
            <p:cNvSpPr>
              <a:spLocks noChangeArrowheads="1"/>
            </p:cNvSpPr>
            <p:nvPr/>
          </p:nvSpPr>
          <p:spPr bwMode="auto">
            <a:xfrm>
              <a:off x="3014" y="2743"/>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3" name="Rectangle 980"/>
            <p:cNvSpPr>
              <a:spLocks noChangeArrowheads="1"/>
            </p:cNvSpPr>
            <p:nvPr/>
          </p:nvSpPr>
          <p:spPr bwMode="auto">
            <a:xfrm>
              <a:off x="3014" y="2747"/>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4" name="Rectangle 981"/>
            <p:cNvSpPr>
              <a:spLocks noChangeArrowheads="1"/>
            </p:cNvSpPr>
            <p:nvPr/>
          </p:nvSpPr>
          <p:spPr bwMode="auto">
            <a:xfrm>
              <a:off x="3014" y="2751"/>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5" name="Rectangle 982"/>
            <p:cNvSpPr>
              <a:spLocks noChangeArrowheads="1"/>
            </p:cNvSpPr>
            <p:nvPr/>
          </p:nvSpPr>
          <p:spPr bwMode="auto">
            <a:xfrm>
              <a:off x="3014" y="2755"/>
              <a:ext cx="912" cy="4"/>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6" name="Rectangle 983"/>
            <p:cNvSpPr>
              <a:spLocks noChangeArrowheads="1"/>
            </p:cNvSpPr>
            <p:nvPr/>
          </p:nvSpPr>
          <p:spPr bwMode="auto">
            <a:xfrm>
              <a:off x="3014" y="2759"/>
              <a:ext cx="912" cy="5"/>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7" name="Rectangle 984"/>
            <p:cNvSpPr>
              <a:spLocks noChangeArrowheads="1"/>
            </p:cNvSpPr>
            <p:nvPr/>
          </p:nvSpPr>
          <p:spPr bwMode="auto">
            <a:xfrm>
              <a:off x="3014" y="2764"/>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8" name="Rectangle 985"/>
            <p:cNvSpPr>
              <a:spLocks noChangeArrowheads="1"/>
            </p:cNvSpPr>
            <p:nvPr/>
          </p:nvSpPr>
          <p:spPr bwMode="auto">
            <a:xfrm>
              <a:off x="3014" y="2768"/>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39" name="Rectangle 986"/>
            <p:cNvSpPr>
              <a:spLocks noChangeArrowheads="1"/>
            </p:cNvSpPr>
            <p:nvPr/>
          </p:nvSpPr>
          <p:spPr bwMode="auto">
            <a:xfrm>
              <a:off x="3014" y="2772"/>
              <a:ext cx="912" cy="4"/>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0" name="Rectangle 987"/>
            <p:cNvSpPr>
              <a:spLocks noChangeArrowheads="1"/>
            </p:cNvSpPr>
            <p:nvPr/>
          </p:nvSpPr>
          <p:spPr bwMode="auto">
            <a:xfrm>
              <a:off x="3014" y="2776"/>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1" name="Rectangle 988"/>
            <p:cNvSpPr>
              <a:spLocks noChangeArrowheads="1"/>
            </p:cNvSpPr>
            <p:nvPr/>
          </p:nvSpPr>
          <p:spPr bwMode="auto">
            <a:xfrm>
              <a:off x="3014" y="2780"/>
              <a:ext cx="912" cy="5"/>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2" name="Rectangle 989"/>
            <p:cNvSpPr>
              <a:spLocks noChangeArrowheads="1"/>
            </p:cNvSpPr>
            <p:nvPr/>
          </p:nvSpPr>
          <p:spPr bwMode="auto">
            <a:xfrm>
              <a:off x="3014" y="2785"/>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3" name="Rectangle 990"/>
            <p:cNvSpPr>
              <a:spLocks noChangeArrowheads="1"/>
            </p:cNvSpPr>
            <p:nvPr/>
          </p:nvSpPr>
          <p:spPr bwMode="auto">
            <a:xfrm>
              <a:off x="3014" y="2789"/>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4" name="Rectangle 991"/>
            <p:cNvSpPr>
              <a:spLocks noChangeArrowheads="1"/>
            </p:cNvSpPr>
            <p:nvPr/>
          </p:nvSpPr>
          <p:spPr bwMode="auto">
            <a:xfrm>
              <a:off x="3014" y="2793"/>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5" name="Rectangle 992"/>
            <p:cNvSpPr>
              <a:spLocks noChangeArrowheads="1"/>
            </p:cNvSpPr>
            <p:nvPr/>
          </p:nvSpPr>
          <p:spPr bwMode="auto">
            <a:xfrm>
              <a:off x="3014" y="2797"/>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6" name="Rectangle 993"/>
            <p:cNvSpPr>
              <a:spLocks noChangeArrowheads="1"/>
            </p:cNvSpPr>
            <p:nvPr/>
          </p:nvSpPr>
          <p:spPr bwMode="auto">
            <a:xfrm>
              <a:off x="3014" y="2801"/>
              <a:ext cx="912" cy="5"/>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7" name="Rectangle 994"/>
            <p:cNvSpPr>
              <a:spLocks noChangeArrowheads="1"/>
            </p:cNvSpPr>
            <p:nvPr/>
          </p:nvSpPr>
          <p:spPr bwMode="auto">
            <a:xfrm>
              <a:off x="3014" y="2806"/>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8" name="Rectangle 995"/>
            <p:cNvSpPr>
              <a:spLocks noChangeArrowheads="1"/>
            </p:cNvSpPr>
            <p:nvPr/>
          </p:nvSpPr>
          <p:spPr bwMode="auto">
            <a:xfrm>
              <a:off x="3014" y="2810"/>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49" name="Rectangle 996"/>
            <p:cNvSpPr>
              <a:spLocks noChangeArrowheads="1"/>
            </p:cNvSpPr>
            <p:nvPr/>
          </p:nvSpPr>
          <p:spPr bwMode="auto">
            <a:xfrm>
              <a:off x="3014" y="2814"/>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0" name="Rectangle 997"/>
            <p:cNvSpPr>
              <a:spLocks noChangeArrowheads="1"/>
            </p:cNvSpPr>
            <p:nvPr/>
          </p:nvSpPr>
          <p:spPr bwMode="auto">
            <a:xfrm>
              <a:off x="3014" y="2818"/>
              <a:ext cx="912" cy="4"/>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1" name="Rectangle 998"/>
            <p:cNvSpPr>
              <a:spLocks noChangeArrowheads="1"/>
            </p:cNvSpPr>
            <p:nvPr/>
          </p:nvSpPr>
          <p:spPr bwMode="auto">
            <a:xfrm>
              <a:off x="3014" y="2822"/>
              <a:ext cx="912" cy="5"/>
            </a:xfrm>
            <a:prstGeom prst="rect">
              <a:avLst/>
            </a:prstGeom>
            <a:solidFill>
              <a:srgbClr val="E1E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2" name="Rectangle 999"/>
            <p:cNvSpPr>
              <a:spLocks noChangeArrowheads="1"/>
            </p:cNvSpPr>
            <p:nvPr/>
          </p:nvSpPr>
          <p:spPr bwMode="auto">
            <a:xfrm>
              <a:off x="3014" y="2827"/>
              <a:ext cx="912" cy="4"/>
            </a:xfrm>
            <a:prstGeom prst="rect">
              <a:avLst/>
            </a:prstGeom>
            <a:solidFill>
              <a:srgbClr val="E0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3" name="Rectangle 1000"/>
            <p:cNvSpPr>
              <a:spLocks noChangeArrowheads="1"/>
            </p:cNvSpPr>
            <p:nvPr/>
          </p:nvSpPr>
          <p:spPr bwMode="auto">
            <a:xfrm>
              <a:off x="3014" y="2831"/>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4" name="Rectangle 1001"/>
            <p:cNvSpPr>
              <a:spLocks noChangeArrowheads="1"/>
            </p:cNvSpPr>
            <p:nvPr/>
          </p:nvSpPr>
          <p:spPr bwMode="auto">
            <a:xfrm>
              <a:off x="3014" y="2835"/>
              <a:ext cx="912" cy="4"/>
            </a:xfrm>
            <a:prstGeom prst="rect">
              <a:avLst/>
            </a:prstGeom>
            <a:solidFill>
              <a:srgbClr val="DFDF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5" name="Rectangle 1002"/>
            <p:cNvSpPr>
              <a:spLocks noChangeArrowheads="1"/>
            </p:cNvSpPr>
            <p:nvPr/>
          </p:nvSpPr>
          <p:spPr bwMode="auto">
            <a:xfrm>
              <a:off x="3014" y="2839"/>
              <a:ext cx="912" cy="4"/>
            </a:xfrm>
            <a:prstGeom prst="rect">
              <a:avLst/>
            </a:prstGeom>
            <a:solidFill>
              <a:srgbClr val="DEDE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6" name="Rectangle 1003"/>
            <p:cNvSpPr>
              <a:spLocks noChangeArrowheads="1"/>
            </p:cNvSpPr>
            <p:nvPr/>
          </p:nvSpPr>
          <p:spPr bwMode="auto">
            <a:xfrm>
              <a:off x="3014" y="2843"/>
              <a:ext cx="912" cy="5"/>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7" name="Rectangle 1004"/>
            <p:cNvSpPr>
              <a:spLocks noChangeArrowheads="1"/>
            </p:cNvSpPr>
            <p:nvPr/>
          </p:nvSpPr>
          <p:spPr bwMode="auto">
            <a:xfrm>
              <a:off x="3014" y="2848"/>
              <a:ext cx="912" cy="4"/>
            </a:xfrm>
            <a:prstGeom prst="rect">
              <a:avLst/>
            </a:prstGeom>
            <a:solidFill>
              <a:srgbClr val="DDD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8" name="Rectangle 1005"/>
            <p:cNvSpPr>
              <a:spLocks noChangeArrowheads="1"/>
            </p:cNvSpPr>
            <p:nvPr/>
          </p:nvSpPr>
          <p:spPr bwMode="auto">
            <a:xfrm>
              <a:off x="3014" y="2852"/>
              <a:ext cx="912" cy="4"/>
            </a:xfrm>
            <a:prstGeom prst="rect">
              <a:avLst/>
            </a:prstGeom>
            <a:solidFill>
              <a:srgbClr val="DCD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59" name="Rectangle 1006"/>
            <p:cNvSpPr>
              <a:spLocks noChangeArrowheads="1"/>
            </p:cNvSpPr>
            <p:nvPr/>
          </p:nvSpPr>
          <p:spPr bwMode="auto">
            <a:xfrm>
              <a:off x="3014" y="2856"/>
              <a:ext cx="912" cy="4"/>
            </a:xfrm>
            <a:prstGeom prst="rect">
              <a:avLst/>
            </a:prstGeom>
            <a:solidFill>
              <a:srgbClr val="DBDB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0" name="Rectangle 1007"/>
            <p:cNvSpPr>
              <a:spLocks noChangeArrowheads="1"/>
            </p:cNvSpPr>
            <p:nvPr/>
          </p:nvSpPr>
          <p:spPr bwMode="auto">
            <a:xfrm>
              <a:off x="3014" y="2860"/>
              <a:ext cx="912" cy="4"/>
            </a:xfrm>
            <a:prstGeom prst="rect">
              <a:avLst/>
            </a:prstGeom>
            <a:solidFill>
              <a:srgbClr val="DAD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1" name="Rectangle 1008"/>
            <p:cNvSpPr>
              <a:spLocks noChangeArrowheads="1"/>
            </p:cNvSpPr>
            <p:nvPr/>
          </p:nvSpPr>
          <p:spPr bwMode="auto">
            <a:xfrm>
              <a:off x="3014" y="2864"/>
              <a:ext cx="912" cy="5"/>
            </a:xfrm>
            <a:prstGeom prst="rect">
              <a:avLst/>
            </a:prstGeom>
            <a:solidFill>
              <a:srgbClr val="D9D9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2" name="Rectangle 1009"/>
            <p:cNvSpPr>
              <a:spLocks noChangeArrowheads="1"/>
            </p:cNvSpPr>
            <p:nvPr/>
          </p:nvSpPr>
          <p:spPr bwMode="auto">
            <a:xfrm>
              <a:off x="3014" y="2869"/>
              <a:ext cx="912" cy="4"/>
            </a:xfrm>
            <a:prstGeom prst="rect">
              <a:avLst/>
            </a:prstGeom>
            <a:solidFill>
              <a:srgbClr val="D7D7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3" name="Rectangle 1010"/>
            <p:cNvSpPr>
              <a:spLocks noChangeArrowheads="1"/>
            </p:cNvSpPr>
            <p:nvPr/>
          </p:nvSpPr>
          <p:spPr bwMode="auto">
            <a:xfrm>
              <a:off x="3014" y="2873"/>
              <a:ext cx="912" cy="4"/>
            </a:xfrm>
            <a:prstGeom prst="rect">
              <a:avLst/>
            </a:prstGeom>
            <a:solidFill>
              <a:srgbClr val="D6D6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4" name="Rectangle 1011"/>
            <p:cNvSpPr>
              <a:spLocks noChangeArrowheads="1"/>
            </p:cNvSpPr>
            <p:nvPr/>
          </p:nvSpPr>
          <p:spPr bwMode="auto">
            <a:xfrm>
              <a:off x="3014" y="2877"/>
              <a:ext cx="912" cy="4"/>
            </a:xfrm>
            <a:prstGeom prst="rect">
              <a:avLst/>
            </a:prstGeom>
            <a:solidFill>
              <a:srgbClr val="D4D4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5" name="Rectangle 1012"/>
            <p:cNvSpPr>
              <a:spLocks noChangeArrowheads="1"/>
            </p:cNvSpPr>
            <p:nvPr/>
          </p:nvSpPr>
          <p:spPr bwMode="auto">
            <a:xfrm>
              <a:off x="3014" y="2881"/>
              <a:ext cx="912" cy="5"/>
            </a:xfrm>
            <a:prstGeom prst="rect">
              <a:avLst/>
            </a:prstGeom>
            <a:solidFill>
              <a:srgbClr val="D3D3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6" name="Rectangle 1013"/>
            <p:cNvSpPr>
              <a:spLocks noChangeArrowheads="1"/>
            </p:cNvSpPr>
            <p:nvPr/>
          </p:nvSpPr>
          <p:spPr bwMode="auto">
            <a:xfrm>
              <a:off x="3014" y="2886"/>
              <a:ext cx="912" cy="4"/>
            </a:xfrm>
            <a:prstGeom prst="rect">
              <a:avLst/>
            </a:prstGeom>
            <a:solidFill>
              <a:srgbClr val="D1D1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7" name="Rectangle 1014"/>
            <p:cNvSpPr>
              <a:spLocks noChangeArrowheads="1"/>
            </p:cNvSpPr>
            <p:nvPr/>
          </p:nvSpPr>
          <p:spPr bwMode="auto">
            <a:xfrm>
              <a:off x="3014" y="2890"/>
              <a:ext cx="912" cy="4"/>
            </a:xfrm>
            <a:prstGeom prst="rect">
              <a:avLst/>
            </a:prstGeom>
            <a:solidFill>
              <a:srgbClr val="CFCF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8" name="Rectangle 1015"/>
            <p:cNvSpPr>
              <a:spLocks noChangeArrowheads="1"/>
            </p:cNvSpPr>
            <p:nvPr/>
          </p:nvSpPr>
          <p:spPr bwMode="auto">
            <a:xfrm>
              <a:off x="3014" y="2894"/>
              <a:ext cx="912" cy="4"/>
            </a:xfrm>
            <a:prstGeom prst="rect">
              <a:avLst/>
            </a:prstGeom>
            <a:solidFill>
              <a:srgbClr val="CDCD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69" name="Rectangle 1016"/>
            <p:cNvSpPr>
              <a:spLocks noChangeArrowheads="1"/>
            </p:cNvSpPr>
            <p:nvPr/>
          </p:nvSpPr>
          <p:spPr bwMode="auto">
            <a:xfrm>
              <a:off x="3014" y="2898"/>
              <a:ext cx="912" cy="4"/>
            </a:xfrm>
            <a:prstGeom prst="rect">
              <a:avLst/>
            </a:prstGeom>
            <a:solidFill>
              <a:srgbClr val="CBCB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0" name="Rectangle 1017"/>
            <p:cNvSpPr>
              <a:spLocks noChangeArrowheads="1"/>
            </p:cNvSpPr>
            <p:nvPr/>
          </p:nvSpPr>
          <p:spPr bwMode="auto">
            <a:xfrm>
              <a:off x="3014" y="2902"/>
              <a:ext cx="912" cy="5"/>
            </a:xfrm>
            <a:prstGeom prst="rect">
              <a:avLst/>
            </a:prstGeom>
            <a:solidFill>
              <a:srgbClr val="C9C9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1" name="Rectangle 1018"/>
            <p:cNvSpPr>
              <a:spLocks noChangeArrowheads="1"/>
            </p:cNvSpPr>
            <p:nvPr/>
          </p:nvSpPr>
          <p:spPr bwMode="auto">
            <a:xfrm>
              <a:off x="3014" y="2907"/>
              <a:ext cx="912" cy="4"/>
            </a:xfrm>
            <a:prstGeom prst="rect">
              <a:avLst/>
            </a:prstGeom>
            <a:solidFill>
              <a:srgbClr val="C6C6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2" name="Rectangle 1019"/>
            <p:cNvSpPr>
              <a:spLocks noChangeArrowheads="1"/>
            </p:cNvSpPr>
            <p:nvPr/>
          </p:nvSpPr>
          <p:spPr bwMode="auto">
            <a:xfrm>
              <a:off x="3014" y="2911"/>
              <a:ext cx="912" cy="4"/>
            </a:xfrm>
            <a:prstGeom prst="rect">
              <a:avLst/>
            </a:prstGeom>
            <a:solidFill>
              <a:srgbClr val="C4C4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3" name="Rectangle 1020"/>
            <p:cNvSpPr>
              <a:spLocks noChangeArrowheads="1"/>
            </p:cNvSpPr>
            <p:nvPr/>
          </p:nvSpPr>
          <p:spPr bwMode="auto">
            <a:xfrm>
              <a:off x="3014" y="2915"/>
              <a:ext cx="912" cy="4"/>
            </a:xfrm>
            <a:prstGeom prst="rect">
              <a:avLst/>
            </a:prstGeom>
            <a:solidFill>
              <a:srgbClr val="C1C1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4" name="Rectangle 1021"/>
            <p:cNvSpPr>
              <a:spLocks noChangeArrowheads="1"/>
            </p:cNvSpPr>
            <p:nvPr/>
          </p:nvSpPr>
          <p:spPr bwMode="auto">
            <a:xfrm>
              <a:off x="3014" y="2919"/>
              <a:ext cx="912" cy="4"/>
            </a:xfrm>
            <a:prstGeom prst="rect">
              <a:avLst/>
            </a:prstGeom>
            <a:solidFill>
              <a:srgbClr val="BEBE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5" name="Rectangle 1022"/>
            <p:cNvSpPr>
              <a:spLocks noChangeArrowheads="1"/>
            </p:cNvSpPr>
            <p:nvPr/>
          </p:nvSpPr>
          <p:spPr bwMode="auto">
            <a:xfrm>
              <a:off x="3014" y="2923"/>
              <a:ext cx="912" cy="5"/>
            </a:xfrm>
            <a:prstGeom prst="rect">
              <a:avLst/>
            </a:prstGeom>
            <a:solidFill>
              <a:srgbClr val="BBBB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6" name="Rectangle 1023"/>
            <p:cNvSpPr>
              <a:spLocks noChangeArrowheads="1"/>
            </p:cNvSpPr>
            <p:nvPr/>
          </p:nvSpPr>
          <p:spPr bwMode="auto">
            <a:xfrm>
              <a:off x="3014" y="2928"/>
              <a:ext cx="912" cy="4"/>
            </a:xfrm>
            <a:prstGeom prst="rect">
              <a:avLst/>
            </a:prstGeom>
            <a:solidFill>
              <a:srgbClr val="B8B8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7" name="Rectangle 0"/>
            <p:cNvSpPr>
              <a:spLocks noChangeArrowheads="1"/>
            </p:cNvSpPr>
            <p:nvPr/>
          </p:nvSpPr>
          <p:spPr bwMode="auto">
            <a:xfrm>
              <a:off x="3014" y="2932"/>
              <a:ext cx="912" cy="4"/>
            </a:xfrm>
            <a:prstGeom prst="rect">
              <a:avLst/>
            </a:prstGeom>
            <a:solidFill>
              <a:srgbClr val="B5B5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8" name="Rectangle 1"/>
            <p:cNvSpPr>
              <a:spLocks noChangeArrowheads="1"/>
            </p:cNvSpPr>
            <p:nvPr/>
          </p:nvSpPr>
          <p:spPr bwMode="auto">
            <a:xfrm>
              <a:off x="3014" y="2936"/>
              <a:ext cx="912" cy="4"/>
            </a:xfrm>
            <a:prstGeom prst="rect">
              <a:avLst/>
            </a:prstGeom>
            <a:solidFill>
              <a:srgbClr val="B2B2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79" name="Rectangle 2"/>
            <p:cNvSpPr>
              <a:spLocks noChangeArrowheads="1"/>
            </p:cNvSpPr>
            <p:nvPr/>
          </p:nvSpPr>
          <p:spPr bwMode="auto">
            <a:xfrm>
              <a:off x="3014" y="2940"/>
              <a:ext cx="912" cy="4"/>
            </a:xfrm>
            <a:prstGeom prst="rect">
              <a:avLst/>
            </a:prstGeom>
            <a:solidFill>
              <a:srgbClr val="AEAE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0" name="Rectangle 3"/>
            <p:cNvSpPr>
              <a:spLocks noChangeArrowheads="1"/>
            </p:cNvSpPr>
            <p:nvPr/>
          </p:nvSpPr>
          <p:spPr bwMode="auto">
            <a:xfrm>
              <a:off x="3014" y="2944"/>
              <a:ext cx="912" cy="5"/>
            </a:xfrm>
            <a:prstGeom prst="rect">
              <a:avLst/>
            </a:prstGeom>
            <a:solidFill>
              <a:srgbClr val="ABAB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1" name="Rectangle 4"/>
            <p:cNvSpPr>
              <a:spLocks noChangeArrowheads="1"/>
            </p:cNvSpPr>
            <p:nvPr/>
          </p:nvSpPr>
          <p:spPr bwMode="auto">
            <a:xfrm>
              <a:off x="3014" y="2949"/>
              <a:ext cx="912" cy="4"/>
            </a:xfrm>
            <a:prstGeom prst="rect">
              <a:avLst/>
            </a:prstGeom>
            <a:solidFill>
              <a:srgbClr val="A7A7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2" name="Rectangle 5"/>
            <p:cNvSpPr>
              <a:spLocks noChangeArrowheads="1"/>
            </p:cNvSpPr>
            <p:nvPr/>
          </p:nvSpPr>
          <p:spPr bwMode="auto">
            <a:xfrm>
              <a:off x="3014" y="2953"/>
              <a:ext cx="912" cy="4"/>
            </a:xfrm>
            <a:prstGeom prst="rect">
              <a:avLst/>
            </a:prstGeom>
            <a:solidFill>
              <a:srgbClr val="A3A3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3" name="Rectangle 6"/>
            <p:cNvSpPr>
              <a:spLocks noChangeArrowheads="1"/>
            </p:cNvSpPr>
            <p:nvPr/>
          </p:nvSpPr>
          <p:spPr bwMode="auto">
            <a:xfrm>
              <a:off x="3014" y="2957"/>
              <a:ext cx="912" cy="4"/>
            </a:xfrm>
            <a:prstGeom prst="rect">
              <a:avLst/>
            </a:prstGeom>
            <a:solidFill>
              <a:srgbClr val="A0A0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4" name="Rectangle 7"/>
            <p:cNvSpPr>
              <a:spLocks noChangeArrowheads="1"/>
            </p:cNvSpPr>
            <p:nvPr/>
          </p:nvSpPr>
          <p:spPr bwMode="auto">
            <a:xfrm>
              <a:off x="3014" y="2961"/>
              <a:ext cx="912" cy="4"/>
            </a:xfrm>
            <a:prstGeom prst="rect">
              <a:avLst/>
            </a:prstGeom>
            <a:solidFill>
              <a:srgbClr val="9C9C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5" name="Rectangle 8"/>
            <p:cNvSpPr>
              <a:spLocks noChangeArrowheads="1"/>
            </p:cNvSpPr>
            <p:nvPr/>
          </p:nvSpPr>
          <p:spPr bwMode="auto">
            <a:xfrm>
              <a:off x="3014" y="2965"/>
              <a:ext cx="912" cy="5"/>
            </a:xfrm>
            <a:prstGeom prst="rect">
              <a:avLst/>
            </a:prstGeom>
            <a:solidFill>
              <a:srgbClr val="9898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6" name="Rectangle 9"/>
            <p:cNvSpPr>
              <a:spLocks noChangeArrowheads="1"/>
            </p:cNvSpPr>
            <p:nvPr/>
          </p:nvSpPr>
          <p:spPr bwMode="auto">
            <a:xfrm>
              <a:off x="3014" y="2970"/>
              <a:ext cx="912" cy="4"/>
            </a:xfrm>
            <a:prstGeom prst="rect">
              <a:avLst/>
            </a:prstGeom>
            <a:solidFill>
              <a:srgbClr val="949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7" name="Rectangle 10"/>
            <p:cNvSpPr>
              <a:spLocks noChangeArrowheads="1"/>
            </p:cNvSpPr>
            <p:nvPr/>
          </p:nvSpPr>
          <p:spPr bwMode="auto">
            <a:xfrm>
              <a:off x="3014" y="2974"/>
              <a:ext cx="912" cy="4"/>
            </a:xfrm>
            <a:prstGeom prst="rect">
              <a:avLst/>
            </a:prstGeom>
            <a:solidFill>
              <a:srgbClr val="909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8" name="Rectangle 11"/>
            <p:cNvSpPr>
              <a:spLocks noChangeArrowheads="1"/>
            </p:cNvSpPr>
            <p:nvPr/>
          </p:nvSpPr>
          <p:spPr bwMode="auto">
            <a:xfrm>
              <a:off x="3014" y="2978"/>
              <a:ext cx="912" cy="4"/>
            </a:xfrm>
            <a:prstGeom prst="rect">
              <a:avLst/>
            </a:prstGeom>
            <a:solidFill>
              <a:srgbClr val="8C8C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89" name="Rectangle 12"/>
            <p:cNvSpPr>
              <a:spLocks noChangeArrowheads="1"/>
            </p:cNvSpPr>
            <p:nvPr/>
          </p:nvSpPr>
          <p:spPr bwMode="auto">
            <a:xfrm>
              <a:off x="3014" y="2982"/>
              <a:ext cx="912" cy="4"/>
            </a:xfrm>
            <a:prstGeom prst="rect">
              <a:avLst/>
            </a:prstGeom>
            <a:solidFill>
              <a:srgbClr val="8888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0" name="Rectangle 13"/>
            <p:cNvSpPr>
              <a:spLocks noChangeArrowheads="1"/>
            </p:cNvSpPr>
            <p:nvPr/>
          </p:nvSpPr>
          <p:spPr bwMode="auto">
            <a:xfrm>
              <a:off x="3014" y="2986"/>
              <a:ext cx="912" cy="5"/>
            </a:xfrm>
            <a:prstGeom prst="rect">
              <a:avLst/>
            </a:prstGeom>
            <a:solidFill>
              <a:srgbClr val="8383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1" name="Rectangle 14"/>
            <p:cNvSpPr>
              <a:spLocks noChangeArrowheads="1"/>
            </p:cNvSpPr>
            <p:nvPr/>
          </p:nvSpPr>
          <p:spPr bwMode="auto">
            <a:xfrm>
              <a:off x="3014" y="2991"/>
              <a:ext cx="912" cy="4"/>
            </a:xfrm>
            <a:prstGeom prst="rect">
              <a:avLst/>
            </a:prstGeom>
            <a:solidFill>
              <a:srgbClr val="7F7F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2" name="Rectangle 15"/>
            <p:cNvSpPr>
              <a:spLocks noChangeArrowheads="1"/>
            </p:cNvSpPr>
            <p:nvPr/>
          </p:nvSpPr>
          <p:spPr bwMode="auto">
            <a:xfrm>
              <a:off x="3014" y="2995"/>
              <a:ext cx="912" cy="4"/>
            </a:xfrm>
            <a:prstGeom prst="rect">
              <a:avLst/>
            </a:prstGeom>
            <a:solidFill>
              <a:srgbClr val="7B7B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3" name="Rectangle 16"/>
            <p:cNvSpPr>
              <a:spLocks noChangeArrowheads="1"/>
            </p:cNvSpPr>
            <p:nvPr/>
          </p:nvSpPr>
          <p:spPr bwMode="auto">
            <a:xfrm>
              <a:off x="3014" y="2999"/>
              <a:ext cx="912" cy="4"/>
            </a:xfrm>
            <a:prstGeom prst="rect">
              <a:avLst/>
            </a:prstGeom>
            <a:solidFill>
              <a:srgbClr val="7676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4" name="Rectangle 17"/>
            <p:cNvSpPr>
              <a:spLocks noChangeArrowheads="1"/>
            </p:cNvSpPr>
            <p:nvPr/>
          </p:nvSpPr>
          <p:spPr bwMode="auto">
            <a:xfrm>
              <a:off x="3014" y="3003"/>
              <a:ext cx="912" cy="4"/>
            </a:xfrm>
            <a:prstGeom prst="rect">
              <a:avLst/>
            </a:prstGeom>
            <a:solidFill>
              <a:srgbClr val="7272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5" name="Rectangle 18"/>
            <p:cNvSpPr>
              <a:spLocks noChangeArrowheads="1"/>
            </p:cNvSpPr>
            <p:nvPr/>
          </p:nvSpPr>
          <p:spPr bwMode="auto">
            <a:xfrm>
              <a:off x="3014" y="3007"/>
              <a:ext cx="912" cy="5"/>
            </a:xfrm>
            <a:prstGeom prst="rect">
              <a:avLst/>
            </a:prstGeom>
            <a:solidFill>
              <a:srgbClr val="6E6E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6" name="Rectangle 19"/>
            <p:cNvSpPr>
              <a:spLocks noChangeArrowheads="1"/>
            </p:cNvSpPr>
            <p:nvPr/>
          </p:nvSpPr>
          <p:spPr bwMode="auto">
            <a:xfrm>
              <a:off x="3014" y="3012"/>
              <a:ext cx="912" cy="4"/>
            </a:xfrm>
            <a:prstGeom prst="rect">
              <a:avLst/>
            </a:prstGeom>
            <a:solidFill>
              <a:srgbClr val="6A6A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7" name="Rectangle 20"/>
            <p:cNvSpPr>
              <a:spLocks noChangeArrowheads="1"/>
            </p:cNvSpPr>
            <p:nvPr/>
          </p:nvSpPr>
          <p:spPr bwMode="auto">
            <a:xfrm>
              <a:off x="3014" y="3016"/>
              <a:ext cx="912" cy="4"/>
            </a:xfrm>
            <a:prstGeom prst="rect">
              <a:avLst/>
            </a:prstGeom>
            <a:solidFill>
              <a:srgbClr val="666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8" name="Rectangle 21"/>
            <p:cNvSpPr>
              <a:spLocks noChangeArrowheads="1"/>
            </p:cNvSpPr>
            <p:nvPr/>
          </p:nvSpPr>
          <p:spPr bwMode="auto">
            <a:xfrm>
              <a:off x="3014" y="3020"/>
              <a:ext cx="912" cy="4"/>
            </a:xfrm>
            <a:prstGeom prst="rect">
              <a:avLst/>
            </a:prstGeom>
            <a:solidFill>
              <a:srgbClr val="6262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499" name="Rectangle 22"/>
            <p:cNvSpPr>
              <a:spLocks noChangeArrowheads="1"/>
            </p:cNvSpPr>
            <p:nvPr/>
          </p:nvSpPr>
          <p:spPr bwMode="auto">
            <a:xfrm>
              <a:off x="3014" y="3024"/>
              <a:ext cx="912" cy="5"/>
            </a:xfrm>
            <a:prstGeom prst="rect">
              <a:avLst/>
            </a:prstGeom>
            <a:solidFill>
              <a:srgbClr val="5E5E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0" name="Rectangle 23"/>
            <p:cNvSpPr>
              <a:spLocks noChangeArrowheads="1"/>
            </p:cNvSpPr>
            <p:nvPr/>
          </p:nvSpPr>
          <p:spPr bwMode="auto">
            <a:xfrm>
              <a:off x="3014" y="3029"/>
              <a:ext cx="912" cy="4"/>
            </a:xfrm>
            <a:prstGeom prst="rect">
              <a:avLst/>
            </a:prstGeom>
            <a:solidFill>
              <a:srgbClr val="5A5A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1" name="Rectangle 24"/>
            <p:cNvSpPr>
              <a:spLocks noChangeArrowheads="1"/>
            </p:cNvSpPr>
            <p:nvPr/>
          </p:nvSpPr>
          <p:spPr bwMode="auto">
            <a:xfrm>
              <a:off x="3014" y="3033"/>
              <a:ext cx="912" cy="4"/>
            </a:xfrm>
            <a:prstGeom prst="rect">
              <a:avLst/>
            </a:prstGeom>
            <a:solidFill>
              <a:srgbClr val="5656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2" name="Rectangle 25"/>
            <p:cNvSpPr>
              <a:spLocks noChangeArrowheads="1"/>
            </p:cNvSpPr>
            <p:nvPr/>
          </p:nvSpPr>
          <p:spPr bwMode="auto">
            <a:xfrm>
              <a:off x="3014" y="3037"/>
              <a:ext cx="912" cy="4"/>
            </a:xfrm>
            <a:prstGeom prst="rect">
              <a:avLst/>
            </a:prstGeom>
            <a:solidFill>
              <a:srgbClr val="5353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3" name="Rectangle 26"/>
            <p:cNvSpPr>
              <a:spLocks noChangeArrowheads="1"/>
            </p:cNvSpPr>
            <p:nvPr/>
          </p:nvSpPr>
          <p:spPr bwMode="auto">
            <a:xfrm>
              <a:off x="3014" y="3041"/>
              <a:ext cx="912" cy="4"/>
            </a:xfrm>
            <a:prstGeom prst="rect">
              <a:avLst/>
            </a:prstGeom>
            <a:solidFill>
              <a:srgbClr val="4F4F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4" name="Rectangle 27"/>
            <p:cNvSpPr>
              <a:spLocks noChangeArrowheads="1"/>
            </p:cNvSpPr>
            <p:nvPr/>
          </p:nvSpPr>
          <p:spPr bwMode="auto">
            <a:xfrm>
              <a:off x="3014" y="3045"/>
              <a:ext cx="912" cy="5"/>
            </a:xfrm>
            <a:prstGeom prst="rect">
              <a:avLst/>
            </a:prstGeom>
            <a:solidFill>
              <a:srgbClr val="4C4C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5" name="Rectangle 28"/>
            <p:cNvSpPr>
              <a:spLocks noChangeArrowheads="1"/>
            </p:cNvSpPr>
            <p:nvPr/>
          </p:nvSpPr>
          <p:spPr bwMode="auto">
            <a:xfrm>
              <a:off x="3014" y="3050"/>
              <a:ext cx="912" cy="4"/>
            </a:xfrm>
            <a:prstGeom prst="rect">
              <a:avLst/>
            </a:prstGeom>
            <a:solidFill>
              <a:srgbClr val="4949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6" name="Rectangle 29"/>
            <p:cNvSpPr>
              <a:spLocks noChangeArrowheads="1"/>
            </p:cNvSpPr>
            <p:nvPr/>
          </p:nvSpPr>
          <p:spPr bwMode="auto">
            <a:xfrm>
              <a:off x="3014" y="3054"/>
              <a:ext cx="912" cy="4"/>
            </a:xfrm>
            <a:prstGeom prst="rect">
              <a:avLst/>
            </a:prstGeom>
            <a:solidFill>
              <a:srgbClr val="4646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7" name="Rectangle 30"/>
            <p:cNvSpPr>
              <a:spLocks noChangeArrowheads="1"/>
            </p:cNvSpPr>
            <p:nvPr/>
          </p:nvSpPr>
          <p:spPr bwMode="auto">
            <a:xfrm>
              <a:off x="3014" y="3058"/>
              <a:ext cx="912" cy="4"/>
            </a:xfrm>
            <a:prstGeom prst="rect">
              <a:avLst/>
            </a:prstGeom>
            <a:solidFill>
              <a:srgbClr val="4343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8" name="Rectangle 31"/>
            <p:cNvSpPr>
              <a:spLocks noChangeArrowheads="1"/>
            </p:cNvSpPr>
            <p:nvPr/>
          </p:nvSpPr>
          <p:spPr bwMode="auto">
            <a:xfrm>
              <a:off x="3014" y="3062"/>
              <a:ext cx="912" cy="4"/>
            </a:xfrm>
            <a:prstGeom prst="rect">
              <a:avLst/>
            </a:prstGeom>
            <a:solidFill>
              <a:srgbClr val="4040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09" name="Rectangle 32"/>
            <p:cNvSpPr>
              <a:spLocks noChangeArrowheads="1"/>
            </p:cNvSpPr>
            <p:nvPr/>
          </p:nvSpPr>
          <p:spPr bwMode="auto">
            <a:xfrm>
              <a:off x="3014" y="3066"/>
              <a:ext cx="912" cy="5"/>
            </a:xfrm>
            <a:prstGeom prst="rect">
              <a:avLst/>
            </a:prstGeom>
            <a:solidFill>
              <a:srgbClr val="3D3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0" name="Rectangle 33"/>
            <p:cNvSpPr>
              <a:spLocks noChangeArrowheads="1"/>
            </p:cNvSpPr>
            <p:nvPr/>
          </p:nvSpPr>
          <p:spPr bwMode="auto">
            <a:xfrm>
              <a:off x="3014" y="3071"/>
              <a:ext cx="912" cy="4"/>
            </a:xfrm>
            <a:prstGeom prst="rect">
              <a:avLst/>
            </a:prstGeom>
            <a:solidFill>
              <a:srgbClr val="3B3B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1" name="Rectangle 34"/>
            <p:cNvSpPr>
              <a:spLocks noChangeArrowheads="1"/>
            </p:cNvSpPr>
            <p:nvPr/>
          </p:nvSpPr>
          <p:spPr bwMode="auto">
            <a:xfrm>
              <a:off x="3014" y="3075"/>
              <a:ext cx="912" cy="4"/>
            </a:xfrm>
            <a:prstGeom prst="rect">
              <a:avLst/>
            </a:prstGeom>
            <a:solidFill>
              <a:srgbClr val="393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2" name="Rectangle 35"/>
            <p:cNvSpPr>
              <a:spLocks noChangeArrowheads="1"/>
            </p:cNvSpPr>
            <p:nvPr/>
          </p:nvSpPr>
          <p:spPr bwMode="auto">
            <a:xfrm>
              <a:off x="3014" y="3079"/>
              <a:ext cx="912" cy="4"/>
            </a:xfrm>
            <a:prstGeom prst="rect">
              <a:avLst/>
            </a:prstGeom>
            <a:solidFill>
              <a:srgbClr val="3737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3" name="Rectangle 36"/>
            <p:cNvSpPr>
              <a:spLocks noChangeArrowheads="1"/>
            </p:cNvSpPr>
            <p:nvPr/>
          </p:nvSpPr>
          <p:spPr bwMode="auto">
            <a:xfrm>
              <a:off x="3014" y="3083"/>
              <a:ext cx="912" cy="4"/>
            </a:xfrm>
            <a:prstGeom prst="rect">
              <a:avLst/>
            </a:prstGeom>
            <a:solidFill>
              <a:srgbClr val="3535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514" name="Rectangle 37"/>
            <p:cNvSpPr>
              <a:spLocks noChangeArrowheads="1"/>
            </p:cNvSpPr>
            <p:nvPr/>
          </p:nvSpPr>
          <p:spPr bwMode="auto">
            <a:xfrm>
              <a:off x="3014" y="3087"/>
              <a:ext cx="912" cy="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217117" name="Rectangle 38"/>
          <p:cNvSpPr>
            <a:spLocks noChangeArrowheads="1"/>
          </p:cNvSpPr>
          <p:nvPr/>
        </p:nvSpPr>
        <p:spPr bwMode="auto">
          <a:xfrm>
            <a:off x="5041900" y="4548188"/>
            <a:ext cx="922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800" b="0" dirty="0">
                <a:latin typeface="华文楷体" panose="02010600040101010101" pitchFamily="2" charset="-122"/>
                <a:ea typeface="华文楷体" panose="02010600040101010101" pitchFamily="2" charset="-122"/>
              </a:rPr>
              <a:t>项目结束</a:t>
            </a:r>
            <a:endParaRPr lang="zh-CN" altLang="en-US" sz="1800" b="0" dirty="0">
              <a:latin typeface="华文楷体" panose="02010600040101010101" pitchFamily="2" charset="-122"/>
              <a:ea typeface="华文楷体" panose="02010600040101010101" pitchFamily="2" charset="-122"/>
            </a:endParaRPr>
          </a:p>
        </p:txBody>
      </p:sp>
      <p:sp>
        <p:nvSpPr>
          <p:cNvPr id="1094695" name="Rectangle 39"/>
          <p:cNvSpPr>
            <a:spLocks noChangeArrowheads="1"/>
          </p:cNvSpPr>
          <p:nvPr/>
        </p:nvSpPr>
        <p:spPr bwMode="auto">
          <a:xfrm>
            <a:off x="3119438" y="5100638"/>
            <a:ext cx="923925" cy="184150"/>
          </a:xfrm>
          <a:prstGeom prst="rect">
            <a:avLst/>
          </a:prstGeom>
          <a:noFill/>
          <a:ln>
            <a:noFill/>
          </a:ln>
        </p:spPr>
        <p:txBody>
          <a:bodyPr wrap="none" lIns="0" tIns="0" rIns="0" bIns="0">
            <a:spAutoFit/>
          </a:bodyPr>
          <a:lstStyle/>
          <a:p>
            <a:pPr algn="ctr">
              <a:spcBef>
                <a:spcPct val="5000"/>
              </a:spcBef>
              <a:buClr>
                <a:srgbClr val="FF0000"/>
              </a:buClr>
              <a:buFont typeface="Wingdings" panose="05000000000000000000" pitchFamily="2" charset="2"/>
              <a:buNone/>
              <a:defRPr/>
            </a:pPr>
            <a:r>
              <a:rPr lang="zh-CN" altLang="en-US" sz="1200">
                <a:solidFill>
                  <a:srgbClr val="000000"/>
                </a:solidFill>
                <a:latin typeface="华文楷体" panose="02010600040101010101" pitchFamily="2" charset="-122"/>
                <a:ea typeface="华文楷体" panose="02010600040101010101" pitchFamily="2" charset="-122"/>
              </a:rPr>
              <a:t>关注事项管理</a:t>
            </a:r>
            <a:endParaRPr lang="zh-CN" altLang="en-US" sz="12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grpSp>
        <p:nvGrpSpPr>
          <p:cNvPr id="217119" name="Group 40"/>
          <p:cNvGrpSpPr/>
          <p:nvPr/>
        </p:nvGrpSpPr>
        <p:grpSpPr bwMode="auto">
          <a:xfrm>
            <a:off x="633413" y="5746750"/>
            <a:ext cx="4621212" cy="166688"/>
            <a:chOff x="406" y="3521"/>
            <a:chExt cx="2911" cy="105"/>
          </a:xfrm>
        </p:grpSpPr>
        <p:sp>
          <p:nvSpPr>
            <p:cNvPr id="217258" name="Rectangle 41"/>
            <p:cNvSpPr>
              <a:spLocks noChangeArrowheads="1"/>
            </p:cNvSpPr>
            <p:nvPr/>
          </p:nvSpPr>
          <p:spPr bwMode="auto">
            <a:xfrm>
              <a:off x="406" y="352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9" name="Rectangle 42"/>
            <p:cNvSpPr>
              <a:spLocks noChangeArrowheads="1"/>
            </p:cNvSpPr>
            <p:nvPr/>
          </p:nvSpPr>
          <p:spPr bwMode="auto">
            <a:xfrm>
              <a:off x="427" y="3521"/>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0" name="Rectangle 43"/>
            <p:cNvSpPr>
              <a:spLocks noChangeArrowheads="1"/>
            </p:cNvSpPr>
            <p:nvPr/>
          </p:nvSpPr>
          <p:spPr bwMode="auto">
            <a:xfrm>
              <a:off x="452" y="352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1" name="Rectangle 44"/>
            <p:cNvSpPr>
              <a:spLocks noChangeArrowheads="1"/>
            </p:cNvSpPr>
            <p:nvPr/>
          </p:nvSpPr>
          <p:spPr bwMode="auto">
            <a:xfrm>
              <a:off x="473" y="3521"/>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2" name="Rectangle 45"/>
            <p:cNvSpPr>
              <a:spLocks noChangeArrowheads="1"/>
            </p:cNvSpPr>
            <p:nvPr/>
          </p:nvSpPr>
          <p:spPr bwMode="auto">
            <a:xfrm>
              <a:off x="498" y="352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3" name="Rectangle 46"/>
            <p:cNvSpPr>
              <a:spLocks noChangeArrowheads="1"/>
            </p:cNvSpPr>
            <p:nvPr/>
          </p:nvSpPr>
          <p:spPr bwMode="auto">
            <a:xfrm>
              <a:off x="519" y="3521"/>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4" name="Rectangle 47"/>
            <p:cNvSpPr>
              <a:spLocks noChangeArrowheads="1"/>
            </p:cNvSpPr>
            <p:nvPr/>
          </p:nvSpPr>
          <p:spPr bwMode="auto">
            <a:xfrm>
              <a:off x="540" y="3521"/>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5" name="Rectangle 48"/>
            <p:cNvSpPr>
              <a:spLocks noChangeArrowheads="1"/>
            </p:cNvSpPr>
            <p:nvPr/>
          </p:nvSpPr>
          <p:spPr bwMode="auto">
            <a:xfrm>
              <a:off x="566" y="3521"/>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6" name="Rectangle 49"/>
            <p:cNvSpPr>
              <a:spLocks noChangeArrowheads="1"/>
            </p:cNvSpPr>
            <p:nvPr/>
          </p:nvSpPr>
          <p:spPr bwMode="auto">
            <a:xfrm>
              <a:off x="587" y="3521"/>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7" name="Rectangle 50"/>
            <p:cNvSpPr>
              <a:spLocks noChangeArrowheads="1"/>
            </p:cNvSpPr>
            <p:nvPr/>
          </p:nvSpPr>
          <p:spPr bwMode="auto">
            <a:xfrm>
              <a:off x="612" y="352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8" name="Rectangle 51"/>
            <p:cNvSpPr>
              <a:spLocks noChangeArrowheads="1"/>
            </p:cNvSpPr>
            <p:nvPr/>
          </p:nvSpPr>
          <p:spPr bwMode="auto">
            <a:xfrm>
              <a:off x="633" y="3521"/>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69" name="Rectangle 52"/>
            <p:cNvSpPr>
              <a:spLocks noChangeArrowheads="1"/>
            </p:cNvSpPr>
            <p:nvPr/>
          </p:nvSpPr>
          <p:spPr bwMode="auto">
            <a:xfrm>
              <a:off x="654" y="3521"/>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0" name="Rectangle 53"/>
            <p:cNvSpPr>
              <a:spLocks noChangeArrowheads="1"/>
            </p:cNvSpPr>
            <p:nvPr/>
          </p:nvSpPr>
          <p:spPr bwMode="auto">
            <a:xfrm>
              <a:off x="679" y="3521"/>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1" name="Rectangle 54"/>
            <p:cNvSpPr>
              <a:spLocks noChangeArrowheads="1"/>
            </p:cNvSpPr>
            <p:nvPr/>
          </p:nvSpPr>
          <p:spPr bwMode="auto">
            <a:xfrm>
              <a:off x="700" y="3521"/>
              <a:ext cx="26"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2" name="Rectangle 55"/>
            <p:cNvSpPr>
              <a:spLocks noChangeArrowheads="1"/>
            </p:cNvSpPr>
            <p:nvPr/>
          </p:nvSpPr>
          <p:spPr bwMode="auto">
            <a:xfrm>
              <a:off x="726" y="3521"/>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3" name="Rectangle 56"/>
            <p:cNvSpPr>
              <a:spLocks noChangeArrowheads="1"/>
            </p:cNvSpPr>
            <p:nvPr/>
          </p:nvSpPr>
          <p:spPr bwMode="auto">
            <a:xfrm>
              <a:off x="747" y="3521"/>
              <a:ext cx="25"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4" name="Rectangle 57"/>
            <p:cNvSpPr>
              <a:spLocks noChangeArrowheads="1"/>
            </p:cNvSpPr>
            <p:nvPr/>
          </p:nvSpPr>
          <p:spPr bwMode="auto">
            <a:xfrm>
              <a:off x="772" y="3521"/>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5" name="Rectangle 58"/>
            <p:cNvSpPr>
              <a:spLocks noChangeArrowheads="1"/>
            </p:cNvSpPr>
            <p:nvPr/>
          </p:nvSpPr>
          <p:spPr bwMode="auto">
            <a:xfrm>
              <a:off x="793" y="3521"/>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6" name="Rectangle 59"/>
            <p:cNvSpPr>
              <a:spLocks noChangeArrowheads="1"/>
            </p:cNvSpPr>
            <p:nvPr/>
          </p:nvSpPr>
          <p:spPr bwMode="auto">
            <a:xfrm>
              <a:off x="814" y="3521"/>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7" name="Rectangle 60"/>
            <p:cNvSpPr>
              <a:spLocks noChangeArrowheads="1"/>
            </p:cNvSpPr>
            <p:nvPr/>
          </p:nvSpPr>
          <p:spPr bwMode="auto">
            <a:xfrm>
              <a:off x="839" y="3521"/>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8" name="Rectangle 61"/>
            <p:cNvSpPr>
              <a:spLocks noChangeArrowheads="1"/>
            </p:cNvSpPr>
            <p:nvPr/>
          </p:nvSpPr>
          <p:spPr bwMode="auto">
            <a:xfrm>
              <a:off x="860" y="3521"/>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79" name="Rectangle 62"/>
            <p:cNvSpPr>
              <a:spLocks noChangeArrowheads="1"/>
            </p:cNvSpPr>
            <p:nvPr/>
          </p:nvSpPr>
          <p:spPr bwMode="auto">
            <a:xfrm>
              <a:off x="885" y="3521"/>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0" name="Rectangle 63"/>
            <p:cNvSpPr>
              <a:spLocks noChangeArrowheads="1"/>
            </p:cNvSpPr>
            <p:nvPr/>
          </p:nvSpPr>
          <p:spPr bwMode="auto">
            <a:xfrm>
              <a:off x="906" y="3521"/>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1" name="Rectangle 64"/>
            <p:cNvSpPr>
              <a:spLocks noChangeArrowheads="1"/>
            </p:cNvSpPr>
            <p:nvPr/>
          </p:nvSpPr>
          <p:spPr bwMode="auto">
            <a:xfrm>
              <a:off x="927" y="3521"/>
              <a:ext cx="26"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2" name="Rectangle 65"/>
            <p:cNvSpPr>
              <a:spLocks noChangeArrowheads="1"/>
            </p:cNvSpPr>
            <p:nvPr/>
          </p:nvSpPr>
          <p:spPr bwMode="auto">
            <a:xfrm>
              <a:off x="953" y="3521"/>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3" name="Rectangle 66"/>
            <p:cNvSpPr>
              <a:spLocks noChangeArrowheads="1"/>
            </p:cNvSpPr>
            <p:nvPr/>
          </p:nvSpPr>
          <p:spPr bwMode="auto">
            <a:xfrm>
              <a:off x="974" y="3521"/>
              <a:ext cx="25"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4" name="Rectangle 67"/>
            <p:cNvSpPr>
              <a:spLocks noChangeArrowheads="1"/>
            </p:cNvSpPr>
            <p:nvPr/>
          </p:nvSpPr>
          <p:spPr bwMode="auto">
            <a:xfrm>
              <a:off x="999" y="3521"/>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5" name="Rectangle 68"/>
            <p:cNvSpPr>
              <a:spLocks noChangeArrowheads="1"/>
            </p:cNvSpPr>
            <p:nvPr/>
          </p:nvSpPr>
          <p:spPr bwMode="auto">
            <a:xfrm>
              <a:off x="1020" y="3521"/>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6" name="Rectangle 69"/>
            <p:cNvSpPr>
              <a:spLocks noChangeArrowheads="1"/>
            </p:cNvSpPr>
            <p:nvPr/>
          </p:nvSpPr>
          <p:spPr bwMode="auto">
            <a:xfrm>
              <a:off x="1041" y="3521"/>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7" name="Rectangle 70"/>
            <p:cNvSpPr>
              <a:spLocks noChangeArrowheads="1"/>
            </p:cNvSpPr>
            <p:nvPr/>
          </p:nvSpPr>
          <p:spPr bwMode="auto">
            <a:xfrm>
              <a:off x="1066" y="3521"/>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8" name="Rectangle 71"/>
            <p:cNvSpPr>
              <a:spLocks noChangeArrowheads="1"/>
            </p:cNvSpPr>
            <p:nvPr/>
          </p:nvSpPr>
          <p:spPr bwMode="auto">
            <a:xfrm>
              <a:off x="1087" y="3521"/>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89" name="Rectangle 72"/>
            <p:cNvSpPr>
              <a:spLocks noChangeArrowheads="1"/>
            </p:cNvSpPr>
            <p:nvPr/>
          </p:nvSpPr>
          <p:spPr bwMode="auto">
            <a:xfrm>
              <a:off x="1112" y="3521"/>
              <a:ext cx="22"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0" name="Rectangle 73"/>
            <p:cNvSpPr>
              <a:spLocks noChangeArrowheads="1"/>
            </p:cNvSpPr>
            <p:nvPr/>
          </p:nvSpPr>
          <p:spPr bwMode="auto">
            <a:xfrm>
              <a:off x="1134" y="3521"/>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1" name="Rectangle 74"/>
            <p:cNvSpPr>
              <a:spLocks noChangeArrowheads="1"/>
            </p:cNvSpPr>
            <p:nvPr/>
          </p:nvSpPr>
          <p:spPr bwMode="auto">
            <a:xfrm>
              <a:off x="1155" y="3521"/>
              <a:ext cx="25"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2" name="Rectangle 75"/>
            <p:cNvSpPr>
              <a:spLocks noChangeArrowheads="1"/>
            </p:cNvSpPr>
            <p:nvPr/>
          </p:nvSpPr>
          <p:spPr bwMode="auto">
            <a:xfrm>
              <a:off x="1180" y="3521"/>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3" name="Rectangle 76"/>
            <p:cNvSpPr>
              <a:spLocks noChangeArrowheads="1"/>
            </p:cNvSpPr>
            <p:nvPr/>
          </p:nvSpPr>
          <p:spPr bwMode="auto">
            <a:xfrm>
              <a:off x="1201" y="3521"/>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4" name="Rectangle 77"/>
            <p:cNvSpPr>
              <a:spLocks noChangeArrowheads="1"/>
            </p:cNvSpPr>
            <p:nvPr/>
          </p:nvSpPr>
          <p:spPr bwMode="auto">
            <a:xfrm>
              <a:off x="1226" y="3521"/>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5" name="Rectangle 78"/>
            <p:cNvSpPr>
              <a:spLocks noChangeArrowheads="1"/>
            </p:cNvSpPr>
            <p:nvPr/>
          </p:nvSpPr>
          <p:spPr bwMode="auto">
            <a:xfrm>
              <a:off x="1247" y="3521"/>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6" name="Rectangle 79"/>
            <p:cNvSpPr>
              <a:spLocks noChangeArrowheads="1"/>
            </p:cNvSpPr>
            <p:nvPr/>
          </p:nvSpPr>
          <p:spPr bwMode="auto">
            <a:xfrm>
              <a:off x="1268" y="3521"/>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7" name="Rectangle 80"/>
            <p:cNvSpPr>
              <a:spLocks noChangeArrowheads="1"/>
            </p:cNvSpPr>
            <p:nvPr/>
          </p:nvSpPr>
          <p:spPr bwMode="auto">
            <a:xfrm>
              <a:off x="1293" y="3521"/>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8" name="Rectangle 81"/>
            <p:cNvSpPr>
              <a:spLocks noChangeArrowheads="1"/>
            </p:cNvSpPr>
            <p:nvPr/>
          </p:nvSpPr>
          <p:spPr bwMode="auto">
            <a:xfrm>
              <a:off x="1314" y="3521"/>
              <a:ext cx="26"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99" name="Rectangle 82"/>
            <p:cNvSpPr>
              <a:spLocks noChangeArrowheads="1"/>
            </p:cNvSpPr>
            <p:nvPr/>
          </p:nvSpPr>
          <p:spPr bwMode="auto">
            <a:xfrm>
              <a:off x="1340" y="3521"/>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0" name="Rectangle 83"/>
            <p:cNvSpPr>
              <a:spLocks noChangeArrowheads="1"/>
            </p:cNvSpPr>
            <p:nvPr/>
          </p:nvSpPr>
          <p:spPr bwMode="auto">
            <a:xfrm>
              <a:off x="1361" y="3521"/>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1" name="Rectangle 84"/>
            <p:cNvSpPr>
              <a:spLocks noChangeArrowheads="1"/>
            </p:cNvSpPr>
            <p:nvPr/>
          </p:nvSpPr>
          <p:spPr bwMode="auto">
            <a:xfrm>
              <a:off x="1382" y="3521"/>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2" name="Rectangle 85"/>
            <p:cNvSpPr>
              <a:spLocks noChangeArrowheads="1"/>
            </p:cNvSpPr>
            <p:nvPr/>
          </p:nvSpPr>
          <p:spPr bwMode="auto">
            <a:xfrm>
              <a:off x="1407" y="3521"/>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3" name="Rectangle 86"/>
            <p:cNvSpPr>
              <a:spLocks noChangeArrowheads="1"/>
            </p:cNvSpPr>
            <p:nvPr/>
          </p:nvSpPr>
          <p:spPr bwMode="auto">
            <a:xfrm>
              <a:off x="1428" y="3521"/>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4" name="Rectangle 87"/>
            <p:cNvSpPr>
              <a:spLocks noChangeArrowheads="1"/>
            </p:cNvSpPr>
            <p:nvPr/>
          </p:nvSpPr>
          <p:spPr bwMode="auto">
            <a:xfrm>
              <a:off x="1453" y="3521"/>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5" name="Rectangle 88"/>
            <p:cNvSpPr>
              <a:spLocks noChangeArrowheads="1"/>
            </p:cNvSpPr>
            <p:nvPr/>
          </p:nvSpPr>
          <p:spPr bwMode="auto">
            <a:xfrm>
              <a:off x="1474" y="3521"/>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6" name="Rectangle 89"/>
            <p:cNvSpPr>
              <a:spLocks noChangeArrowheads="1"/>
            </p:cNvSpPr>
            <p:nvPr/>
          </p:nvSpPr>
          <p:spPr bwMode="auto">
            <a:xfrm>
              <a:off x="1499" y="3521"/>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7" name="Rectangle 90"/>
            <p:cNvSpPr>
              <a:spLocks noChangeArrowheads="1"/>
            </p:cNvSpPr>
            <p:nvPr/>
          </p:nvSpPr>
          <p:spPr bwMode="auto">
            <a:xfrm>
              <a:off x="1520" y="3521"/>
              <a:ext cx="22"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8" name="Rectangle 91"/>
            <p:cNvSpPr>
              <a:spLocks noChangeArrowheads="1"/>
            </p:cNvSpPr>
            <p:nvPr/>
          </p:nvSpPr>
          <p:spPr bwMode="auto">
            <a:xfrm>
              <a:off x="1542" y="3521"/>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09" name="Rectangle 92"/>
            <p:cNvSpPr>
              <a:spLocks noChangeArrowheads="1"/>
            </p:cNvSpPr>
            <p:nvPr/>
          </p:nvSpPr>
          <p:spPr bwMode="auto">
            <a:xfrm>
              <a:off x="1567" y="3521"/>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0" name="Rectangle 93"/>
            <p:cNvSpPr>
              <a:spLocks noChangeArrowheads="1"/>
            </p:cNvSpPr>
            <p:nvPr/>
          </p:nvSpPr>
          <p:spPr bwMode="auto">
            <a:xfrm>
              <a:off x="1588" y="3521"/>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1" name="Rectangle 94"/>
            <p:cNvSpPr>
              <a:spLocks noChangeArrowheads="1"/>
            </p:cNvSpPr>
            <p:nvPr/>
          </p:nvSpPr>
          <p:spPr bwMode="auto">
            <a:xfrm>
              <a:off x="1613" y="352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2" name="Rectangle 95"/>
            <p:cNvSpPr>
              <a:spLocks noChangeArrowheads="1"/>
            </p:cNvSpPr>
            <p:nvPr/>
          </p:nvSpPr>
          <p:spPr bwMode="auto">
            <a:xfrm>
              <a:off x="1634" y="352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3" name="Rectangle 96"/>
            <p:cNvSpPr>
              <a:spLocks noChangeArrowheads="1"/>
            </p:cNvSpPr>
            <p:nvPr/>
          </p:nvSpPr>
          <p:spPr bwMode="auto">
            <a:xfrm>
              <a:off x="1655" y="3521"/>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4" name="Rectangle 97"/>
            <p:cNvSpPr>
              <a:spLocks noChangeArrowheads="1"/>
            </p:cNvSpPr>
            <p:nvPr/>
          </p:nvSpPr>
          <p:spPr bwMode="auto">
            <a:xfrm>
              <a:off x="1680" y="3521"/>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5" name="Rectangle 98"/>
            <p:cNvSpPr>
              <a:spLocks noChangeArrowheads="1"/>
            </p:cNvSpPr>
            <p:nvPr/>
          </p:nvSpPr>
          <p:spPr bwMode="auto">
            <a:xfrm>
              <a:off x="1701" y="3521"/>
              <a:ext cx="26"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6" name="Rectangle 99"/>
            <p:cNvSpPr>
              <a:spLocks noChangeArrowheads="1"/>
            </p:cNvSpPr>
            <p:nvPr/>
          </p:nvSpPr>
          <p:spPr bwMode="auto">
            <a:xfrm>
              <a:off x="1727" y="352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7" name="Rectangle 100"/>
            <p:cNvSpPr>
              <a:spLocks noChangeArrowheads="1"/>
            </p:cNvSpPr>
            <p:nvPr/>
          </p:nvSpPr>
          <p:spPr bwMode="auto">
            <a:xfrm>
              <a:off x="1748" y="352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8" name="Rectangle 101"/>
            <p:cNvSpPr>
              <a:spLocks noChangeArrowheads="1"/>
            </p:cNvSpPr>
            <p:nvPr/>
          </p:nvSpPr>
          <p:spPr bwMode="auto">
            <a:xfrm>
              <a:off x="1769" y="352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19" name="Rectangle 102"/>
            <p:cNvSpPr>
              <a:spLocks noChangeArrowheads="1"/>
            </p:cNvSpPr>
            <p:nvPr/>
          </p:nvSpPr>
          <p:spPr bwMode="auto">
            <a:xfrm>
              <a:off x="1794" y="3521"/>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0" name="Rectangle 103"/>
            <p:cNvSpPr>
              <a:spLocks noChangeArrowheads="1"/>
            </p:cNvSpPr>
            <p:nvPr/>
          </p:nvSpPr>
          <p:spPr bwMode="auto">
            <a:xfrm>
              <a:off x="1815" y="352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1" name="Rectangle 104"/>
            <p:cNvSpPr>
              <a:spLocks noChangeArrowheads="1"/>
            </p:cNvSpPr>
            <p:nvPr/>
          </p:nvSpPr>
          <p:spPr bwMode="auto">
            <a:xfrm>
              <a:off x="1840" y="3521"/>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2" name="Rectangle 105"/>
            <p:cNvSpPr>
              <a:spLocks noChangeArrowheads="1"/>
            </p:cNvSpPr>
            <p:nvPr/>
          </p:nvSpPr>
          <p:spPr bwMode="auto">
            <a:xfrm>
              <a:off x="1861" y="3521"/>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3" name="Rectangle 106"/>
            <p:cNvSpPr>
              <a:spLocks noChangeArrowheads="1"/>
            </p:cNvSpPr>
            <p:nvPr/>
          </p:nvSpPr>
          <p:spPr bwMode="auto">
            <a:xfrm>
              <a:off x="1882" y="3521"/>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4" name="Rectangle 107"/>
            <p:cNvSpPr>
              <a:spLocks noChangeArrowheads="1"/>
            </p:cNvSpPr>
            <p:nvPr/>
          </p:nvSpPr>
          <p:spPr bwMode="auto">
            <a:xfrm>
              <a:off x="1907" y="3521"/>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5" name="Rectangle 108"/>
            <p:cNvSpPr>
              <a:spLocks noChangeArrowheads="1"/>
            </p:cNvSpPr>
            <p:nvPr/>
          </p:nvSpPr>
          <p:spPr bwMode="auto">
            <a:xfrm>
              <a:off x="1928" y="3521"/>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6" name="Rectangle 109"/>
            <p:cNvSpPr>
              <a:spLocks noChangeArrowheads="1"/>
            </p:cNvSpPr>
            <p:nvPr/>
          </p:nvSpPr>
          <p:spPr bwMode="auto">
            <a:xfrm>
              <a:off x="1954" y="352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7" name="Rectangle 110"/>
            <p:cNvSpPr>
              <a:spLocks noChangeArrowheads="1"/>
            </p:cNvSpPr>
            <p:nvPr/>
          </p:nvSpPr>
          <p:spPr bwMode="auto">
            <a:xfrm>
              <a:off x="1975" y="3521"/>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8" name="Rectangle 111"/>
            <p:cNvSpPr>
              <a:spLocks noChangeArrowheads="1"/>
            </p:cNvSpPr>
            <p:nvPr/>
          </p:nvSpPr>
          <p:spPr bwMode="auto">
            <a:xfrm>
              <a:off x="1996" y="3521"/>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29" name="Rectangle 112"/>
            <p:cNvSpPr>
              <a:spLocks noChangeArrowheads="1"/>
            </p:cNvSpPr>
            <p:nvPr/>
          </p:nvSpPr>
          <p:spPr bwMode="auto">
            <a:xfrm>
              <a:off x="2021" y="3521"/>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0" name="Rectangle 113"/>
            <p:cNvSpPr>
              <a:spLocks noChangeArrowheads="1"/>
            </p:cNvSpPr>
            <p:nvPr/>
          </p:nvSpPr>
          <p:spPr bwMode="auto">
            <a:xfrm>
              <a:off x="2042" y="3521"/>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1" name="Rectangle 114"/>
            <p:cNvSpPr>
              <a:spLocks noChangeArrowheads="1"/>
            </p:cNvSpPr>
            <p:nvPr/>
          </p:nvSpPr>
          <p:spPr bwMode="auto">
            <a:xfrm>
              <a:off x="2067" y="352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2" name="Rectangle 115"/>
            <p:cNvSpPr>
              <a:spLocks noChangeArrowheads="1"/>
            </p:cNvSpPr>
            <p:nvPr/>
          </p:nvSpPr>
          <p:spPr bwMode="auto">
            <a:xfrm>
              <a:off x="2088" y="3521"/>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3" name="Rectangle 116"/>
            <p:cNvSpPr>
              <a:spLocks noChangeArrowheads="1"/>
            </p:cNvSpPr>
            <p:nvPr/>
          </p:nvSpPr>
          <p:spPr bwMode="auto">
            <a:xfrm>
              <a:off x="2109" y="3521"/>
              <a:ext cx="26"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4" name="Rectangle 117"/>
            <p:cNvSpPr>
              <a:spLocks noChangeArrowheads="1"/>
            </p:cNvSpPr>
            <p:nvPr/>
          </p:nvSpPr>
          <p:spPr bwMode="auto">
            <a:xfrm>
              <a:off x="2135" y="3521"/>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5" name="Rectangle 118"/>
            <p:cNvSpPr>
              <a:spLocks noChangeArrowheads="1"/>
            </p:cNvSpPr>
            <p:nvPr/>
          </p:nvSpPr>
          <p:spPr bwMode="auto">
            <a:xfrm>
              <a:off x="2156" y="3521"/>
              <a:ext cx="25"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6" name="Rectangle 119"/>
            <p:cNvSpPr>
              <a:spLocks noChangeArrowheads="1"/>
            </p:cNvSpPr>
            <p:nvPr/>
          </p:nvSpPr>
          <p:spPr bwMode="auto">
            <a:xfrm>
              <a:off x="2181" y="3521"/>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7" name="Rectangle 120"/>
            <p:cNvSpPr>
              <a:spLocks noChangeArrowheads="1"/>
            </p:cNvSpPr>
            <p:nvPr/>
          </p:nvSpPr>
          <p:spPr bwMode="auto">
            <a:xfrm>
              <a:off x="2202" y="3521"/>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8" name="Rectangle 121"/>
            <p:cNvSpPr>
              <a:spLocks noChangeArrowheads="1"/>
            </p:cNvSpPr>
            <p:nvPr/>
          </p:nvSpPr>
          <p:spPr bwMode="auto">
            <a:xfrm>
              <a:off x="2227" y="3521"/>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39" name="Rectangle 122"/>
            <p:cNvSpPr>
              <a:spLocks noChangeArrowheads="1"/>
            </p:cNvSpPr>
            <p:nvPr/>
          </p:nvSpPr>
          <p:spPr bwMode="auto">
            <a:xfrm>
              <a:off x="2248" y="3521"/>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0" name="Rectangle 123"/>
            <p:cNvSpPr>
              <a:spLocks noChangeArrowheads="1"/>
            </p:cNvSpPr>
            <p:nvPr/>
          </p:nvSpPr>
          <p:spPr bwMode="auto">
            <a:xfrm>
              <a:off x="2269" y="3521"/>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1" name="Rectangle 124"/>
            <p:cNvSpPr>
              <a:spLocks noChangeArrowheads="1"/>
            </p:cNvSpPr>
            <p:nvPr/>
          </p:nvSpPr>
          <p:spPr bwMode="auto">
            <a:xfrm>
              <a:off x="2294" y="3521"/>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2" name="Rectangle 125"/>
            <p:cNvSpPr>
              <a:spLocks noChangeArrowheads="1"/>
            </p:cNvSpPr>
            <p:nvPr/>
          </p:nvSpPr>
          <p:spPr bwMode="auto">
            <a:xfrm>
              <a:off x="2315" y="3521"/>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3" name="Rectangle 126"/>
            <p:cNvSpPr>
              <a:spLocks noChangeArrowheads="1"/>
            </p:cNvSpPr>
            <p:nvPr/>
          </p:nvSpPr>
          <p:spPr bwMode="auto">
            <a:xfrm>
              <a:off x="2341" y="3521"/>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4" name="Rectangle 127"/>
            <p:cNvSpPr>
              <a:spLocks noChangeArrowheads="1"/>
            </p:cNvSpPr>
            <p:nvPr/>
          </p:nvSpPr>
          <p:spPr bwMode="auto">
            <a:xfrm>
              <a:off x="2362" y="3521"/>
              <a:ext cx="21"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5" name="Rectangle 128"/>
            <p:cNvSpPr>
              <a:spLocks noChangeArrowheads="1"/>
            </p:cNvSpPr>
            <p:nvPr/>
          </p:nvSpPr>
          <p:spPr bwMode="auto">
            <a:xfrm>
              <a:off x="2383" y="3521"/>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6" name="Rectangle 129"/>
            <p:cNvSpPr>
              <a:spLocks noChangeArrowheads="1"/>
            </p:cNvSpPr>
            <p:nvPr/>
          </p:nvSpPr>
          <p:spPr bwMode="auto">
            <a:xfrm>
              <a:off x="2408" y="3521"/>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7" name="Rectangle 130"/>
            <p:cNvSpPr>
              <a:spLocks noChangeArrowheads="1"/>
            </p:cNvSpPr>
            <p:nvPr/>
          </p:nvSpPr>
          <p:spPr bwMode="auto">
            <a:xfrm>
              <a:off x="2429" y="3521"/>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8" name="Rectangle 131"/>
            <p:cNvSpPr>
              <a:spLocks noChangeArrowheads="1"/>
            </p:cNvSpPr>
            <p:nvPr/>
          </p:nvSpPr>
          <p:spPr bwMode="auto">
            <a:xfrm>
              <a:off x="2454" y="3521"/>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49" name="Rectangle 132"/>
            <p:cNvSpPr>
              <a:spLocks noChangeArrowheads="1"/>
            </p:cNvSpPr>
            <p:nvPr/>
          </p:nvSpPr>
          <p:spPr bwMode="auto">
            <a:xfrm>
              <a:off x="2475" y="3521"/>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0" name="Rectangle 133"/>
            <p:cNvSpPr>
              <a:spLocks noChangeArrowheads="1"/>
            </p:cNvSpPr>
            <p:nvPr/>
          </p:nvSpPr>
          <p:spPr bwMode="auto">
            <a:xfrm>
              <a:off x="2496" y="3521"/>
              <a:ext cx="26"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1" name="Rectangle 134"/>
            <p:cNvSpPr>
              <a:spLocks noChangeArrowheads="1"/>
            </p:cNvSpPr>
            <p:nvPr/>
          </p:nvSpPr>
          <p:spPr bwMode="auto">
            <a:xfrm>
              <a:off x="2522" y="3521"/>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2" name="Rectangle 135"/>
            <p:cNvSpPr>
              <a:spLocks noChangeArrowheads="1"/>
            </p:cNvSpPr>
            <p:nvPr/>
          </p:nvSpPr>
          <p:spPr bwMode="auto">
            <a:xfrm>
              <a:off x="2543" y="3521"/>
              <a:ext cx="25"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3" name="Rectangle 136"/>
            <p:cNvSpPr>
              <a:spLocks noChangeArrowheads="1"/>
            </p:cNvSpPr>
            <p:nvPr/>
          </p:nvSpPr>
          <p:spPr bwMode="auto">
            <a:xfrm>
              <a:off x="2568" y="3521"/>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4" name="Rectangle 137"/>
            <p:cNvSpPr>
              <a:spLocks noChangeArrowheads="1"/>
            </p:cNvSpPr>
            <p:nvPr/>
          </p:nvSpPr>
          <p:spPr bwMode="auto">
            <a:xfrm>
              <a:off x="2589" y="3521"/>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5" name="Rectangle 138"/>
            <p:cNvSpPr>
              <a:spLocks noChangeArrowheads="1"/>
            </p:cNvSpPr>
            <p:nvPr/>
          </p:nvSpPr>
          <p:spPr bwMode="auto">
            <a:xfrm>
              <a:off x="2610" y="3521"/>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6" name="Rectangle 139"/>
            <p:cNvSpPr>
              <a:spLocks noChangeArrowheads="1"/>
            </p:cNvSpPr>
            <p:nvPr/>
          </p:nvSpPr>
          <p:spPr bwMode="auto">
            <a:xfrm>
              <a:off x="2635" y="3521"/>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7" name="Rectangle 140"/>
            <p:cNvSpPr>
              <a:spLocks noChangeArrowheads="1"/>
            </p:cNvSpPr>
            <p:nvPr/>
          </p:nvSpPr>
          <p:spPr bwMode="auto">
            <a:xfrm>
              <a:off x="2656" y="3521"/>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8" name="Rectangle 141"/>
            <p:cNvSpPr>
              <a:spLocks noChangeArrowheads="1"/>
            </p:cNvSpPr>
            <p:nvPr/>
          </p:nvSpPr>
          <p:spPr bwMode="auto">
            <a:xfrm>
              <a:off x="2681" y="3521"/>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59" name="Rectangle 142"/>
            <p:cNvSpPr>
              <a:spLocks noChangeArrowheads="1"/>
            </p:cNvSpPr>
            <p:nvPr/>
          </p:nvSpPr>
          <p:spPr bwMode="auto">
            <a:xfrm>
              <a:off x="2702" y="3521"/>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0" name="Rectangle 143"/>
            <p:cNvSpPr>
              <a:spLocks noChangeArrowheads="1"/>
            </p:cNvSpPr>
            <p:nvPr/>
          </p:nvSpPr>
          <p:spPr bwMode="auto">
            <a:xfrm>
              <a:off x="2723" y="3521"/>
              <a:ext cx="26"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1" name="Rectangle 144"/>
            <p:cNvSpPr>
              <a:spLocks noChangeArrowheads="1"/>
            </p:cNvSpPr>
            <p:nvPr/>
          </p:nvSpPr>
          <p:spPr bwMode="auto">
            <a:xfrm>
              <a:off x="2749" y="3521"/>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2" name="Rectangle 145"/>
            <p:cNvSpPr>
              <a:spLocks noChangeArrowheads="1"/>
            </p:cNvSpPr>
            <p:nvPr/>
          </p:nvSpPr>
          <p:spPr bwMode="auto">
            <a:xfrm>
              <a:off x="2770" y="3521"/>
              <a:ext cx="25"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3" name="Rectangle 146"/>
            <p:cNvSpPr>
              <a:spLocks noChangeArrowheads="1"/>
            </p:cNvSpPr>
            <p:nvPr/>
          </p:nvSpPr>
          <p:spPr bwMode="auto">
            <a:xfrm>
              <a:off x="2795" y="3521"/>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4" name="Rectangle 147"/>
            <p:cNvSpPr>
              <a:spLocks noChangeArrowheads="1"/>
            </p:cNvSpPr>
            <p:nvPr/>
          </p:nvSpPr>
          <p:spPr bwMode="auto">
            <a:xfrm>
              <a:off x="2816" y="3521"/>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5" name="Rectangle 148"/>
            <p:cNvSpPr>
              <a:spLocks noChangeArrowheads="1"/>
            </p:cNvSpPr>
            <p:nvPr/>
          </p:nvSpPr>
          <p:spPr bwMode="auto">
            <a:xfrm>
              <a:off x="2837" y="3521"/>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6" name="Rectangle 149"/>
            <p:cNvSpPr>
              <a:spLocks noChangeArrowheads="1"/>
            </p:cNvSpPr>
            <p:nvPr/>
          </p:nvSpPr>
          <p:spPr bwMode="auto">
            <a:xfrm>
              <a:off x="2862" y="3521"/>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7" name="Rectangle 150"/>
            <p:cNvSpPr>
              <a:spLocks noChangeArrowheads="1"/>
            </p:cNvSpPr>
            <p:nvPr/>
          </p:nvSpPr>
          <p:spPr bwMode="auto">
            <a:xfrm>
              <a:off x="2883" y="3521"/>
              <a:ext cx="26"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8" name="Rectangle 151"/>
            <p:cNvSpPr>
              <a:spLocks noChangeArrowheads="1"/>
            </p:cNvSpPr>
            <p:nvPr/>
          </p:nvSpPr>
          <p:spPr bwMode="auto">
            <a:xfrm>
              <a:off x="2909" y="3521"/>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69" name="Rectangle 152"/>
            <p:cNvSpPr>
              <a:spLocks noChangeArrowheads="1"/>
            </p:cNvSpPr>
            <p:nvPr/>
          </p:nvSpPr>
          <p:spPr bwMode="auto">
            <a:xfrm>
              <a:off x="2930" y="3521"/>
              <a:ext cx="25"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0" name="Rectangle 153"/>
            <p:cNvSpPr>
              <a:spLocks noChangeArrowheads="1"/>
            </p:cNvSpPr>
            <p:nvPr/>
          </p:nvSpPr>
          <p:spPr bwMode="auto">
            <a:xfrm>
              <a:off x="2955" y="3521"/>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1" name="Rectangle 154"/>
            <p:cNvSpPr>
              <a:spLocks noChangeArrowheads="1"/>
            </p:cNvSpPr>
            <p:nvPr/>
          </p:nvSpPr>
          <p:spPr bwMode="auto">
            <a:xfrm>
              <a:off x="2976" y="3521"/>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2" name="Rectangle 155"/>
            <p:cNvSpPr>
              <a:spLocks noChangeArrowheads="1"/>
            </p:cNvSpPr>
            <p:nvPr/>
          </p:nvSpPr>
          <p:spPr bwMode="auto">
            <a:xfrm>
              <a:off x="2997" y="3521"/>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3" name="Rectangle 156"/>
            <p:cNvSpPr>
              <a:spLocks noChangeArrowheads="1"/>
            </p:cNvSpPr>
            <p:nvPr/>
          </p:nvSpPr>
          <p:spPr bwMode="auto">
            <a:xfrm>
              <a:off x="3022" y="3521"/>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4" name="Rectangle 157"/>
            <p:cNvSpPr>
              <a:spLocks noChangeArrowheads="1"/>
            </p:cNvSpPr>
            <p:nvPr/>
          </p:nvSpPr>
          <p:spPr bwMode="auto">
            <a:xfrm>
              <a:off x="3043" y="3521"/>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5" name="Rectangle 158"/>
            <p:cNvSpPr>
              <a:spLocks noChangeArrowheads="1"/>
            </p:cNvSpPr>
            <p:nvPr/>
          </p:nvSpPr>
          <p:spPr bwMode="auto">
            <a:xfrm>
              <a:off x="3068" y="352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6" name="Rectangle 159"/>
            <p:cNvSpPr>
              <a:spLocks noChangeArrowheads="1"/>
            </p:cNvSpPr>
            <p:nvPr/>
          </p:nvSpPr>
          <p:spPr bwMode="auto">
            <a:xfrm>
              <a:off x="3089" y="3521"/>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7" name="Rectangle 160"/>
            <p:cNvSpPr>
              <a:spLocks noChangeArrowheads="1"/>
            </p:cNvSpPr>
            <p:nvPr/>
          </p:nvSpPr>
          <p:spPr bwMode="auto">
            <a:xfrm>
              <a:off x="3110" y="3521"/>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8" name="Rectangle 161"/>
            <p:cNvSpPr>
              <a:spLocks noChangeArrowheads="1"/>
            </p:cNvSpPr>
            <p:nvPr/>
          </p:nvSpPr>
          <p:spPr bwMode="auto">
            <a:xfrm>
              <a:off x="3136" y="3521"/>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79" name="Rectangle 162"/>
            <p:cNvSpPr>
              <a:spLocks noChangeArrowheads="1"/>
            </p:cNvSpPr>
            <p:nvPr/>
          </p:nvSpPr>
          <p:spPr bwMode="auto">
            <a:xfrm>
              <a:off x="3157" y="3521"/>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0" name="Rectangle 163"/>
            <p:cNvSpPr>
              <a:spLocks noChangeArrowheads="1"/>
            </p:cNvSpPr>
            <p:nvPr/>
          </p:nvSpPr>
          <p:spPr bwMode="auto">
            <a:xfrm>
              <a:off x="3182" y="352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1" name="Rectangle 164"/>
            <p:cNvSpPr>
              <a:spLocks noChangeArrowheads="1"/>
            </p:cNvSpPr>
            <p:nvPr/>
          </p:nvSpPr>
          <p:spPr bwMode="auto">
            <a:xfrm>
              <a:off x="3203" y="3521"/>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2" name="Rectangle 165"/>
            <p:cNvSpPr>
              <a:spLocks noChangeArrowheads="1"/>
            </p:cNvSpPr>
            <p:nvPr/>
          </p:nvSpPr>
          <p:spPr bwMode="auto">
            <a:xfrm>
              <a:off x="3224" y="3521"/>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3" name="Rectangle 166"/>
            <p:cNvSpPr>
              <a:spLocks noChangeArrowheads="1"/>
            </p:cNvSpPr>
            <p:nvPr/>
          </p:nvSpPr>
          <p:spPr bwMode="auto">
            <a:xfrm>
              <a:off x="3249" y="352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4" name="Rectangle 167"/>
            <p:cNvSpPr>
              <a:spLocks noChangeArrowheads="1"/>
            </p:cNvSpPr>
            <p:nvPr/>
          </p:nvSpPr>
          <p:spPr bwMode="auto">
            <a:xfrm>
              <a:off x="3270" y="3521"/>
              <a:ext cx="26"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385" name="Rectangle 168"/>
            <p:cNvSpPr>
              <a:spLocks noChangeArrowheads="1"/>
            </p:cNvSpPr>
            <p:nvPr/>
          </p:nvSpPr>
          <p:spPr bwMode="auto">
            <a:xfrm>
              <a:off x="3296" y="3521"/>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217120" name="Rectangle 169"/>
          <p:cNvSpPr>
            <a:spLocks noChangeArrowheads="1"/>
          </p:cNvSpPr>
          <p:nvPr/>
        </p:nvSpPr>
        <p:spPr bwMode="auto">
          <a:xfrm>
            <a:off x="2794000" y="5710238"/>
            <a:ext cx="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endParaRPr lang="zh-CN" altLang="en-US" sz="1200" b="0">
              <a:latin typeface="华文楷体" panose="02010600040101010101" pitchFamily="2" charset="-122"/>
              <a:ea typeface="华文楷体" panose="02010600040101010101" pitchFamily="2" charset="-122"/>
            </a:endParaRPr>
          </a:p>
        </p:txBody>
      </p:sp>
      <p:grpSp>
        <p:nvGrpSpPr>
          <p:cNvPr id="217121" name="Group 170"/>
          <p:cNvGrpSpPr/>
          <p:nvPr/>
        </p:nvGrpSpPr>
        <p:grpSpPr bwMode="auto">
          <a:xfrm>
            <a:off x="825500" y="5557838"/>
            <a:ext cx="4619625" cy="166687"/>
            <a:chOff x="524" y="3386"/>
            <a:chExt cx="2910" cy="105"/>
          </a:xfrm>
        </p:grpSpPr>
        <p:sp>
          <p:nvSpPr>
            <p:cNvPr id="217130" name="Rectangle 171"/>
            <p:cNvSpPr>
              <a:spLocks noChangeArrowheads="1"/>
            </p:cNvSpPr>
            <p:nvPr/>
          </p:nvSpPr>
          <p:spPr bwMode="auto">
            <a:xfrm>
              <a:off x="524"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1" name="Rectangle 172"/>
            <p:cNvSpPr>
              <a:spLocks noChangeArrowheads="1"/>
            </p:cNvSpPr>
            <p:nvPr/>
          </p:nvSpPr>
          <p:spPr bwMode="auto">
            <a:xfrm>
              <a:off x="545" y="3386"/>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2" name="Rectangle 173"/>
            <p:cNvSpPr>
              <a:spLocks noChangeArrowheads="1"/>
            </p:cNvSpPr>
            <p:nvPr/>
          </p:nvSpPr>
          <p:spPr bwMode="auto">
            <a:xfrm>
              <a:off x="570"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3" name="Rectangle 174"/>
            <p:cNvSpPr>
              <a:spLocks noChangeArrowheads="1"/>
            </p:cNvSpPr>
            <p:nvPr/>
          </p:nvSpPr>
          <p:spPr bwMode="auto">
            <a:xfrm>
              <a:off x="591" y="338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4" name="Rectangle 175"/>
            <p:cNvSpPr>
              <a:spLocks noChangeArrowheads="1"/>
            </p:cNvSpPr>
            <p:nvPr/>
          </p:nvSpPr>
          <p:spPr bwMode="auto">
            <a:xfrm>
              <a:off x="616"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5" name="Rectangle 176"/>
            <p:cNvSpPr>
              <a:spLocks noChangeArrowheads="1"/>
            </p:cNvSpPr>
            <p:nvPr/>
          </p:nvSpPr>
          <p:spPr bwMode="auto">
            <a:xfrm>
              <a:off x="637" y="338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6" name="Rectangle 177"/>
            <p:cNvSpPr>
              <a:spLocks noChangeArrowheads="1"/>
            </p:cNvSpPr>
            <p:nvPr/>
          </p:nvSpPr>
          <p:spPr bwMode="auto">
            <a:xfrm>
              <a:off x="658" y="3386"/>
              <a:ext cx="25"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7" name="Rectangle 178"/>
            <p:cNvSpPr>
              <a:spLocks noChangeArrowheads="1"/>
            </p:cNvSpPr>
            <p:nvPr/>
          </p:nvSpPr>
          <p:spPr bwMode="auto">
            <a:xfrm>
              <a:off x="683" y="3386"/>
              <a:ext cx="21"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8" name="Rectangle 179"/>
            <p:cNvSpPr>
              <a:spLocks noChangeArrowheads="1"/>
            </p:cNvSpPr>
            <p:nvPr/>
          </p:nvSpPr>
          <p:spPr bwMode="auto">
            <a:xfrm>
              <a:off x="704" y="3386"/>
              <a:ext cx="26"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39" name="Rectangle 180"/>
            <p:cNvSpPr>
              <a:spLocks noChangeArrowheads="1"/>
            </p:cNvSpPr>
            <p:nvPr/>
          </p:nvSpPr>
          <p:spPr bwMode="auto">
            <a:xfrm>
              <a:off x="730"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0" name="Rectangle 181"/>
            <p:cNvSpPr>
              <a:spLocks noChangeArrowheads="1"/>
            </p:cNvSpPr>
            <p:nvPr/>
          </p:nvSpPr>
          <p:spPr bwMode="auto">
            <a:xfrm>
              <a:off x="751" y="3386"/>
              <a:ext cx="21"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1" name="Rectangle 182"/>
            <p:cNvSpPr>
              <a:spLocks noChangeArrowheads="1"/>
            </p:cNvSpPr>
            <p:nvPr/>
          </p:nvSpPr>
          <p:spPr bwMode="auto">
            <a:xfrm>
              <a:off x="772" y="338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2" name="Rectangle 183"/>
            <p:cNvSpPr>
              <a:spLocks noChangeArrowheads="1"/>
            </p:cNvSpPr>
            <p:nvPr/>
          </p:nvSpPr>
          <p:spPr bwMode="auto">
            <a:xfrm>
              <a:off x="797" y="338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3" name="Rectangle 184"/>
            <p:cNvSpPr>
              <a:spLocks noChangeArrowheads="1"/>
            </p:cNvSpPr>
            <p:nvPr/>
          </p:nvSpPr>
          <p:spPr bwMode="auto">
            <a:xfrm>
              <a:off x="818" y="3386"/>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4" name="Rectangle 185"/>
            <p:cNvSpPr>
              <a:spLocks noChangeArrowheads="1"/>
            </p:cNvSpPr>
            <p:nvPr/>
          </p:nvSpPr>
          <p:spPr bwMode="auto">
            <a:xfrm>
              <a:off x="843" y="338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5" name="Rectangle 186"/>
            <p:cNvSpPr>
              <a:spLocks noChangeArrowheads="1"/>
            </p:cNvSpPr>
            <p:nvPr/>
          </p:nvSpPr>
          <p:spPr bwMode="auto">
            <a:xfrm>
              <a:off x="864" y="3386"/>
              <a:ext cx="26"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6" name="Rectangle 187"/>
            <p:cNvSpPr>
              <a:spLocks noChangeArrowheads="1"/>
            </p:cNvSpPr>
            <p:nvPr/>
          </p:nvSpPr>
          <p:spPr bwMode="auto">
            <a:xfrm>
              <a:off x="890" y="3386"/>
              <a:ext cx="21"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7" name="Rectangle 188"/>
            <p:cNvSpPr>
              <a:spLocks noChangeArrowheads="1"/>
            </p:cNvSpPr>
            <p:nvPr/>
          </p:nvSpPr>
          <p:spPr bwMode="auto">
            <a:xfrm>
              <a:off x="911" y="338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8" name="Rectangle 189"/>
            <p:cNvSpPr>
              <a:spLocks noChangeArrowheads="1"/>
            </p:cNvSpPr>
            <p:nvPr/>
          </p:nvSpPr>
          <p:spPr bwMode="auto">
            <a:xfrm>
              <a:off x="932" y="3386"/>
              <a:ext cx="25" cy="105"/>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49" name="Rectangle 190"/>
            <p:cNvSpPr>
              <a:spLocks noChangeArrowheads="1"/>
            </p:cNvSpPr>
            <p:nvPr/>
          </p:nvSpPr>
          <p:spPr bwMode="auto">
            <a:xfrm>
              <a:off x="957" y="338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0" name="Rectangle 191"/>
            <p:cNvSpPr>
              <a:spLocks noChangeArrowheads="1"/>
            </p:cNvSpPr>
            <p:nvPr/>
          </p:nvSpPr>
          <p:spPr bwMode="auto">
            <a:xfrm>
              <a:off x="978" y="338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1" name="Rectangle 192"/>
            <p:cNvSpPr>
              <a:spLocks noChangeArrowheads="1"/>
            </p:cNvSpPr>
            <p:nvPr/>
          </p:nvSpPr>
          <p:spPr bwMode="auto">
            <a:xfrm>
              <a:off x="1003" y="3386"/>
              <a:ext cx="21" cy="105"/>
            </a:xfrm>
            <a:prstGeom prst="rect">
              <a:avLst/>
            </a:prstGeom>
            <a:solidFill>
              <a:srgbClr val="D1D1D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2" name="Rectangle 193"/>
            <p:cNvSpPr>
              <a:spLocks noChangeArrowheads="1"/>
            </p:cNvSpPr>
            <p:nvPr/>
          </p:nvSpPr>
          <p:spPr bwMode="auto">
            <a:xfrm>
              <a:off x="1024" y="338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3" name="Rectangle 194"/>
            <p:cNvSpPr>
              <a:spLocks noChangeArrowheads="1"/>
            </p:cNvSpPr>
            <p:nvPr/>
          </p:nvSpPr>
          <p:spPr bwMode="auto">
            <a:xfrm>
              <a:off x="1045" y="3386"/>
              <a:ext cx="25" cy="10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4" name="Rectangle 195"/>
            <p:cNvSpPr>
              <a:spLocks noChangeArrowheads="1"/>
            </p:cNvSpPr>
            <p:nvPr/>
          </p:nvSpPr>
          <p:spPr bwMode="auto">
            <a:xfrm>
              <a:off x="1070" y="338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5" name="Rectangle 196"/>
            <p:cNvSpPr>
              <a:spLocks noChangeArrowheads="1"/>
            </p:cNvSpPr>
            <p:nvPr/>
          </p:nvSpPr>
          <p:spPr bwMode="auto">
            <a:xfrm>
              <a:off x="1091" y="3386"/>
              <a:ext cx="26" cy="105"/>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6" name="Rectangle 197"/>
            <p:cNvSpPr>
              <a:spLocks noChangeArrowheads="1"/>
            </p:cNvSpPr>
            <p:nvPr/>
          </p:nvSpPr>
          <p:spPr bwMode="auto">
            <a:xfrm>
              <a:off x="1117" y="338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7" name="Rectangle 198"/>
            <p:cNvSpPr>
              <a:spLocks noChangeArrowheads="1"/>
            </p:cNvSpPr>
            <p:nvPr/>
          </p:nvSpPr>
          <p:spPr bwMode="auto">
            <a:xfrm>
              <a:off x="1138" y="338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8" name="Rectangle 199"/>
            <p:cNvSpPr>
              <a:spLocks noChangeArrowheads="1"/>
            </p:cNvSpPr>
            <p:nvPr/>
          </p:nvSpPr>
          <p:spPr bwMode="auto">
            <a:xfrm>
              <a:off x="1159" y="3386"/>
              <a:ext cx="25" cy="105"/>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59" name="Rectangle 200"/>
            <p:cNvSpPr>
              <a:spLocks noChangeArrowheads="1"/>
            </p:cNvSpPr>
            <p:nvPr/>
          </p:nvSpPr>
          <p:spPr bwMode="auto">
            <a:xfrm>
              <a:off x="1184" y="338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0" name="Rectangle 201"/>
            <p:cNvSpPr>
              <a:spLocks noChangeArrowheads="1"/>
            </p:cNvSpPr>
            <p:nvPr/>
          </p:nvSpPr>
          <p:spPr bwMode="auto">
            <a:xfrm>
              <a:off x="1205" y="338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1" name="Rectangle 202"/>
            <p:cNvSpPr>
              <a:spLocks noChangeArrowheads="1"/>
            </p:cNvSpPr>
            <p:nvPr/>
          </p:nvSpPr>
          <p:spPr bwMode="auto">
            <a:xfrm>
              <a:off x="1230" y="3386"/>
              <a:ext cx="21" cy="105"/>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2" name="Rectangle 203"/>
            <p:cNvSpPr>
              <a:spLocks noChangeArrowheads="1"/>
            </p:cNvSpPr>
            <p:nvPr/>
          </p:nvSpPr>
          <p:spPr bwMode="auto">
            <a:xfrm>
              <a:off x="1251" y="338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3" name="Rectangle 204"/>
            <p:cNvSpPr>
              <a:spLocks noChangeArrowheads="1"/>
            </p:cNvSpPr>
            <p:nvPr/>
          </p:nvSpPr>
          <p:spPr bwMode="auto">
            <a:xfrm>
              <a:off x="1272" y="3386"/>
              <a:ext cx="26" cy="10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4" name="Rectangle 205"/>
            <p:cNvSpPr>
              <a:spLocks noChangeArrowheads="1"/>
            </p:cNvSpPr>
            <p:nvPr/>
          </p:nvSpPr>
          <p:spPr bwMode="auto">
            <a:xfrm>
              <a:off x="1298" y="338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5" name="Rectangle 206"/>
            <p:cNvSpPr>
              <a:spLocks noChangeArrowheads="1"/>
            </p:cNvSpPr>
            <p:nvPr/>
          </p:nvSpPr>
          <p:spPr bwMode="auto">
            <a:xfrm>
              <a:off x="1319" y="3386"/>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6" name="Rectangle 207"/>
            <p:cNvSpPr>
              <a:spLocks noChangeArrowheads="1"/>
            </p:cNvSpPr>
            <p:nvPr/>
          </p:nvSpPr>
          <p:spPr bwMode="auto">
            <a:xfrm>
              <a:off x="1344" y="3386"/>
              <a:ext cx="21" cy="10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7" name="Rectangle 208"/>
            <p:cNvSpPr>
              <a:spLocks noChangeArrowheads="1"/>
            </p:cNvSpPr>
            <p:nvPr/>
          </p:nvSpPr>
          <p:spPr bwMode="auto">
            <a:xfrm>
              <a:off x="1365" y="338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8" name="Rectangle 209"/>
            <p:cNvSpPr>
              <a:spLocks noChangeArrowheads="1"/>
            </p:cNvSpPr>
            <p:nvPr/>
          </p:nvSpPr>
          <p:spPr bwMode="auto">
            <a:xfrm>
              <a:off x="1386" y="3386"/>
              <a:ext cx="25" cy="105"/>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69" name="Rectangle 210"/>
            <p:cNvSpPr>
              <a:spLocks noChangeArrowheads="1"/>
            </p:cNvSpPr>
            <p:nvPr/>
          </p:nvSpPr>
          <p:spPr bwMode="auto">
            <a:xfrm>
              <a:off x="1411" y="338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0" name="Rectangle 211"/>
            <p:cNvSpPr>
              <a:spLocks noChangeArrowheads="1"/>
            </p:cNvSpPr>
            <p:nvPr/>
          </p:nvSpPr>
          <p:spPr bwMode="auto">
            <a:xfrm>
              <a:off x="1432" y="3386"/>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1" name="Rectangle 212"/>
            <p:cNvSpPr>
              <a:spLocks noChangeArrowheads="1"/>
            </p:cNvSpPr>
            <p:nvPr/>
          </p:nvSpPr>
          <p:spPr bwMode="auto">
            <a:xfrm>
              <a:off x="1457" y="3386"/>
              <a:ext cx="21" cy="105"/>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2" name="Rectangle 213"/>
            <p:cNvSpPr>
              <a:spLocks noChangeArrowheads="1"/>
            </p:cNvSpPr>
            <p:nvPr/>
          </p:nvSpPr>
          <p:spPr bwMode="auto">
            <a:xfrm>
              <a:off x="1478" y="338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3" name="Rectangle 214"/>
            <p:cNvSpPr>
              <a:spLocks noChangeArrowheads="1"/>
            </p:cNvSpPr>
            <p:nvPr/>
          </p:nvSpPr>
          <p:spPr bwMode="auto">
            <a:xfrm>
              <a:off x="1499" y="3386"/>
              <a:ext cx="26"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4" name="Rectangle 215"/>
            <p:cNvSpPr>
              <a:spLocks noChangeArrowheads="1"/>
            </p:cNvSpPr>
            <p:nvPr/>
          </p:nvSpPr>
          <p:spPr bwMode="auto">
            <a:xfrm>
              <a:off x="1525" y="338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5" name="Rectangle 216"/>
            <p:cNvSpPr>
              <a:spLocks noChangeArrowheads="1"/>
            </p:cNvSpPr>
            <p:nvPr/>
          </p:nvSpPr>
          <p:spPr bwMode="auto">
            <a:xfrm>
              <a:off x="1546" y="338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6" name="Rectangle 217"/>
            <p:cNvSpPr>
              <a:spLocks noChangeArrowheads="1"/>
            </p:cNvSpPr>
            <p:nvPr/>
          </p:nvSpPr>
          <p:spPr bwMode="auto">
            <a:xfrm>
              <a:off x="1571" y="338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7" name="Rectangle 218"/>
            <p:cNvSpPr>
              <a:spLocks noChangeArrowheads="1"/>
            </p:cNvSpPr>
            <p:nvPr/>
          </p:nvSpPr>
          <p:spPr bwMode="auto">
            <a:xfrm>
              <a:off x="1592" y="3386"/>
              <a:ext cx="25"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8" name="Rectangle 219"/>
            <p:cNvSpPr>
              <a:spLocks noChangeArrowheads="1"/>
            </p:cNvSpPr>
            <p:nvPr/>
          </p:nvSpPr>
          <p:spPr bwMode="auto">
            <a:xfrm>
              <a:off x="1617" y="3386"/>
              <a:ext cx="21"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79" name="Rectangle 220"/>
            <p:cNvSpPr>
              <a:spLocks noChangeArrowheads="1"/>
            </p:cNvSpPr>
            <p:nvPr/>
          </p:nvSpPr>
          <p:spPr bwMode="auto">
            <a:xfrm>
              <a:off x="1638" y="3386"/>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0" name="Rectangle 221"/>
            <p:cNvSpPr>
              <a:spLocks noChangeArrowheads="1"/>
            </p:cNvSpPr>
            <p:nvPr/>
          </p:nvSpPr>
          <p:spPr bwMode="auto">
            <a:xfrm>
              <a:off x="1659" y="3386"/>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1" name="Rectangle 222"/>
            <p:cNvSpPr>
              <a:spLocks noChangeArrowheads="1"/>
            </p:cNvSpPr>
            <p:nvPr/>
          </p:nvSpPr>
          <p:spPr bwMode="auto">
            <a:xfrm>
              <a:off x="1685" y="338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2" name="Rectangle 223"/>
            <p:cNvSpPr>
              <a:spLocks noChangeArrowheads="1"/>
            </p:cNvSpPr>
            <p:nvPr/>
          </p:nvSpPr>
          <p:spPr bwMode="auto">
            <a:xfrm>
              <a:off x="1706" y="3386"/>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3" name="Rectangle 224"/>
            <p:cNvSpPr>
              <a:spLocks noChangeArrowheads="1"/>
            </p:cNvSpPr>
            <p:nvPr/>
          </p:nvSpPr>
          <p:spPr bwMode="auto">
            <a:xfrm>
              <a:off x="1731"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4" name="Rectangle 225"/>
            <p:cNvSpPr>
              <a:spLocks noChangeArrowheads="1"/>
            </p:cNvSpPr>
            <p:nvPr/>
          </p:nvSpPr>
          <p:spPr bwMode="auto">
            <a:xfrm>
              <a:off x="1752"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5" name="Rectangle 226"/>
            <p:cNvSpPr>
              <a:spLocks noChangeArrowheads="1"/>
            </p:cNvSpPr>
            <p:nvPr/>
          </p:nvSpPr>
          <p:spPr bwMode="auto">
            <a:xfrm>
              <a:off x="1773" y="338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6" name="Rectangle 227"/>
            <p:cNvSpPr>
              <a:spLocks noChangeArrowheads="1"/>
            </p:cNvSpPr>
            <p:nvPr/>
          </p:nvSpPr>
          <p:spPr bwMode="auto">
            <a:xfrm>
              <a:off x="1798" y="338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7" name="Rectangle 228"/>
            <p:cNvSpPr>
              <a:spLocks noChangeArrowheads="1"/>
            </p:cNvSpPr>
            <p:nvPr/>
          </p:nvSpPr>
          <p:spPr bwMode="auto">
            <a:xfrm>
              <a:off x="1819" y="3386"/>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8" name="Rectangle 229"/>
            <p:cNvSpPr>
              <a:spLocks noChangeArrowheads="1"/>
            </p:cNvSpPr>
            <p:nvPr/>
          </p:nvSpPr>
          <p:spPr bwMode="auto">
            <a:xfrm>
              <a:off x="1844"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89" name="Rectangle 230"/>
            <p:cNvSpPr>
              <a:spLocks noChangeArrowheads="1"/>
            </p:cNvSpPr>
            <p:nvPr/>
          </p:nvSpPr>
          <p:spPr bwMode="auto">
            <a:xfrm>
              <a:off x="1865"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0" name="Rectangle 231"/>
            <p:cNvSpPr>
              <a:spLocks noChangeArrowheads="1"/>
            </p:cNvSpPr>
            <p:nvPr/>
          </p:nvSpPr>
          <p:spPr bwMode="auto">
            <a:xfrm>
              <a:off x="1886" y="3386"/>
              <a:ext cx="26"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1" name="Rectangle 232"/>
            <p:cNvSpPr>
              <a:spLocks noChangeArrowheads="1"/>
            </p:cNvSpPr>
            <p:nvPr/>
          </p:nvSpPr>
          <p:spPr bwMode="auto">
            <a:xfrm>
              <a:off x="1912" y="338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2" name="Rectangle 233"/>
            <p:cNvSpPr>
              <a:spLocks noChangeArrowheads="1"/>
            </p:cNvSpPr>
            <p:nvPr/>
          </p:nvSpPr>
          <p:spPr bwMode="auto">
            <a:xfrm>
              <a:off x="1933"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3" name="Rectangle 234"/>
            <p:cNvSpPr>
              <a:spLocks noChangeArrowheads="1"/>
            </p:cNvSpPr>
            <p:nvPr/>
          </p:nvSpPr>
          <p:spPr bwMode="auto">
            <a:xfrm>
              <a:off x="1958" y="338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4" name="Rectangle 235"/>
            <p:cNvSpPr>
              <a:spLocks noChangeArrowheads="1"/>
            </p:cNvSpPr>
            <p:nvPr/>
          </p:nvSpPr>
          <p:spPr bwMode="auto">
            <a:xfrm>
              <a:off x="1979" y="3386"/>
              <a:ext cx="21" cy="1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5" name="Rectangle 236"/>
            <p:cNvSpPr>
              <a:spLocks noChangeArrowheads="1"/>
            </p:cNvSpPr>
            <p:nvPr/>
          </p:nvSpPr>
          <p:spPr bwMode="auto">
            <a:xfrm>
              <a:off x="2000"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6" name="Rectangle 237"/>
            <p:cNvSpPr>
              <a:spLocks noChangeArrowheads="1"/>
            </p:cNvSpPr>
            <p:nvPr/>
          </p:nvSpPr>
          <p:spPr bwMode="auto">
            <a:xfrm>
              <a:off x="2025" y="3386"/>
              <a:ext cx="21"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7" name="Rectangle 238"/>
            <p:cNvSpPr>
              <a:spLocks noChangeArrowheads="1"/>
            </p:cNvSpPr>
            <p:nvPr/>
          </p:nvSpPr>
          <p:spPr bwMode="auto">
            <a:xfrm>
              <a:off x="2046" y="3386"/>
              <a:ext cx="25" cy="105"/>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8" name="Rectangle 239"/>
            <p:cNvSpPr>
              <a:spLocks noChangeArrowheads="1"/>
            </p:cNvSpPr>
            <p:nvPr/>
          </p:nvSpPr>
          <p:spPr bwMode="auto">
            <a:xfrm>
              <a:off x="2071" y="3386"/>
              <a:ext cx="22"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199" name="Rectangle 240"/>
            <p:cNvSpPr>
              <a:spLocks noChangeArrowheads="1"/>
            </p:cNvSpPr>
            <p:nvPr/>
          </p:nvSpPr>
          <p:spPr bwMode="auto">
            <a:xfrm>
              <a:off x="2093" y="3386"/>
              <a:ext cx="21"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0" name="Rectangle 241"/>
            <p:cNvSpPr>
              <a:spLocks noChangeArrowheads="1"/>
            </p:cNvSpPr>
            <p:nvPr/>
          </p:nvSpPr>
          <p:spPr bwMode="auto">
            <a:xfrm>
              <a:off x="2114" y="3386"/>
              <a:ext cx="25" cy="105"/>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1" name="Rectangle 242"/>
            <p:cNvSpPr>
              <a:spLocks noChangeArrowheads="1"/>
            </p:cNvSpPr>
            <p:nvPr/>
          </p:nvSpPr>
          <p:spPr bwMode="auto">
            <a:xfrm>
              <a:off x="2139" y="3386"/>
              <a:ext cx="21"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2" name="Rectangle 243"/>
            <p:cNvSpPr>
              <a:spLocks noChangeArrowheads="1"/>
            </p:cNvSpPr>
            <p:nvPr/>
          </p:nvSpPr>
          <p:spPr bwMode="auto">
            <a:xfrm>
              <a:off x="2160" y="3386"/>
              <a:ext cx="25" cy="10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3" name="Rectangle 244"/>
            <p:cNvSpPr>
              <a:spLocks noChangeArrowheads="1"/>
            </p:cNvSpPr>
            <p:nvPr/>
          </p:nvSpPr>
          <p:spPr bwMode="auto">
            <a:xfrm>
              <a:off x="2185"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4" name="Rectangle 245"/>
            <p:cNvSpPr>
              <a:spLocks noChangeArrowheads="1"/>
            </p:cNvSpPr>
            <p:nvPr/>
          </p:nvSpPr>
          <p:spPr bwMode="auto">
            <a:xfrm>
              <a:off x="2206" y="3386"/>
              <a:ext cx="21" cy="105"/>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5" name="Rectangle 246"/>
            <p:cNvSpPr>
              <a:spLocks noChangeArrowheads="1"/>
            </p:cNvSpPr>
            <p:nvPr/>
          </p:nvSpPr>
          <p:spPr bwMode="auto">
            <a:xfrm>
              <a:off x="2227" y="3386"/>
              <a:ext cx="25" cy="105"/>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6" name="Rectangle 247"/>
            <p:cNvSpPr>
              <a:spLocks noChangeArrowheads="1"/>
            </p:cNvSpPr>
            <p:nvPr/>
          </p:nvSpPr>
          <p:spPr bwMode="auto">
            <a:xfrm>
              <a:off x="2252" y="3386"/>
              <a:ext cx="21"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7" name="Rectangle 248"/>
            <p:cNvSpPr>
              <a:spLocks noChangeArrowheads="1"/>
            </p:cNvSpPr>
            <p:nvPr/>
          </p:nvSpPr>
          <p:spPr bwMode="auto">
            <a:xfrm>
              <a:off x="2273" y="3386"/>
              <a:ext cx="26" cy="105"/>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8" name="Rectangle 249"/>
            <p:cNvSpPr>
              <a:spLocks noChangeArrowheads="1"/>
            </p:cNvSpPr>
            <p:nvPr/>
          </p:nvSpPr>
          <p:spPr bwMode="auto">
            <a:xfrm>
              <a:off x="2299" y="3386"/>
              <a:ext cx="21" cy="105"/>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09" name="Rectangle 250"/>
            <p:cNvSpPr>
              <a:spLocks noChangeArrowheads="1"/>
            </p:cNvSpPr>
            <p:nvPr/>
          </p:nvSpPr>
          <p:spPr bwMode="auto">
            <a:xfrm>
              <a:off x="2320" y="3386"/>
              <a:ext cx="25" cy="105"/>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0" name="Rectangle 251"/>
            <p:cNvSpPr>
              <a:spLocks noChangeArrowheads="1"/>
            </p:cNvSpPr>
            <p:nvPr/>
          </p:nvSpPr>
          <p:spPr bwMode="auto">
            <a:xfrm>
              <a:off x="2345" y="3386"/>
              <a:ext cx="21" cy="105"/>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1" name="Rectangle 252"/>
            <p:cNvSpPr>
              <a:spLocks noChangeArrowheads="1"/>
            </p:cNvSpPr>
            <p:nvPr/>
          </p:nvSpPr>
          <p:spPr bwMode="auto">
            <a:xfrm>
              <a:off x="2366" y="3386"/>
              <a:ext cx="21" cy="10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2" name="Rectangle 253"/>
            <p:cNvSpPr>
              <a:spLocks noChangeArrowheads="1"/>
            </p:cNvSpPr>
            <p:nvPr/>
          </p:nvSpPr>
          <p:spPr bwMode="auto">
            <a:xfrm>
              <a:off x="2387" y="3386"/>
              <a:ext cx="25" cy="10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3" name="Rectangle 254"/>
            <p:cNvSpPr>
              <a:spLocks noChangeArrowheads="1"/>
            </p:cNvSpPr>
            <p:nvPr/>
          </p:nvSpPr>
          <p:spPr bwMode="auto">
            <a:xfrm>
              <a:off x="2412" y="3386"/>
              <a:ext cx="21" cy="10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4" name="Rectangle 255"/>
            <p:cNvSpPr>
              <a:spLocks noChangeArrowheads="1"/>
            </p:cNvSpPr>
            <p:nvPr/>
          </p:nvSpPr>
          <p:spPr bwMode="auto">
            <a:xfrm>
              <a:off x="2433" y="3386"/>
              <a:ext cx="25" cy="10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5" name="Rectangle 256"/>
            <p:cNvSpPr>
              <a:spLocks noChangeArrowheads="1"/>
            </p:cNvSpPr>
            <p:nvPr/>
          </p:nvSpPr>
          <p:spPr bwMode="auto">
            <a:xfrm>
              <a:off x="2458" y="3386"/>
              <a:ext cx="21" cy="105"/>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6" name="Rectangle 257"/>
            <p:cNvSpPr>
              <a:spLocks noChangeArrowheads="1"/>
            </p:cNvSpPr>
            <p:nvPr/>
          </p:nvSpPr>
          <p:spPr bwMode="auto">
            <a:xfrm>
              <a:off x="2479" y="3386"/>
              <a:ext cx="22" cy="105"/>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7" name="Rectangle 258"/>
            <p:cNvSpPr>
              <a:spLocks noChangeArrowheads="1"/>
            </p:cNvSpPr>
            <p:nvPr/>
          </p:nvSpPr>
          <p:spPr bwMode="auto">
            <a:xfrm>
              <a:off x="2501" y="3386"/>
              <a:ext cx="25" cy="10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8" name="Rectangle 259"/>
            <p:cNvSpPr>
              <a:spLocks noChangeArrowheads="1"/>
            </p:cNvSpPr>
            <p:nvPr/>
          </p:nvSpPr>
          <p:spPr bwMode="auto">
            <a:xfrm>
              <a:off x="2526" y="3386"/>
              <a:ext cx="21" cy="105"/>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19" name="Rectangle 260"/>
            <p:cNvSpPr>
              <a:spLocks noChangeArrowheads="1"/>
            </p:cNvSpPr>
            <p:nvPr/>
          </p:nvSpPr>
          <p:spPr bwMode="auto">
            <a:xfrm>
              <a:off x="2547" y="3386"/>
              <a:ext cx="25" cy="105"/>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0" name="Rectangle 261"/>
            <p:cNvSpPr>
              <a:spLocks noChangeArrowheads="1"/>
            </p:cNvSpPr>
            <p:nvPr/>
          </p:nvSpPr>
          <p:spPr bwMode="auto">
            <a:xfrm>
              <a:off x="2572" y="3386"/>
              <a:ext cx="21" cy="10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1" name="Rectangle 262"/>
            <p:cNvSpPr>
              <a:spLocks noChangeArrowheads="1"/>
            </p:cNvSpPr>
            <p:nvPr/>
          </p:nvSpPr>
          <p:spPr bwMode="auto">
            <a:xfrm>
              <a:off x="2593" y="3386"/>
              <a:ext cx="21" cy="10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2" name="Rectangle 263"/>
            <p:cNvSpPr>
              <a:spLocks noChangeArrowheads="1"/>
            </p:cNvSpPr>
            <p:nvPr/>
          </p:nvSpPr>
          <p:spPr bwMode="auto">
            <a:xfrm>
              <a:off x="2614" y="3386"/>
              <a:ext cx="25" cy="10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3" name="Rectangle 264"/>
            <p:cNvSpPr>
              <a:spLocks noChangeArrowheads="1"/>
            </p:cNvSpPr>
            <p:nvPr/>
          </p:nvSpPr>
          <p:spPr bwMode="auto">
            <a:xfrm>
              <a:off x="2639" y="3386"/>
              <a:ext cx="21" cy="105"/>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4" name="Rectangle 265"/>
            <p:cNvSpPr>
              <a:spLocks noChangeArrowheads="1"/>
            </p:cNvSpPr>
            <p:nvPr/>
          </p:nvSpPr>
          <p:spPr bwMode="auto">
            <a:xfrm>
              <a:off x="2660" y="3386"/>
              <a:ext cx="26" cy="105"/>
            </a:xfrm>
            <a:prstGeom prst="rect">
              <a:avLst/>
            </a:prstGeom>
            <a:solidFill>
              <a:srgbClr val="E3E3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5" name="Rectangle 266"/>
            <p:cNvSpPr>
              <a:spLocks noChangeArrowheads="1"/>
            </p:cNvSpPr>
            <p:nvPr/>
          </p:nvSpPr>
          <p:spPr bwMode="auto">
            <a:xfrm>
              <a:off x="2686" y="3386"/>
              <a:ext cx="21" cy="105"/>
            </a:xfrm>
            <a:prstGeom prst="rect">
              <a:avLst/>
            </a:prstGeom>
            <a:solidFill>
              <a:srgbClr val="E2E2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6" name="Rectangle 267"/>
            <p:cNvSpPr>
              <a:spLocks noChangeArrowheads="1"/>
            </p:cNvSpPr>
            <p:nvPr/>
          </p:nvSpPr>
          <p:spPr bwMode="auto">
            <a:xfrm>
              <a:off x="2707" y="3386"/>
              <a:ext cx="21" cy="105"/>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7" name="Rectangle 268"/>
            <p:cNvSpPr>
              <a:spLocks noChangeArrowheads="1"/>
            </p:cNvSpPr>
            <p:nvPr/>
          </p:nvSpPr>
          <p:spPr bwMode="auto">
            <a:xfrm>
              <a:off x="2728" y="3386"/>
              <a:ext cx="25" cy="10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8" name="Rectangle 269"/>
            <p:cNvSpPr>
              <a:spLocks noChangeArrowheads="1"/>
            </p:cNvSpPr>
            <p:nvPr/>
          </p:nvSpPr>
          <p:spPr bwMode="auto">
            <a:xfrm>
              <a:off x="2753" y="3386"/>
              <a:ext cx="21" cy="10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29" name="Rectangle 270"/>
            <p:cNvSpPr>
              <a:spLocks noChangeArrowheads="1"/>
            </p:cNvSpPr>
            <p:nvPr/>
          </p:nvSpPr>
          <p:spPr bwMode="auto">
            <a:xfrm>
              <a:off x="2774" y="3386"/>
              <a:ext cx="25" cy="105"/>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0" name="Rectangle 271"/>
            <p:cNvSpPr>
              <a:spLocks noChangeArrowheads="1"/>
            </p:cNvSpPr>
            <p:nvPr/>
          </p:nvSpPr>
          <p:spPr bwMode="auto">
            <a:xfrm>
              <a:off x="2799" y="3386"/>
              <a:ext cx="21" cy="105"/>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1" name="Rectangle 272"/>
            <p:cNvSpPr>
              <a:spLocks noChangeArrowheads="1"/>
            </p:cNvSpPr>
            <p:nvPr/>
          </p:nvSpPr>
          <p:spPr bwMode="auto">
            <a:xfrm>
              <a:off x="2820" y="3386"/>
              <a:ext cx="21" cy="105"/>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2" name="Rectangle 273"/>
            <p:cNvSpPr>
              <a:spLocks noChangeArrowheads="1"/>
            </p:cNvSpPr>
            <p:nvPr/>
          </p:nvSpPr>
          <p:spPr bwMode="auto">
            <a:xfrm>
              <a:off x="2841" y="3386"/>
              <a:ext cx="25" cy="105"/>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3" name="Rectangle 274"/>
            <p:cNvSpPr>
              <a:spLocks noChangeArrowheads="1"/>
            </p:cNvSpPr>
            <p:nvPr/>
          </p:nvSpPr>
          <p:spPr bwMode="auto">
            <a:xfrm>
              <a:off x="2866" y="3386"/>
              <a:ext cx="21" cy="105"/>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4" name="Rectangle 275"/>
            <p:cNvSpPr>
              <a:spLocks noChangeArrowheads="1"/>
            </p:cNvSpPr>
            <p:nvPr/>
          </p:nvSpPr>
          <p:spPr bwMode="auto">
            <a:xfrm>
              <a:off x="2887" y="3386"/>
              <a:ext cx="26" cy="105"/>
            </a:xfrm>
            <a:prstGeom prst="rect">
              <a:avLst/>
            </a:prstGeom>
            <a:solidFill>
              <a:srgbClr val="D3D3D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5" name="Rectangle 276"/>
            <p:cNvSpPr>
              <a:spLocks noChangeArrowheads="1"/>
            </p:cNvSpPr>
            <p:nvPr/>
          </p:nvSpPr>
          <p:spPr bwMode="auto">
            <a:xfrm>
              <a:off x="2913" y="3386"/>
              <a:ext cx="21" cy="1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6" name="Rectangle 277"/>
            <p:cNvSpPr>
              <a:spLocks noChangeArrowheads="1"/>
            </p:cNvSpPr>
            <p:nvPr/>
          </p:nvSpPr>
          <p:spPr bwMode="auto">
            <a:xfrm>
              <a:off x="2934" y="3386"/>
              <a:ext cx="21" cy="105"/>
            </a:xfrm>
            <a:prstGeom prst="rect">
              <a:avLst/>
            </a:prstGeom>
            <a:solidFill>
              <a:srgbClr val="D0D0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7" name="Rectangle 278"/>
            <p:cNvSpPr>
              <a:spLocks noChangeArrowheads="1"/>
            </p:cNvSpPr>
            <p:nvPr/>
          </p:nvSpPr>
          <p:spPr bwMode="auto">
            <a:xfrm>
              <a:off x="2955" y="3386"/>
              <a:ext cx="25" cy="105"/>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8" name="Rectangle 279"/>
            <p:cNvSpPr>
              <a:spLocks noChangeArrowheads="1"/>
            </p:cNvSpPr>
            <p:nvPr/>
          </p:nvSpPr>
          <p:spPr bwMode="auto">
            <a:xfrm>
              <a:off x="2980" y="3386"/>
              <a:ext cx="21" cy="105"/>
            </a:xfrm>
            <a:prstGeom prst="rect">
              <a:avLst/>
            </a:prstGeom>
            <a:solidFill>
              <a:srgbClr val="CECE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39" name="Rectangle 280"/>
            <p:cNvSpPr>
              <a:spLocks noChangeArrowheads="1"/>
            </p:cNvSpPr>
            <p:nvPr/>
          </p:nvSpPr>
          <p:spPr bwMode="auto">
            <a:xfrm>
              <a:off x="3001" y="3386"/>
              <a:ext cx="25" cy="10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0" name="Rectangle 281"/>
            <p:cNvSpPr>
              <a:spLocks noChangeArrowheads="1"/>
            </p:cNvSpPr>
            <p:nvPr/>
          </p:nvSpPr>
          <p:spPr bwMode="auto">
            <a:xfrm>
              <a:off x="3026" y="3386"/>
              <a:ext cx="21" cy="105"/>
            </a:xfrm>
            <a:prstGeom prst="rect">
              <a:avLst/>
            </a:prstGeom>
            <a:solidFill>
              <a:srgbClr val="CBCB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1" name="Rectangle 282"/>
            <p:cNvSpPr>
              <a:spLocks noChangeArrowheads="1"/>
            </p:cNvSpPr>
            <p:nvPr/>
          </p:nvSpPr>
          <p:spPr bwMode="auto">
            <a:xfrm>
              <a:off x="3047" y="3386"/>
              <a:ext cx="26" cy="105"/>
            </a:xfrm>
            <a:prstGeom prst="rect">
              <a:avLst/>
            </a:prstGeom>
            <a:solidFill>
              <a:srgbClr val="CACA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2" name="Rectangle 283"/>
            <p:cNvSpPr>
              <a:spLocks noChangeArrowheads="1"/>
            </p:cNvSpPr>
            <p:nvPr/>
          </p:nvSpPr>
          <p:spPr bwMode="auto">
            <a:xfrm>
              <a:off x="3073" y="3386"/>
              <a:ext cx="21" cy="10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3" name="Rectangle 284"/>
            <p:cNvSpPr>
              <a:spLocks noChangeArrowheads="1"/>
            </p:cNvSpPr>
            <p:nvPr/>
          </p:nvSpPr>
          <p:spPr bwMode="auto">
            <a:xfrm>
              <a:off x="3094" y="3386"/>
              <a:ext cx="21" cy="105"/>
            </a:xfrm>
            <a:prstGeom prst="rect">
              <a:avLst/>
            </a:prstGeom>
            <a:solidFill>
              <a:srgbClr val="C8C8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4" name="Rectangle 285"/>
            <p:cNvSpPr>
              <a:spLocks noChangeArrowheads="1"/>
            </p:cNvSpPr>
            <p:nvPr/>
          </p:nvSpPr>
          <p:spPr bwMode="auto">
            <a:xfrm>
              <a:off x="3115" y="3386"/>
              <a:ext cx="25" cy="105"/>
            </a:xfrm>
            <a:prstGeom prst="rect">
              <a:avLst/>
            </a:prstGeom>
            <a:solidFill>
              <a:srgbClr val="C7C7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5" name="Rectangle 286"/>
            <p:cNvSpPr>
              <a:spLocks noChangeArrowheads="1"/>
            </p:cNvSpPr>
            <p:nvPr/>
          </p:nvSpPr>
          <p:spPr bwMode="auto">
            <a:xfrm>
              <a:off x="3140" y="3386"/>
              <a:ext cx="21" cy="105"/>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6" name="Rectangle 287"/>
            <p:cNvSpPr>
              <a:spLocks noChangeArrowheads="1"/>
            </p:cNvSpPr>
            <p:nvPr/>
          </p:nvSpPr>
          <p:spPr bwMode="auto">
            <a:xfrm>
              <a:off x="3161" y="3386"/>
              <a:ext cx="25" cy="105"/>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7" name="Rectangle 288"/>
            <p:cNvSpPr>
              <a:spLocks noChangeArrowheads="1"/>
            </p:cNvSpPr>
            <p:nvPr/>
          </p:nvSpPr>
          <p:spPr bwMode="auto">
            <a:xfrm>
              <a:off x="3186"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8" name="Rectangle 289"/>
            <p:cNvSpPr>
              <a:spLocks noChangeArrowheads="1"/>
            </p:cNvSpPr>
            <p:nvPr/>
          </p:nvSpPr>
          <p:spPr bwMode="auto">
            <a:xfrm>
              <a:off x="3207" y="3386"/>
              <a:ext cx="21" cy="105"/>
            </a:xfrm>
            <a:prstGeom prst="rect">
              <a:avLst/>
            </a:prstGeom>
            <a:solidFill>
              <a:srgbClr val="C4C4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49" name="Rectangle 290"/>
            <p:cNvSpPr>
              <a:spLocks noChangeArrowheads="1"/>
            </p:cNvSpPr>
            <p:nvPr/>
          </p:nvSpPr>
          <p:spPr bwMode="auto">
            <a:xfrm>
              <a:off x="3228" y="3386"/>
              <a:ext cx="25" cy="105"/>
            </a:xfrm>
            <a:prstGeom prst="rect">
              <a:avLst/>
            </a:prstGeom>
            <a:solidFill>
              <a:srgbClr val="C3C3C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0" name="Rectangle 291"/>
            <p:cNvSpPr>
              <a:spLocks noChangeArrowheads="1"/>
            </p:cNvSpPr>
            <p:nvPr/>
          </p:nvSpPr>
          <p:spPr bwMode="auto">
            <a:xfrm>
              <a:off x="3253" y="3386"/>
              <a:ext cx="21"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1" name="Rectangle 292"/>
            <p:cNvSpPr>
              <a:spLocks noChangeArrowheads="1"/>
            </p:cNvSpPr>
            <p:nvPr/>
          </p:nvSpPr>
          <p:spPr bwMode="auto">
            <a:xfrm>
              <a:off x="3274" y="3386"/>
              <a:ext cx="26" cy="105"/>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2" name="Rectangle 293"/>
            <p:cNvSpPr>
              <a:spLocks noChangeArrowheads="1"/>
            </p:cNvSpPr>
            <p:nvPr/>
          </p:nvSpPr>
          <p:spPr bwMode="auto">
            <a:xfrm>
              <a:off x="3300"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3" name="Rectangle 294"/>
            <p:cNvSpPr>
              <a:spLocks noChangeArrowheads="1"/>
            </p:cNvSpPr>
            <p:nvPr/>
          </p:nvSpPr>
          <p:spPr bwMode="auto">
            <a:xfrm>
              <a:off x="3321" y="3386"/>
              <a:ext cx="21"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4" name="Rectangle 295"/>
            <p:cNvSpPr>
              <a:spLocks noChangeArrowheads="1"/>
            </p:cNvSpPr>
            <p:nvPr/>
          </p:nvSpPr>
          <p:spPr bwMode="auto">
            <a:xfrm>
              <a:off x="3342" y="3386"/>
              <a:ext cx="25" cy="105"/>
            </a:xfrm>
            <a:prstGeom prst="rect">
              <a:avLst/>
            </a:prstGeom>
            <a:solidFill>
              <a:srgbClr val="C1C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5" name="Rectangle 296"/>
            <p:cNvSpPr>
              <a:spLocks noChangeArrowheads="1"/>
            </p:cNvSpPr>
            <p:nvPr/>
          </p:nvSpPr>
          <p:spPr bwMode="auto">
            <a:xfrm>
              <a:off x="3367"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6" name="Rectangle 297"/>
            <p:cNvSpPr>
              <a:spLocks noChangeArrowheads="1"/>
            </p:cNvSpPr>
            <p:nvPr/>
          </p:nvSpPr>
          <p:spPr bwMode="auto">
            <a:xfrm>
              <a:off x="3388" y="3386"/>
              <a:ext cx="25"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sp>
          <p:nvSpPr>
            <p:cNvPr id="217257" name="Rectangle 298"/>
            <p:cNvSpPr>
              <a:spLocks noChangeArrowheads="1"/>
            </p:cNvSpPr>
            <p:nvPr/>
          </p:nvSpPr>
          <p:spPr bwMode="auto">
            <a:xfrm>
              <a:off x="3413" y="3386"/>
              <a:ext cx="21" cy="1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endParaRPr lang="zh-CN" altLang="zh-CN" sz="1800" b="0">
                <a:ea typeface="宋体" panose="02010600030101010101" pitchFamily="2" charset="-122"/>
              </a:endParaRPr>
            </a:p>
          </p:txBody>
        </p:sp>
      </p:grpSp>
      <p:sp>
        <p:nvSpPr>
          <p:cNvPr id="1094955" name="Rectangle 299"/>
          <p:cNvSpPr>
            <a:spLocks noChangeArrowheads="1"/>
          </p:cNvSpPr>
          <p:nvPr/>
        </p:nvSpPr>
        <p:spPr bwMode="auto">
          <a:xfrm>
            <a:off x="2654300" y="5557838"/>
            <a:ext cx="1050925" cy="184150"/>
          </a:xfrm>
          <a:prstGeom prst="rect">
            <a:avLst/>
          </a:prstGeom>
          <a:noFill/>
          <a:ln>
            <a:noFill/>
          </a:ln>
        </p:spPr>
        <p:txBody>
          <a:bodyPr lIns="0" tIns="0" rIns="0" bIns="0">
            <a:spAutoFit/>
          </a:bodyPr>
          <a:lstStyle/>
          <a:p>
            <a:pPr algn="ctr">
              <a:spcBef>
                <a:spcPct val="5000"/>
              </a:spcBef>
              <a:buClr>
                <a:srgbClr val="FF0000"/>
              </a:buClr>
              <a:buFont typeface="Wingdings" panose="05000000000000000000" pitchFamily="2" charset="2"/>
              <a:buNone/>
              <a:defRPr/>
            </a:pPr>
            <a:r>
              <a:rPr lang="zh-CN" altLang="en-US" sz="1200">
                <a:solidFill>
                  <a:srgbClr val="000000"/>
                </a:solidFill>
                <a:latin typeface="华文楷体" panose="02010600040101010101" pitchFamily="2" charset="-122"/>
                <a:ea typeface="华文楷体" panose="02010600040101010101" pitchFamily="2" charset="-122"/>
              </a:rPr>
              <a:t>风险管理</a:t>
            </a:r>
            <a:endParaRPr lang="zh-CN" altLang="en-US" sz="12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1094956" name="Rectangle 300"/>
          <p:cNvSpPr>
            <a:spLocks noChangeArrowheads="1"/>
          </p:cNvSpPr>
          <p:nvPr/>
        </p:nvSpPr>
        <p:spPr bwMode="auto">
          <a:xfrm>
            <a:off x="2971800" y="4033838"/>
            <a:ext cx="914400" cy="184150"/>
          </a:xfrm>
          <a:prstGeom prst="rect">
            <a:avLst/>
          </a:prstGeom>
          <a:noFill/>
          <a:ln>
            <a:noFill/>
          </a:ln>
        </p:spPr>
        <p:txBody>
          <a:bodyPr lIns="0" tIns="0" rIns="0" bIns="0">
            <a:spAutoFit/>
          </a:bodyPr>
          <a:lstStyle/>
          <a:p>
            <a:pPr algn="ctr">
              <a:spcBef>
                <a:spcPct val="5000"/>
              </a:spcBef>
              <a:buClr>
                <a:srgbClr val="FF0000"/>
              </a:buClr>
              <a:buFont typeface="Wingdings" panose="05000000000000000000" pitchFamily="2" charset="2"/>
              <a:buNone/>
              <a:defRPr/>
            </a:pPr>
            <a:r>
              <a:rPr lang="zh-CN" altLang="en-US" sz="1200">
                <a:solidFill>
                  <a:srgbClr val="000000"/>
                </a:solidFill>
                <a:latin typeface="华文楷体" panose="02010600040101010101" pitchFamily="2" charset="-122"/>
                <a:ea typeface="华文楷体" panose="02010600040101010101" pitchFamily="2" charset="-122"/>
              </a:rPr>
              <a:t>文件管理</a:t>
            </a:r>
            <a:endParaRPr lang="zh-CN" altLang="en-US" sz="120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217124" name="Rectangle 301"/>
          <p:cNvSpPr>
            <a:spLocks noChangeArrowheads="1"/>
          </p:cNvSpPr>
          <p:nvPr/>
        </p:nvSpPr>
        <p:spPr bwMode="auto">
          <a:xfrm>
            <a:off x="2895600" y="3805238"/>
            <a:ext cx="8890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200" b="0">
                <a:latin typeface="华文楷体" panose="02010600040101010101" pitchFamily="2" charset="-122"/>
                <a:ea typeface="华文楷体" panose="02010600040101010101" pitchFamily="2" charset="-122"/>
              </a:rPr>
              <a:t>质量管理</a:t>
            </a:r>
            <a:endParaRPr lang="zh-CN" altLang="en-US" sz="1200" b="0">
              <a:latin typeface="华文楷体" panose="02010600040101010101" pitchFamily="2" charset="-122"/>
              <a:ea typeface="华文楷体" panose="02010600040101010101" pitchFamily="2" charset="-122"/>
            </a:endParaRPr>
          </a:p>
        </p:txBody>
      </p:sp>
      <p:sp>
        <p:nvSpPr>
          <p:cNvPr id="217125" name="Rectangle 302"/>
          <p:cNvSpPr>
            <a:spLocks noChangeArrowheads="1"/>
          </p:cNvSpPr>
          <p:nvPr/>
        </p:nvSpPr>
        <p:spPr bwMode="auto">
          <a:xfrm>
            <a:off x="2357438" y="3576638"/>
            <a:ext cx="9239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200" b="0">
                <a:latin typeface="华文楷体" panose="02010600040101010101" pitchFamily="2" charset="-122"/>
                <a:ea typeface="华文楷体" panose="02010600040101010101" pitchFamily="2" charset="-122"/>
              </a:rPr>
              <a:t>人力资源管理</a:t>
            </a:r>
            <a:endParaRPr lang="zh-CN" altLang="en-US" sz="1200" b="0">
              <a:latin typeface="华文楷体" panose="02010600040101010101" pitchFamily="2" charset="-122"/>
              <a:ea typeface="华文楷体" panose="02010600040101010101" pitchFamily="2" charset="-122"/>
            </a:endParaRPr>
          </a:p>
        </p:txBody>
      </p:sp>
      <p:sp>
        <p:nvSpPr>
          <p:cNvPr id="217126" name="Rectangle 303"/>
          <p:cNvSpPr>
            <a:spLocks noChangeArrowheads="1"/>
          </p:cNvSpPr>
          <p:nvPr/>
        </p:nvSpPr>
        <p:spPr bwMode="auto">
          <a:xfrm>
            <a:off x="1905000" y="3119438"/>
            <a:ext cx="14890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200" b="0">
                <a:latin typeface="华文楷体" panose="02010600040101010101" pitchFamily="2" charset="-122"/>
                <a:ea typeface="华文楷体" panose="02010600040101010101" pitchFamily="2" charset="-122"/>
              </a:rPr>
              <a:t>项目管理办公室</a:t>
            </a:r>
            <a:endParaRPr lang="zh-CN" altLang="en-US" sz="1200" b="0">
              <a:latin typeface="华文楷体" panose="02010600040101010101" pitchFamily="2" charset="-122"/>
              <a:ea typeface="华文楷体" panose="02010600040101010101" pitchFamily="2" charset="-122"/>
            </a:endParaRPr>
          </a:p>
        </p:txBody>
      </p:sp>
      <p:sp>
        <p:nvSpPr>
          <p:cNvPr id="217127" name="Rectangle 304"/>
          <p:cNvSpPr>
            <a:spLocks noChangeArrowheads="1"/>
          </p:cNvSpPr>
          <p:nvPr/>
        </p:nvSpPr>
        <p:spPr bwMode="auto">
          <a:xfrm>
            <a:off x="2971800" y="5329238"/>
            <a:ext cx="863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200" b="0">
                <a:latin typeface="华文楷体" panose="02010600040101010101" pitchFamily="2" charset="-122"/>
                <a:ea typeface="华文楷体" panose="02010600040101010101" pitchFamily="2" charset="-122"/>
              </a:rPr>
              <a:t>变更管理</a:t>
            </a:r>
            <a:endParaRPr lang="zh-CN" altLang="en-US" sz="1200" b="0">
              <a:latin typeface="华文楷体" panose="02010600040101010101" pitchFamily="2" charset="-122"/>
              <a:ea typeface="华文楷体" panose="02010600040101010101" pitchFamily="2" charset="-122"/>
            </a:endParaRPr>
          </a:p>
        </p:txBody>
      </p:sp>
      <p:sp>
        <p:nvSpPr>
          <p:cNvPr id="217128" name="Text Box 305" descr="Parchment"/>
          <p:cNvSpPr txBox="1">
            <a:spLocks noChangeArrowheads="1"/>
          </p:cNvSpPr>
          <p:nvPr/>
        </p:nvSpPr>
        <p:spPr bwMode="auto">
          <a:xfrm>
            <a:off x="2127250" y="3263900"/>
            <a:ext cx="1292225" cy="3698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91440" rIns="182880" bIns="9144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
              </a:spcBef>
              <a:spcAft>
                <a:spcPct val="0"/>
              </a:spcAft>
              <a:buClr>
                <a:srgbClr val="FF0000"/>
              </a:buClr>
              <a:buSzTx/>
              <a:buFont typeface="Wingdings" panose="05000000000000000000" pitchFamily="2" charset="2"/>
              <a:buNone/>
            </a:pPr>
            <a:r>
              <a:rPr lang="zh-CN" altLang="en-US" sz="1200" b="0">
                <a:latin typeface="华文楷体" panose="02010600040101010101" pitchFamily="2" charset="-122"/>
                <a:ea typeface="华文楷体" panose="02010600040101010101" pitchFamily="2" charset="-122"/>
              </a:rPr>
              <a:t>项目进度管理</a:t>
            </a:r>
            <a:endParaRPr lang="zh-CN" altLang="en-US" sz="1200" b="0">
              <a:latin typeface="华文楷体" panose="02010600040101010101" pitchFamily="2" charset="-122"/>
              <a:ea typeface="华文楷体" panose="02010600040101010101" pitchFamily="2" charset="-122"/>
            </a:endParaRPr>
          </a:p>
        </p:txBody>
      </p:sp>
      <p:sp>
        <p:nvSpPr>
          <p:cNvPr id="217129" name="Text Box 306"/>
          <p:cNvSpPr txBox="1">
            <a:spLocks noChangeArrowheads="1"/>
          </p:cNvSpPr>
          <p:nvPr/>
        </p:nvSpPr>
        <p:spPr bwMode="auto">
          <a:xfrm>
            <a:off x="2578100" y="5721350"/>
            <a:ext cx="4937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r>
              <a:rPr lang="zh-CN" altLang="en-US" sz="1200" b="0">
                <a:ea typeface="华文楷体" panose="02010600040101010101" pitchFamily="2" charset="-122"/>
              </a:rPr>
              <a:t>采购</a:t>
            </a:r>
            <a:endParaRPr lang="zh-CN" altLang="en-US" sz="1200" b="0">
              <a:ea typeface="华文楷体" panose="02010600040101010101" pitchFamily="2" charset="-122"/>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9"/>
          <p:cNvSpPr>
            <a:spLocks noChangeArrowheads="1"/>
          </p:cNvSpPr>
          <p:nvPr/>
        </p:nvSpPr>
        <p:spPr bwMode="auto">
          <a:xfrm>
            <a:off x="414338" y="188913"/>
            <a:ext cx="8060702" cy="939800"/>
          </a:xfrm>
          <a:prstGeom prst="rect">
            <a:avLst/>
          </a:prstGeo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800" b="1" dirty="0">
                <a:solidFill>
                  <a:srgbClr val="0A4F8D"/>
                </a:solidFill>
                <a:latin typeface="Impact" panose="020B0806030902050204" charset="0"/>
                <a:ea typeface="微软雅黑" panose="020B0503020204020204" pitchFamily="34" charset="-122"/>
              </a:rPr>
              <a:t>实现企业提升和转型</a:t>
            </a:r>
            <a:r>
              <a:rPr lang="zh-CN" altLang="en-GB" sz="2800" b="1" dirty="0">
                <a:solidFill>
                  <a:srgbClr val="0A4F8D"/>
                </a:solidFill>
                <a:latin typeface="Impact" panose="020B0806030902050204" charset="0"/>
                <a:ea typeface="微软雅黑" panose="020B0503020204020204" pitchFamily="34" charset="-122"/>
              </a:rPr>
              <a:t>，是一个复杂的变革过程，</a:t>
            </a:r>
            <a:endParaRPr lang="en-US" altLang="zh-CN" sz="2800" b="1" dirty="0">
              <a:solidFill>
                <a:srgbClr val="0A4F8D"/>
              </a:solidFill>
              <a:latin typeface="Impact" panose="020B0806030902050204" charset="0"/>
              <a:ea typeface="微软雅黑" panose="020B0503020204020204" pitchFamily="34" charset="-122"/>
            </a:endParaRPr>
          </a:p>
          <a:p>
            <a:pPr eaLnBrk="1" hangingPunct="1"/>
            <a:r>
              <a:rPr lang="zh-CN" altLang="en-GB" sz="2800" b="1" dirty="0">
                <a:solidFill>
                  <a:srgbClr val="0A4F8D"/>
                </a:solidFill>
                <a:latin typeface="Impact" panose="020B0806030902050204" charset="0"/>
                <a:ea typeface="微软雅黑" panose="020B0503020204020204" pitchFamily="34" charset="-122"/>
              </a:rPr>
              <a:t>做好变革管理是实现战略目标的关键</a:t>
            </a:r>
            <a:endParaRPr lang="zh-CN" altLang="en-US" sz="2800" b="1" dirty="0">
              <a:solidFill>
                <a:srgbClr val="0A4F8D"/>
              </a:solidFill>
              <a:latin typeface="Impact" panose="020B0806030902050204" charset="0"/>
              <a:ea typeface="微软雅黑" panose="020B0503020204020204" pitchFamily="34" charset="-122"/>
            </a:endParaRPr>
          </a:p>
        </p:txBody>
      </p:sp>
      <p:sp>
        <p:nvSpPr>
          <p:cNvPr id="165891" name="Text Box 20"/>
          <p:cNvSpPr txBox="1">
            <a:spLocks noChangeArrowheads="1"/>
          </p:cNvSpPr>
          <p:nvPr/>
        </p:nvSpPr>
        <p:spPr bwMode="auto">
          <a:xfrm>
            <a:off x="6107113" y="2057400"/>
            <a:ext cx="3340100" cy="353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indent="-23177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a:lnSpc>
                <a:spcPct val="120000"/>
              </a:lnSpc>
              <a:spcBef>
                <a:spcPct val="25000"/>
              </a:spcBef>
              <a:spcAft>
                <a:spcPct val="15000"/>
              </a:spcAft>
              <a:buSzTx/>
              <a:buFont typeface="Wingdings" panose="05000000000000000000" pitchFamily="2" charset="2"/>
              <a:buNone/>
            </a:pPr>
            <a:r>
              <a:rPr lang="zh-CN" altLang="en-US" sz="1400" b="0">
                <a:solidFill>
                  <a:srgbClr val="000000"/>
                </a:solidFill>
                <a:ea typeface="宋体" panose="02010600030101010101" pitchFamily="2" charset="-122"/>
                <a:cs typeface="Arial" panose="020B0604020202020204" pitchFamily="34" charset="0"/>
              </a:rPr>
              <a:t>变革管理是关注于如何帮助企业适应业务转变、帮助企业内员工适应新的环境。目标是用最少的投入（如：时间、精力和成本）达到所期望的新业务模式：</a:t>
            </a:r>
            <a:endParaRPr lang="zh-CN" altLang="en-US" sz="1400" b="0">
              <a:solidFill>
                <a:srgbClr val="000000"/>
              </a:solidFill>
              <a:ea typeface="宋体" panose="02010600030101010101" pitchFamily="2" charset="-122"/>
              <a:cs typeface="Arial" panose="020B0604020202020204" pitchFamily="34" charset="0"/>
            </a:endParaRPr>
          </a:p>
          <a:p>
            <a:pPr lvl="1" eaLnBrk="1">
              <a:lnSpc>
                <a:spcPct val="120000"/>
              </a:lnSpc>
              <a:spcBef>
                <a:spcPct val="25000"/>
              </a:spcBef>
              <a:spcAft>
                <a:spcPct val="15000"/>
              </a:spcAft>
              <a:buSzPct val="80000"/>
            </a:pPr>
            <a:r>
              <a:rPr lang="zh-CN" altLang="en-US" sz="1400">
                <a:solidFill>
                  <a:srgbClr val="000000"/>
                </a:solidFill>
                <a:ea typeface="宋体" panose="02010600030101010101" pitchFamily="2" charset="-122"/>
                <a:cs typeface="Arial" panose="020B0604020202020204" pitchFamily="34" charset="0"/>
              </a:rPr>
              <a:t>使员工更深入地参与和理解变革</a:t>
            </a:r>
            <a:endParaRPr lang="zh-CN" altLang="en-US" sz="1400">
              <a:solidFill>
                <a:srgbClr val="000000"/>
              </a:solidFill>
              <a:ea typeface="宋体" panose="02010600030101010101" pitchFamily="2" charset="-122"/>
              <a:cs typeface="Arial" panose="020B0604020202020204" pitchFamily="34" charset="0"/>
            </a:endParaRPr>
          </a:p>
          <a:p>
            <a:pPr lvl="1" eaLnBrk="1">
              <a:lnSpc>
                <a:spcPct val="120000"/>
              </a:lnSpc>
              <a:spcBef>
                <a:spcPct val="25000"/>
              </a:spcBef>
              <a:spcAft>
                <a:spcPct val="15000"/>
              </a:spcAft>
              <a:buSzPct val="80000"/>
            </a:pPr>
            <a:r>
              <a:rPr lang="zh-CN" altLang="en-US" sz="1400">
                <a:solidFill>
                  <a:srgbClr val="000000"/>
                </a:solidFill>
                <a:ea typeface="宋体" panose="02010600030101010101" pitchFamily="2" charset="-122"/>
                <a:cs typeface="Arial" panose="020B0604020202020204" pitchFamily="34" charset="0"/>
              </a:rPr>
              <a:t>建立公司上下起对新业务模式的充分理解和承诺</a:t>
            </a:r>
            <a:endParaRPr lang="zh-CN" altLang="en-US" sz="1400">
              <a:solidFill>
                <a:srgbClr val="000000"/>
              </a:solidFill>
              <a:ea typeface="宋体" panose="02010600030101010101" pitchFamily="2" charset="-122"/>
              <a:cs typeface="Arial" panose="020B0604020202020204" pitchFamily="34" charset="0"/>
            </a:endParaRPr>
          </a:p>
          <a:p>
            <a:pPr lvl="1" eaLnBrk="1">
              <a:lnSpc>
                <a:spcPct val="120000"/>
              </a:lnSpc>
              <a:spcBef>
                <a:spcPct val="25000"/>
              </a:spcBef>
              <a:spcAft>
                <a:spcPct val="15000"/>
              </a:spcAft>
              <a:buSzPct val="80000"/>
            </a:pPr>
            <a:r>
              <a:rPr lang="zh-CN" altLang="en-US" sz="1400">
                <a:solidFill>
                  <a:srgbClr val="000000"/>
                </a:solidFill>
                <a:ea typeface="宋体" panose="02010600030101010101" pitchFamily="2" charset="-122"/>
                <a:cs typeface="Arial" panose="020B0604020202020204" pitchFamily="34" charset="0"/>
              </a:rPr>
              <a:t>帮助员工理解变革的原因和背景</a:t>
            </a:r>
            <a:endParaRPr lang="zh-CN" altLang="en-US" sz="1400">
              <a:solidFill>
                <a:srgbClr val="000000"/>
              </a:solidFill>
              <a:ea typeface="宋体" panose="02010600030101010101" pitchFamily="2" charset="-122"/>
              <a:cs typeface="Arial" panose="020B0604020202020204" pitchFamily="34" charset="0"/>
            </a:endParaRPr>
          </a:p>
          <a:p>
            <a:pPr lvl="1" eaLnBrk="1">
              <a:lnSpc>
                <a:spcPct val="120000"/>
              </a:lnSpc>
              <a:spcBef>
                <a:spcPct val="25000"/>
              </a:spcBef>
              <a:spcAft>
                <a:spcPct val="15000"/>
              </a:spcAft>
              <a:buSzPct val="80000"/>
            </a:pPr>
            <a:r>
              <a:rPr lang="zh-CN" altLang="en-US" sz="1400">
                <a:solidFill>
                  <a:srgbClr val="000000"/>
                </a:solidFill>
                <a:ea typeface="宋体" panose="02010600030101010101" pitchFamily="2" charset="-122"/>
                <a:cs typeface="Arial" panose="020B0604020202020204" pitchFamily="34" charset="0"/>
              </a:rPr>
              <a:t>为必需的变革调整提供相应的能力和准备</a:t>
            </a:r>
            <a:endParaRPr lang="zh-CN" altLang="en-US" sz="1400">
              <a:solidFill>
                <a:srgbClr val="000000"/>
              </a:solidFill>
              <a:ea typeface="宋体" panose="02010600030101010101" pitchFamily="2" charset="-122"/>
              <a:cs typeface="Arial" panose="020B0604020202020204" pitchFamily="34" charset="0"/>
            </a:endParaRPr>
          </a:p>
          <a:p>
            <a:pPr lvl="1" eaLnBrk="1">
              <a:lnSpc>
                <a:spcPct val="120000"/>
              </a:lnSpc>
              <a:spcBef>
                <a:spcPct val="25000"/>
              </a:spcBef>
              <a:spcAft>
                <a:spcPct val="15000"/>
              </a:spcAft>
              <a:buSzPct val="80000"/>
            </a:pPr>
            <a:r>
              <a:rPr lang="zh-CN" altLang="en-US" sz="1400">
                <a:solidFill>
                  <a:srgbClr val="000000"/>
                </a:solidFill>
                <a:ea typeface="宋体" panose="02010600030101010101" pitchFamily="2" charset="-122"/>
                <a:cs typeface="Arial" panose="020B0604020202020204" pitchFamily="34" charset="0"/>
              </a:rPr>
              <a:t>跟踪变革过程，并确保它可操作和可监控</a:t>
            </a:r>
            <a:endParaRPr lang="zh-CN" altLang="en-US" sz="1400">
              <a:solidFill>
                <a:srgbClr val="000000"/>
              </a:solidFill>
              <a:ea typeface="宋体" panose="02010600030101010101" pitchFamily="2" charset="-122"/>
              <a:cs typeface="Arial" panose="020B0604020202020204" pitchFamily="34" charset="0"/>
            </a:endParaRPr>
          </a:p>
        </p:txBody>
      </p:sp>
      <p:sp>
        <p:nvSpPr>
          <p:cNvPr id="165892" name="Text Box 23"/>
          <p:cNvSpPr txBox="1">
            <a:spLocks noChangeArrowheads="1"/>
          </p:cNvSpPr>
          <p:nvPr/>
        </p:nvSpPr>
        <p:spPr bwMode="auto">
          <a:xfrm>
            <a:off x="6692900" y="1524000"/>
            <a:ext cx="2235200"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600" b="0">
                <a:ea typeface="宋体" panose="02010600030101010101" pitchFamily="2" charset="-122"/>
              </a:rPr>
              <a:t>变革管理的目的和作用</a:t>
            </a:r>
            <a:endParaRPr lang="zh-CN" altLang="en-US" sz="1600" b="0">
              <a:ea typeface="宋体" panose="02010600030101010101" pitchFamily="2" charset="-122"/>
            </a:endParaRPr>
          </a:p>
        </p:txBody>
      </p:sp>
      <p:grpSp>
        <p:nvGrpSpPr>
          <p:cNvPr id="165893" name="组合 1"/>
          <p:cNvGrpSpPr/>
          <p:nvPr/>
        </p:nvGrpSpPr>
        <p:grpSpPr bwMode="auto">
          <a:xfrm>
            <a:off x="247650" y="1624013"/>
            <a:ext cx="5999163" cy="4298950"/>
            <a:chOff x="247650" y="1623847"/>
            <a:chExt cx="5999906" cy="4299116"/>
          </a:xfrm>
        </p:grpSpPr>
        <p:sp>
          <p:nvSpPr>
            <p:cNvPr id="165894" name="Line 2"/>
            <p:cNvSpPr>
              <a:spLocks noChangeShapeType="1"/>
            </p:cNvSpPr>
            <p:nvPr/>
          </p:nvSpPr>
          <p:spPr bwMode="auto">
            <a:xfrm>
              <a:off x="1220788" y="3144838"/>
              <a:ext cx="1079500" cy="0"/>
            </a:xfrm>
            <a:prstGeom prst="line">
              <a:avLst/>
            </a:prstGeom>
            <a:noFill/>
            <a:ln w="508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 name="Line 3"/>
            <p:cNvSpPr>
              <a:spLocks noChangeShapeType="1"/>
            </p:cNvSpPr>
            <p:nvPr/>
          </p:nvSpPr>
          <p:spPr bwMode="auto">
            <a:xfrm>
              <a:off x="3008655" y="4002014"/>
              <a:ext cx="1079634" cy="1233535"/>
            </a:xfrm>
            <a:prstGeom prst="line">
              <a:avLst/>
            </a:prstGeom>
            <a:noFill/>
            <a:ln w="25400">
              <a:solidFill>
                <a:schemeClr val="bg1">
                  <a:lumMod val="50000"/>
                </a:schemeClr>
              </a:solidFill>
              <a:prstDash val="dashDot"/>
              <a:round/>
            </a:ln>
            <a:effectLst/>
          </p:spPr>
          <p:txBody>
            <a:bodyPr wrap="none"/>
            <a:lstStyle/>
            <a:p>
              <a:pPr eaLnBrk="1" hangingPunct="1">
                <a:buClr>
                  <a:schemeClr val="accent1"/>
                </a:buClr>
                <a:buFont typeface="Wingdings" panose="05000000000000000000" pitchFamily="2" charset="2"/>
                <a:buChar char="§"/>
                <a:defRPr/>
              </a:pPr>
              <a:endParaRPr lang="zh-CN" altLang="en-US">
                <a:latin typeface="Arial" panose="020B0604020202020204" pitchFamily="34" charset="0"/>
              </a:endParaRPr>
            </a:p>
          </p:txBody>
        </p:sp>
        <p:sp>
          <p:nvSpPr>
            <p:cNvPr id="165896" name="Line 4"/>
            <p:cNvSpPr>
              <a:spLocks noChangeShapeType="1"/>
            </p:cNvSpPr>
            <p:nvPr/>
          </p:nvSpPr>
          <p:spPr bwMode="auto">
            <a:xfrm flipV="1">
              <a:off x="3008313" y="1828800"/>
              <a:ext cx="1865312" cy="2170113"/>
            </a:xfrm>
            <a:prstGeom prst="line">
              <a:avLst/>
            </a:prstGeom>
            <a:noFill/>
            <a:ln w="508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897" name="Line 5"/>
            <p:cNvSpPr>
              <a:spLocks noChangeShapeType="1"/>
            </p:cNvSpPr>
            <p:nvPr/>
          </p:nvSpPr>
          <p:spPr bwMode="auto">
            <a:xfrm>
              <a:off x="2308225" y="3182938"/>
              <a:ext cx="661988" cy="779462"/>
            </a:xfrm>
            <a:prstGeom prst="line">
              <a:avLst/>
            </a:prstGeom>
            <a:noFill/>
            <a:ln w="508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898" name="Line 6"/>
            <p:cNvSpPr>
              <a:spLocks noChangeShapeType="1"/>
            </p:cNvSpPr>
            <p:nvPr/>
          </p:nvSpPr>
          <p:spPr bwMode="auto">
            <a:xfrm>
              <a:off x="1690688" y="3257550"/>
              <a:ext cx="157162" cy="0"/>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899" name="Line 7"/>
            <p:cNvSpPr>
              <a:spLocks noChangeShapeType="1"/>
            </p:cNvSpPr>
            <p:nvPr/>
          </p:nvSpPr>
          <p:spPr bwMode="auto">
            <a:xfrm>
              <a:off x="1692275" y="3943350"/>
              <a:ext cx="155575" cy="0"/>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0" name="Line 8"/>
            <p:cNvSpPr>
              <a:spLocks noChangeShapeType="1"/>
            </p:cNvSpPr>
            <p:nvPr/>
          </p:nvSpPr>
          <p:spPr bwMode="auto">
            <a:xfrm>
              <a:off x="1506538" y="3590925"/>
              <a:ext cx="153987" cy="0"/>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1" name="Line 9"/>
            <p:cNvSpPr>
              <a:spLocks noChangeShapeType="1"/>
            </p:cNvSpPr>
            <p:nvPr/>
          </p:nvSpPr>
          <p:spPr bwMode="auto">
            <a:xfrm>
              <a:off x="1677988" y="3257550"/>
              <a:ext cx="0" cy="685800"/>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2" name="Text Box 10"/>
            <p:cNvSpPr txBox="1">
              <a:spLocks noChangeArrowheads="1"/>
            </p:cNvSpPr>
            <p:nvPr/>
          </p:nvSpPr>
          <p:spPr bwMode="auto">
            <a:xfrm>
              <a:off x="990600" y="3392488"/>
              <a:ext cx="70167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105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82105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82105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821055">
                <a:spcBef>
                  <a:spcPct val="20000"/>
                </a:spcBef>
                <a:buChar char="–"/>
                <a:defRPr sz="2000">
                  <a:solidFill>
                    <a:schemeClr val="tx1"/>
                  </a:solidFill>
                  <a:latin typeface="Times New Roman" panose="02020603050405020304" pitchFamily="18" charset="0"/>
                </a:defRPr>
              </a:lvl4pPr>
              <a:lvl5pPr marL="2057400" indent="-228600" defTabSz="821055">
                <a:spcBef>
                  <a:spcPct val="20000"/>
                </a:spcBef>
                <a:buChar char="»"/>
                <a:defRPr sz="2000">
                  <a:solidFill>
                    <a:schemeClr val="tx1"/>
                  </a:solidFill>
                  <a:latin typeface="Times New Roman" panose="02020603050405020304" pitchFamily="18" charset="0"/>
                </a:defRPr>
              </a:lvl5pPr>
              <a:lvl6pPr marL="25146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15000"/>
                </a:spcAft>
                <a:buSzTx/>
                <a:buFont typeface="Wingdings" panose="05000000000000000000" pitchFamily="2" charset="2"/>
                <a:buNone/>
              </a:pPr>
              <a:r>
                <a:rPr lang="en-US" altLang="zh-CN" sz="1900" b="0">
                  <a:solidFill>
                    <a:schemeClr val="tx2"/>
                  </a:solidFill>
                  <a:ea typeface="宋体" panose="02010600030101010101" pitchFamily="2" charset="-122"/>
                  <a:cs typeface="Arial" panose="020B0604020202020204" pitchFamily="34" charset="0"/>
                </a:rPr>
                <a:t>△P</a:t>
              </a:r>
              <a:endParaRPr lang="en-US" altLang="zh-CN" sz="1900" b="0">
                <a:solidFill>
                  <a:schemeClr val="tx2"/>
                </a:solidFill>
                <a:ea typeface="宋体" panose="02010600030101010101" pitchFamily="2" charset="-122"/>
                <a:cs typeface="Arial" panose="020B0604020202020204" pitchFamily="34" charset="0"/>
              </a:endParaRPr>
            </a:p>
          </p:txBody>
        </p:sp>
        <p:sp>
          <p:nvSpPr>
            <p:cNvPr id="165903" name="Line 11"/>
            <p:cNvSpPr>
              <a:spLocks noChangeShapeType="1"/>
            </p:cNvSpPr>
            <p:nvPr/>
          </p:nvSpPr>
          <p:spPr bwMode="auto">
            <a:xfrm flipH="1" flipV="1">
              <a:off x="727075" y="1938338"/>
              <a:ext cx="15875" cy="3624262"/>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4" name="Text Box 12"/>
            <p:cNvSpPr txBox="1">
              <a:spLocks noChangeArrowheads="1"/>
            </p:cNvSpPr>
            <p:nvPr/>
          </p:nvSpPr>
          <p:spPr bwMode="auto">
            <a:xfrm>
              <a:off x="247650" y="2162175"/>
              <a:ext cx="412750" cy="1046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105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82105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82105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821055">
                <a:spcBef>
                  <a:spcPct val="20000"/>
                </a:spcBef>
                <a:buChar char="–"/>
                <a:defRPr sz="2000">
                  <a:solidFill>
                    <a:schemeClr val="tx1"/>
                  </a:solidFill>
                  <a:latin typeface="Times New Roman" panose="02020603050405020304" pitchFamily="18" charset="0"/>
                </a:defRPr>
              </a:lvl4pPr>
              <a:lvl5pPr marL="2057400" indent="-228600" defTabSz="821055">
                <a:spcBef>
                  <a:spcPct val="20000"/>
                </a:spcBef>
                <a:buChar char="»"/>
                <a:defRPr sz="2000">
                  <a:solidFill>
                    <a:schemeClr val="tx1"/>
                  </a:solidFill>
                  <a:latin typeface="Times New Roman" panose="02020603050405020304" pitchFamily="18" charset="0"/>
                </a:defRPr>
              </a:lvl5pPr>
              <a:lvl6pPr marL="25146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15000"/>
                </a:spcAft>
                <a:buSzTx/>
                <a:buFont typeface="Wingdings" panose="05000000000000000000" pitchFamily="2" charset="2"/>
                <a:buNone/>
              </a:pPr>
              <a:r>
                <a:rPr lang="zh-CN" altLang="en-US" sz="1700" b="0">
                  <a:solidFill>
                    <a:srgbClr val="000000"/>
                  </a:solidFill>
                  <a:ea typeface="宋体" panose="02010600030101010101" pitchFamily="2" charset="-122"/>
                  <a:cs typeface="Arial" panose="020B0604020202020204" pitchFamily="34" charset="0"/>
                </a:rPr>
                <a:t>企业绩效</a:t>
              </a:r>
              <a:endParaRPr lang="zh-CN" altLang="en-US" sz="1700" b="0">
                <a:solidFill>
                  <a:srgbClr val="000000"/>
                </a:solidFill>
                <a:ea typeface="宋体" panose="02010600030101010101" pitchFamily="2" charset="-122"/>
                <a:cs typeface="Arial" panose="020B0604020202020204" pitchFamily="34" charset="0"/>
              </a:endParaRPr>
            </a:p>
          </p:txBody>
        </p:sp>
        <p:sp>
          <p:nvSpPr>
            <p:cNvPr id="165905" name="Text Box 13"/>
            <p:cNvSpPr txBox="1">
              <a:spLocks noChangeArrowheads="1"/>
            </p:cNvSpPr>
            <p:nvPr/>
          </p:nvSpPr>
          <p:spPr bwMode="auto">
            <a:xfrm>
              <a:off x="4807693" y="5661025"/>
              <a:ext cx="1439863"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105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82105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82105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821055">
                <a:spcBef>
                  <a:spcPct val="20000"/>
                </a:spcBef>
                <a:buChar char="–"/>
                <a:defRPr sz="2000">
                  <a:solidFill>
                    <a:schemeClr val="tx1"/>
                  </a:solidFill>
                  <a:latin typeface="Times New Roman" panose="02020603050405020304" pitchFamily="18" charset="0"/>
                </a:defRPr>
              </a:lvl4pPr>
              <a:lvl5pPr marL="2057400" indent="-228600" defTabSz="821055">
                <a:spcBef>
                  <a:spcPct val="20000"/>
                </a:spcBef>
                <a:buChar char="»"/>
                <a:defRPr sz="2000">
                  <a:solidFill>
                    <a:schemeClr val="tx1"/>
                  </a:solidFill>
                  <a:latin typeface="Times New Roman" panose="02020603050405020304" pitchFamily="18" charset="0"/>
                </a:defRPr>
              </a:lvl5pPr>
              <a:lvl6pPr marL="25146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15000"/>
                </a:spcAft>
                <a:buSzTx/>
                <a:buFont typeface="Wingdings" panose="05000000000000000000" pitchFamily="2" charset="2"/>
                <a:buNone/>
              </a:pPr>
              <a:r>
                <a:rPr lang="zh-CN" altLang="en-US" sz="1700" b="0">
                  <a:solidFill>
                    <a:srgbClr val="000000"/>
                  </a:solidFill>
                  <a:ea typeface="宋体" panose="02010600030101010101" pitchFamily="2" charset="-122"/>
                  <a:cs typeface="Arial" panose="020B0604020202020204" pitchFamily="34" charset="0"/>
                </a:rPr>
                <a:t>转型时间</a:t>
              </a:r>
              <a:endParaRPr lang="zh-CN" altLang="en-US" sz="1700" b="0">
                <a:solidFill>
                  <a:srgbClr val="000000"/>
                </a:solidFill>
                <a:ea typeface="宋体" panose="02010600030101010101" pitchFamily="2" charset="-122"/>
                <a:cs typeface="Arial" panose="020B0604020202020204" pitchFamily="34" charset="0"/>
              </a:endParaRPr>
            </a:p>
          </p:txBody>
        </p:sp>
        <p:sp>
          <p:nvSpPr>
            <p:cNvPr id="165906" name="Line 14"/>
            <p:cNvSpPr>
              <a:spLocks noChangeShapeType="1"/>
            </p:cNvSpPr>
            <p:nvPr/>
          </p:nvSpPr>
          <p:spPr bwMode="auto">
            <a:xfrm flipH="1">
              <a:off x="3638550" y="2886075"/>
              <a:ext cx="4763" cy="184150"/>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7" name="Line 15"/>
            <p:cNvSpPr>
              <a:spLocks noChangeShapeType="1"/>
            </p:cNvSpPr>
            <p:nvPr/>
          </p:nvSpPr>
          <p:spPr bwMode="auto">
            <a:xfrm flipH="1">
              <a:off x="1939925" y="2884488"/>
              <a:ext cx="1588" cy="182562"/>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8" name="Line 16"/>
            <p:cNvSpPr>
              <a:spLocks noChangeShapeType="1"/>
            </p:cNvSpPr>
            <p:nvPr/>
          </p:nvSpPr>
          <p:spPr bwMode="auto">
            <a:xfrm flipH="1">
              <a:off x="2813050" y="2671763"/>
              <a:ext cx="3175" cy="182562"/>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09" name="Line 17"/>
            <p:cNvSpPr>
              <a:spLocks noChangeShapeType="1"/>
            </p:cNvSpPr>
            <p:nvPr/>
          </p:nvSpPr>
          <p:spPr bwMode="auto">
            <a:xfrm flipH="1" flipV="1">
              <a:off x="1935163" y="2870200"/>
              <a:ext cx="1709737" cy="3175"/>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65910" name="Text Box 18"/>
            <p:cNvSpPr txBox="1">
              <a:spLocks noChangeArrowheads="1"/>
            </p:cNvSpPr>
            <p:nvPr/>
          </p:nvSpPr>
          <p:spPr bwMode="auto">
            <a:xfrm>
              <a:off x="2640013" y="2193925"/>
              <a:ext cx="42227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105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82105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82105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821055">
                <a:spcBef>
                  <a:spcPct val="20000"/>
                </a:spcBef>
                <a:buChar char="–"/>
                <a:defRPr sz="2000">
                  <a:solidFill>
                    <a:schemeClr val="tx1"/>
                  </a:solidFill>
                  <a:latin typeface="Times New Roman" panose="02020603050405020304" pitchFamily="18" charset="0"/>
                </a:defRPr>
              </a:lvl4pPr>
              <a:lvl5pPr marL="2057400" indent="-228600" defTabSz="821055">
                <a:spcBef>
                  <a:spcPct val="20000"/>
                </a:spcBef>
                <a:buChar char="»"/>
                <a:defRPr sz="2000">
                  <a:solidFill>
                    <a:schemeClr val="tx1"/>
                  </a:solidFill>
                  <a:latin typeface="Times New Roman" panose="02020603050405020304" pitchFamily="18" charset="0"/>
                </a:defRPr>
              </a:lvl5pPr>
              <a:lvl6pPr marL="25146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2105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15000"/>
                </a:spcAft>
                <a:buSzTx/>
                <a:buFont typeface="Wingdings" panose="05000000000000000000" pitchFamily="2" charset="2"/>
                <a:buNone/>
              </a:pPr>
              <a:r>
                <a:rPr lang="en-US" altLang="zh-CN" sz="1900" b="0">
                  <a:solidFill>
                    <a:schemeClr val="tx2"/>
                  </a:solidFill>
                  <a:ea typeface="宋体" panose="02010600030101010101" pitchFamily="2" charset="-122"/>
                  <a:cs typeface="Arial" panose="020B0604020202020204" pitchFamily="34" charset="0"/>
                </a:rPr>
                <a:t>△T</a:t>
              </a:r>
              <a:endParaRPr lang="en-US" altLang="zh-CN" sz="1900" b="0">
                <a:solidFill>
                  <a:schemeClr val="tx2"/>
                </a:solidFill>
                <a:ea typeface="宋体" panose="02010600030101010101" pitchFamily="2" charset="-122"/>
                <a:cs typeface="Arial" panose="020B0604020202020204" pitchFamily="34" charset="0"/>
              </a:endParaRPr>
            </a:p>
          </p:txBody>
        </p:sp>
        <p:sp>
          <p:nvSpPr>
            <p:cNvPr id="165911" name="Line 21"/>
            <p:cNvSpPr>
              <a:spLocks noChangeShapeType="1"/>
            </p:cNvSpPr>
            <p:nvPr/>
          </p:nvSpPr>
          <p:spPr bwMode="auto">
            <a:xfrm>
              <a:off x="742950" y="5562600"/>
              <a:ext cx="5033963"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65912" name="Text Box 22"/>
            <p:cNvSpPr txBox="1">
              <a:spLocks noChangeArrowheads="1"/>
            </p:cNvSpPr>
            <p:nvPr/>
          </p:nvSpPr>
          <p:spPr bwMode="auto">
            <a:xfrm>
              <a:off x="2063095" y="1623847"/>
              <a:ext cx="141577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600" b="0">
                  <a:ea typeface="宋体" panose="02010600030101010101" pitchFamily="2" charset="-122"/>
                </a:rPr>
                <a:t>转型项目过程</a:t>
              </a:r>
              <a:endParaRPr lang="zh-CN" altLang="en-US" sz="1600" b="0">
                <a:ea typeface="宋体" panose="02010600030101010101" pitchFamily="2" charset="-122"/>
              </a:endParaRPr>
            </a:p>
          </p:txBody>
        </p:sp>
        <p:sp>
          <p:nvSpPr>
            <p:cNvPr id="165913" name="Text Box 22"/>
            <p:cNvSpPr txBox="1">
              <a:spLocks noChangeArrowheads="1"/>
            </p:cNvSpPr>
            <p:nvPr/>
          </p:nvSpPr>
          <p:spPr bwMode="auto">
            <a:xfrm>
              <a:off x="1080830" y="3998913"/>
              <a:ext cx="100540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600" b="0">
                  <a:ea typeface="宋体" panose="02010600030101010101" pitchFamily="2" charset="-122"/>
                </a:rPr>
                <a:t>绩效变化</a:t>
              </a:r>
              <a:endParaRPr lang="zh-CN" altLang="en-US" sz="1600" b="0">
                <a:ea typeface="宋体" panose="02010600030101010101"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098699" y="2276872"/>
            <a:ext cx="7705426" cy="2808783"/>
          </a:xfrm>
          <a:prstGeom prst="rect">
            <a:avLst/>
          </a:prstGeom>
          <a:solidFill>
            <a:srgbClr val="0070C0"/>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SzTx/>
              <a:buFont typeface="Wingdings" panose="05000000000000000000" pitchFamily="2" charset="2"/>
              <a:buChar char="§"/>
            </a:pPr>
            <a:endParaRPr lang="zh-CN" altLang="zh-CN" sz="1800" b="0" dirty="0">
              <a:solidFill>
                <a:schemeClr val="bg1"/>
              </a:solidFill>
              <a:latin typeface="微软雅黑" panose="020B0503020204020204" pitchFamily="34" charset="-122"/>
              <a:ea typeface="宋体" panose="02010600030101010101" pitchFamily="2" charset="-122"/>
            </a:endParaRPr>
          </a:p>
        </p:txBody>
      </p:sp>
      <p:sp>
        <p:nvSpPr>
          <p:cNvPr id="5124" name="Rectangle 4"/>
          <p:cNvSpPr>
            <a:spLocks noGrp="1" noChangeArrowheads="1"/>
          </p:cNvSpPr>
          <p:nvPr>
            <p:ph type="body" idx="1"/>
          </p:nvPr>
        </p:nvSpPr>
        <p:spPr>
          <a:xfrm>
            <a:off x="1783060" y="2564110"/>
            <a:ext cx="5849541" cy="1729779"/>
          </a:xfrm>
        </p:spPr>
        <p:txBody>
          <a:bodyPr/>
          <a:lstStyle/>
          <a:p>
            <a:pPr marL="609600" indent="-609600" algn="ctr">
              <a:lnSpc>
                <a:spcPct val="150000"/>
              </a:lnSpc>
              <a:buFontTx/>
              <a:buNone/>
            </a:pPr>
            <a:r>
              <a:rPr lang="zh-CN" altLang="en-US" sz="3200" dirty="0">
                <a:solidFill>
                  <a:schemeClr val="bg1"/>
                </a:solidFill>
                <a:ea typeface="宋体" panose="02010600030101010101" pitchFamily="2" charset="-122"/>
              </a:rPr>
              <a:t>谢谢！</a:t>
            </a:r>
            <a:endParaRPr lang="en-US" altLang="zh-CN" sz="3200" dirty="0">
              <a:solidFill>
                <a:schemeClr val="bg1"/>
              </a:solidFill>
              <a:ea typeface="宋体" panose="02010600030101010101" pitchFamily="2" charset="-122"/>
            </a:endParaRPr>
          </a:p>
          <a:p>
            <a:pPr marL="609600" indent="-609600" algn="ctr">
              <a:lnSpc>
                <a:spcPct val="150000"/>
              </a:lnSpc>
              <a:buFontTx/>
              <a:buNone/>
            </a:pPr>
            <a:r>
              <a:rPr lang="zh-CN" altLang="en-US" sz="2400" dirty="0">
                <a:solidFill>
                  <a:schemeClr val="bg1"/>
                </a:solidFill>
                <a:ea typeface="宋体" panose="02010600030101010101" pitchFamily="2" charset="-122"/>
              </a:rPr>
              <a:t>提问和交流</a:t>
            </a:r>
            <a:endParaRPr lang="en-US" altLang="zh-CN" sz="2400" dirty="0">
              <a:solidFill>
                <a:schemeClr val="bg1"/>
              </a:solidFill>
              <a:ea typeface="宋体" panose="02010600030101010101" pitchFamily="2" charset="-122"/>
            </a:endParaRPr>
          </a:p>
        </p:txBody>
      </p:sp>
      <p:sp>
        <p:nvSpPr>
          <p:cNvPr id="2" name="Title 1"/>
          <p:cNvSpPr>
            <a:spLocks noGrp="1"/>
          </p:cNvSpPr>
          <p:nvPr>
            <p:ph type="title"/>
          </p:nvPr>
        </p:nvSpPr>
        <p:spPr/>
        <p:txBody>
          <a:bodyPr/>
          <a:lstStyle/>
          <a:p>
            <a:endParaRPr lang="en-GB"/>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A79E99"/>
      </a:lt2>
      <a:accent1>
        <a:srgbClr val="D0A660"/>
      </a:accent1>
      <a:accent2>
        <a:srgbClr val="A79E99"/>
      </a:accent2>
      <a:accent3>
        <a:srgbClr val="FFFFFF"/>
      </a:accent3>
      <a:accent4>
        <a:srgbClr val="000000"/>
      </a:accent4>
      <a:accent5>
        <a:srgbClr val="E4D0B6"/>
      </a:accent5>
      <a:accent6>
        <a:srgbClr val="978F8A"/>
      </a:accent6>
      <a:hlink>
        <a:srgbClr val="F7F2D0"/>
      </a:hlink>
      <a:folHlink>
        <a:srgbClr val="7D0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《卓越绩效模式理解及实施》</Template>
  <TotalTime>0</TotalTime>
  <Words>2730</Words>
  <Application>WPS 演示</Application>
  <PresentationFormat>Custom</PresentationFormat>
  <Paragraphs>628</Paragraphs>
  <Slides>12</Slides>
  <Notes>51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12</vt:i4>
      </vt:variant>
    </vt:vector>
  </HeadingPairs>
  <TitlesOfParts>
    <vt:vector size="32" baseType="lpstr">
      <vt:lpstr>Arial</vt:lpstr>
      <vt:lpstr>宋体</vt:lpstr>
      <vt:lpstr>Wingdings</vt:lpstr>
      <vt:lpstr>微软雅黑</vt:lpstr>
      <vt:lpstr>Impact</vt:lpstr>
      <vt:lpstr>Monotype Sorts</vt:lpstr>
      <vt:lpstr>Wingdings</vt:lpstr>
      <vt:lpstr>Times New Roman</vt:lpstr>
      <vt:lpstr>华文楷体</vt:lpstr>
      <vt:lpstr>华文中宋</vt:lpstr>
      <vt:lpstr>Verdana</vt:lpstr>
      <vt:lpstr>黑体</vt:lpstr>
      <vt:lpstr>Arial Unicode MS</vt:lpstr>
      <vt:lpstr>Arial</vt:lpstr>
      <vt:lpstr>楷体</vt:lpstr>
      <vt:lpstr>Optima</vt:lpstr>
      <vt:lpstr>Segoe Print</vt:lpstr>
      <vt:lpstr>PingFang SC</vt:lpstr>
      <vt:lpstr>Arial Narrow</vt:lpstr>
      <vt:lpstr>Default Design</vt:lpstr>
      <vt:lpstr>PowerPoint 演示文稿</vt:lpstr>
      <vt:lpstr>2025年中国行业数字化成熟度与AI应用图谱</vt:lpstr>
      <vt:lpstr>模式2：数字化时代的业务/IT紧密结合，快速迭代的转型</vt:lpstr>
      <vt:lpstr>PowerPoint 演示文稿</vt:lpstr>
      <vt:lpstr>建立“架构思维”，企业整体设计业务和数字化落地</vt:lpstr>
      <vt:lpstr>业务能力与应用系统对照图 - 展示系统功能的差距、重复和缺失</vt:lpstr>
      <vt:lpstr>数字化转型路径</vt:lpstr>
      <vt:lpstr> 数字化/IT部门引入新的岗位和人才</vt:lpstr>
      <vt:lpstr>新一代架构工具的特点： 协作平台，架构的消费最大化</vt:lpstr>
      <vt:lpstr>整体项目管理（PMO）</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内容提纲</dc:title>
  <dc:creator>Yu, Hailan SCHINA-ITD/RH</dc:creator>
  <cp:lastModifiedBy>于海澜Henry</cp:lastModifiedBy>
  <cp:revision>184</cp:revision>
  <dcterms:created xsi:type="dcterms:W3CDTF">2021-05-14T01:15:00Z</dcterms:created>
  <dcterms:modified xsi:type="dcterms:W3CDTF">2026-05-02T08:43:42Z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39FAA51FE9D0407C8BB4DF97A30F0D66_13</vt:lpwstr>
  </property>
  <property fmtid="{D5CDD505-2E9C-101B-9397-08002B2CF9AE}" pid="3" name="KSOProductBuildVer">
    <vt:lpwstr>2052-12.1.0.25865</vt:lpwstr>
  </property>
</Properties>
</file>