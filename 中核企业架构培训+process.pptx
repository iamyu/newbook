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111" r:id="rId3"/>
    <p:sldId id="260" r:id="rId5"/>
    <p:sldId id="261" r:id="rId6"/>
    <p:sldId id="262" r:id="rId7"/>
    <p:sldId id="263" r:id="rId8"/>
    <p:sldId id="264" r:id="rId9"/>
    <p:sldId id="269" r:id="rId10"/>
    <p:sldId id="720" r:id="rId11"/>
    <p:sldId id="1025" r:id="rId12"/>
    <p:sldId id="1026" r:id="rId13"/>
    <p:sldId id="1383" r:id="rId14"/>
    <p:sldId id="409" r:id="rId15"/>
    <p:sldId id="403" r:id="rId16"/>
    <p:sldId id="272" r:id="rId17"/>
    <p:sldId id="275" r:id="rId18"/>
    <p:sldId id="280" r:id="rId19"/>
    <p:sldId id="1017" r:id="rId20"/>
    <p:sldId id="276" r:id="rId21"/>
    <p:sldId id="455" r:id="rId22"/>
    <p:sldId id="286" r:id="rId23"/>
    <p:sldId id="454" r:id="rId24"/>
    <p:sldId id="405" r:id="rId25"/>
    <p:sldId id="2122" r:id="rId26"/>
  </p:sldIdLst>
  <p:sldSz cx="9902825" cy="6858000"/>
  <p:notesSz cx="6645275" cy="97770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4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B086"/>
    <a:srgbClr val="FEE5D7"/>
    <a:srgbClr val="808080"/>
    <a:srgbClr val="91B0FF"/>
    <a:srgbClr val="000000"/>
    <a:srgbClr val="060000"/>
    <a:srgbClr val="969696"/>
    <a:srgbClr val="C0C0C0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7" autoAdjust="0"/>
    <p:restoredTop sz="91983" autoAdjust="0"/>
  </p:normalViewPr>
  <p:slideViewPr>
    <p:cSldViewPr snapToObjects="1" showGuides="1">
      <p:cViewPr varScale="1">
        <p:scale>
          <a:sx n="52" d="100"/>
          <a:sy n="52" d="100"/>
        </p:scale>
        <p:origin x="1504" y="264"/>
      </p:cViewPr>
      <p:guideLst>
        <p:guide orient="horz" pos="4319"/>
        <p:guide pos="476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t" anchorCtr="0" compatLnSpc="1"/>
          <a:lstStyle>
            <a:lvl1pPr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t" anchorCtr="0" compatLnSpc="1"/>
          <a:lstStyle>
            <a:lvl1pPr algn="r"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b" anchorCtr="0" compatLnSpc="1"/>
          <a:lstStyle>
            <a:lvl1pPr defTabSz="923925" eaLnBrk="1" hangingPunct="1">
              <a:buClr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400" tIns="46200" rIns="92400" bIns="46200" numCol="1" anchor="b" anchorCtr="0" compatLnSpc="1"/>
          <a:lstStyle>
            <a:lvl1pPr algn="r" defTabSz="923925" eaLnBrk="1" hangingPunct="1">
              <a:buClrTx/>
              <a:buFontTx/>
              <a:buNone/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073027C-96D5-496C-972D-87C61FFD57E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59200" y="0"/>
            <a:ext cx="2892425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1675" y="727075"/>
            <a:ext cx="5248275" cy="3633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66775" y="4686300"/>
            <a:ext cx="4918075" cy="43608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0050"/>
            <a:ext cx="2890838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90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59200" y="9290050"/>
            <a:ext cx="2892425" cy="4841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7DABE37C-1969-4E81-B1BE-51BD9AA59BA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4DC164-186E-45D1-A24E-C0C5AC80A8E2}" type="slidenum">
              <a:rPr lang="zh-CN" altLang="en-US"/>
            </a:fld>
            <a:endParaRPr lang="en-US" altLang="zh-CN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733425"/>
            <a:ext cx="5292725" cy="3665538"/>
          </a:xfrm>
        </p:spPr>
        <p:txBody>
          <a:bodyPr/>
          <a:lstStyle/>
          <a:p>
            <a:endParaRPr lang="en-US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575" y="4643438"/>
            <a:ext cx="5318125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1B6608-2EA2-4973-94AB-84BE7A1A5C22}" type="slidenum">
              <a:rPr lang="en-US" altLang="zh-CN"/>
            </a:fld>
            <a:endParaRPr lang="en-US" altLang="zh-CN"/>
          </a:p>
        </p:txBody>
      </p:sp>
      <p:sp>
        <p:nvSpPr>
          <p:cNvPr id="809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0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137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77FC6DF-56AE-43BC-A772-B105428B1A4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/>
              <a:t>IBM Confidential</a:t>
            </a:r>
            <a:endParaRPr lang="en-US" altLang="zh-CN"/>
          </a:p>
        </p:txBody>
      </p:sp>
      <p:sp>
        <p:nvSpPr>
          <p:cNvPr id="890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0284D9-0A34-4A74-85CD-49B9FAC0B104}" type="slidenum">
              <a:rPr lang="zh-CN" altLang="en-US"/>
            </a:fld>
            <a:endParaRPr lang="en-US" altLang="zh-CN"/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7863" y="733425"/>
            <a:ext cx="5292725" cy="3667125"/>
          </a:xfrm>
        </p:spPr>
        <p:txBody>
          <a:bodyPr/>
          <a:lstStyle/>
          <a:p>
            <a:endParaRPr lang="en-US"/>
          </a:p>
        </p:txBody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5163" y="4643438"/>
            <a:ext cx="5314950" cy="4400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113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76EA1A-869F-4246-B31F-DBA677B9760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18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932D9B-A2BE-4AA2-92B2-506C7DB491F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23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zh-CN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F6991B-2DCB-4158-99BB-384566C0363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742950" y="2133600"/>
            <a:ext cx="8416925" cy="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Line 9"/>
          <p:cNvSpPr>
            <a:spLocks noChangeShapeType="1"/>
          </p:cNvSpPr>
          <p:nvPr userDrawn="1"/>
        </p:nvSpPr>
        <p:spPr bwMode="auto">
          <a:xfrm>
            <a:off x="742950" y="3886200"/>
            <a:ext cx="8416925" cy="0"/>
          </a:xfrm>
          <a:prstGeom prst="line">
            <a:avLst/>
          </a:prstGeom>
          <a:noFill/>
          <a:ln w="57150">
            <a:solidFill>
              <a:srgbClr val="0070C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42950" y="2438400"/>
            <a:ext cx="8416925" cy="1143000"/>
          </a:xfrm>
        </p:spPr>
        <p:txBody>
          <a:bodyPr anchor="ctr"/>
          <a:lstStyle>
            <a:lvl1pPr algn="ctr">
              <a:defRPr sz="2800"/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742950" y="5143500"/>
            <a:ext cx="6931025" cy="838200"/>
          </a:xfrm>
        </p:spPr>
        <p:txBody>
          <a:bodyPr anchor="b"/>
          <a:lstStyle>
            <a:lvl1pPr>
              <a:spcBef>
                <a:spcPct val="10000"/>
              </a:spcBef>
              <a:spcAft>
                <a:spcPct val="0"/>
              </a:spcAft>
              <a:defRPr sz="1800"/>
            </a:lvl1pPr>
          </a:lstStyle>
          <a:p>
            <a:pPr lvl="0"/>
            <a:r>
              <a:rPr lang="en-US" altLang="en-US" noProof="0"/>
              <a:t>Click to edit Master subtitle</a:t>
            </a:r>
            <a:endParaRPr lang="en-US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169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1692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476375"/>
            <a:ext cx="4624388" cy="4619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4438" y="1476375"/>
            <a:ext cx="4624387" cy="4619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22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5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5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788" y="1535113"/>
            <a:ext cx="43767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788" y="2174875"/>
            <a:ext cx="43767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7550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913" y="273050"/>
            <a:ext cx="55356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755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0425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042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042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325" y="80963"/>
            <a:ext cx="2349500" cy="6015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80963"/>
            <a:ext cx="6899275" cy="6015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476375"/>
            <a:ext cx="4624388" cy="461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4438" y="1476375"/>
            <a:ext cx="4624387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24438" y="3862388"/>
            <a:ext cx="4624387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47650" y="1476375"/>
            <a:ext cx="9401175" cy="4619625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47650" y="80963"/>
            <a:ext cx="7161213" cy="939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47650" y="1476375"/>
            <a:ext cx="4624388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24438" y="1476375"/>
            <a:ext cx="4624387" cy="2233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47650" y="3862388"/>
            <a:ext cx="4624388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4438" y="3862388"/>
            <a:ext cx="4624387" cy="223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391" y="981075"/>
            <a:ext cx="9371911" cy="1762126"/>
          </a:xfrm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03101" y="236499"/>
            <a:ext cx="8761799" cy="5857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650" y="80963"/>
            <a:ext cx="7161213" cy="939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/>
          <a:p>
            <a:pPr marL="0" lvl="0" indent="0" defTabSz="914400" latinLnBrk="0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7650" y="1476375"/>
            <a:ext cx="9401175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6877050" y="6496050"/>
            <a:ext cx="2778125" cy="2857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/>
          <a:lstStyle>
            <a:lvl1pPr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ClrTx/>
              <a:buFontTx/>
              <a:buNone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企业架构培训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2026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fld id="{F7EC66D7-C41E-4E1A-9E6E-A7C6C5F78646}" type="slidenum">
              <a:rPr lang="en-US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5" descr="图层 4 拷贝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12480" y="360680"/>
            <a:ext cx="1236345" cy="554990"/>
          </a:xfrm>
          <a:prstGeom prst="rect">
            <a:avLst/>
          </a:prstGeom>
        </p:spPr>
      </p:pic>
      <p:sp>
        <p:nvSpPr>
          <p:cNvPr id="3" name="矩形 8"/>
          <p:cNvSpPr/>
          <p:nvPr userDrawn="1"/>
        </p:nvSpPr>
        <p:spPr>
          <a:xfrm>
            <a:off x="0" y="1038225"/>
            <a:ext cx="9902825" cy="76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7000">
                <a:srgbClr val="80A4C5">
                  <a:alpha val="100000"/>
                </a:srgbClr>
              </a:gs>
              <a:gs pos="75000">
                <a:srgbClr val="0A4F8D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en-US" sz="2800" b="1" kern="1200" dirty="0">
          <a:solidFill>
            <a:srgbClr val="0A4F8D"/>
          </a:solidFill>
          <a:latin typeface="Impact" panose="020B0806030902050204" charset="0"/>
          <a:ea typeface="微软雅黑" panose="020B0503020204020204" pitchFamily="34" charset="-122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70000"/>
        </a:spcBef>
        <a:spcAft>
          <a:spcPct val="10000"/>
        </a:spcAft>
        <a:buClr>
          <a:schemeClr val="accent1"/>
        </a:buClr>
        <a:buSzPct val="50000"/>
        <a:buFont typeface="Monotype Sorts" pitchFamily="2" charset="2"/>
        <a:defRPr sz="22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50000"/>
        </a:spcBef>
        <a:spcAft>
          <a:spcPct val="10000"/>
        </a:spcAft>
        <a:buClr>
          <a:srgbClr val="0070C0"/>
        </a:buClr>
        <a:buSzPct val="75000"/>
        <a:buFont typeface="Wingdings" panose="05000000000000000000" pitchFamily="2" charset="2"/>
        <a:buChar char="l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50000"/>
        </a:spcBef>
        <a:spcAft>
          <a:spcPct val="10000"/>
        </a:spcAft>
        <a:buClr>
          <a:srgbClr val="0070C0"/>
        </a:buClr>
        <a:buSzPct val="75000"/>
        <a:buChar char="—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2" Type="http://schemas.openxmlformats.org/officeDocument/2006/relationships/slideLayout" Target="../slideLayouts/slideLayout7.xml"/><Relationship Id="rId51" Type="http://schemas.openxmlformats.org/officeDocument/2006/relationships/tags" Target="../tags/tag59.xml"/><Relationship Id="rId50" Type="http://schemas.openxmlformats.org/officeDocument/2006/relationships/tags" Target="../tags/tag58.xml"/><Relationship Id="rId5" Type="http://schemas.openxmlformats.org/officeDocument/2006/relationships/tags" Target="../tags/tag14.xml"/><Relationship Id="rId49" Type="http://schemas.openxmlformats.org/officeDocument/2006/relationships/image" Target="../media/image2.emf"/><Relationship Id="rId48" Type="http://schemas.openxmlformats.org/officeDocument/2006/relationships/tags" Target="../tags/tag57.xml"/><Relationship Id="rId47" Type="http://schemas.openxmlformats.org/officeDocument/2006/relationships/tags" Target="../tags/tag56.xml"/><Relationship Id="rId46" Type="http://schemas.openxmlformats.org/officeDocument/2006/relationships/tags" Target="../tags/tag55.xml"/><Relationship Id="rId45" Type="http://schemas.openxmlformats.org/officeDocument/2006/relationships/tags" Target="../tags/tag54.xml"/><Relationship Id="rId44" Type="http://schemas.openxmlformats.org/officeDocument/2006/relationships/tags" Target="../tags/tag53.xml"/><Relationship Id="rId43" Type="http://schemas.openxmlformats.org/officeDocument/2006/relationships/tags" Target="../tags/tag52.xml"/><Relationship Id="rId42" Type="http://schemas.openxmlformats.org/officeDocument/2006/relationships/tags" Target="../tags/tag51.xml"/><Relationship Id="rId41" Type="http://schemas.openxmlformats.org/officeDocument/2006/relationships/tags" Target="../tags/tag50.xml"/><Relationship Id="rId40" Type="http://schemas.openxmlformats.org/officeDocument/2006/relationships/tags" Target="../tags/tag49.xml"/><Relationship Id="rId4" Type="http://schemas.openxmlformats.org/officeDocument/2006/relationships/tags" Target="../tags/tag13.xml"/><Relationship Id="rId39" Type="http://schemas.openxmlformats.org/officeDocument/2006/relationships/tags" Target="../tags/tag48.xml"/><Relationship Id="rId38" Type="http://schemas.openxmlformats.org/officeDocument/2006/relationships/tags" Target="../tags/tag47.xml"/><Relationship Id="rId37" Type="http://schemas.openxmlformats.org/officeDocument/2006/relationships/tags" Target="../tags/tag46.xml"/><Relationship Id="rId36" Type="http://schemas.openxmlformats.org/officeDocument/2006/relationships/tags" Target="../tags/tag45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tags" Target="../tags/tag42.xml"/><Relationship Id="rId32" Type="http://schemas.openxmlformats.org/officeDocument/2006/relationships/tags" Target="../tags/tag41.xml"/><Relationship Id="rId31" Type="http://schemas.openxmlformats.org/officeDocument/2006/relationships/tags" Target="../tags/tag40.xml"/><Relationship Id="rId30" Type="http://schemas.openxmlformats.org/officeDocument/2006/relationships/tags" Target="../tags/tag39.xml"/><Relationship Id="rId3" Type="http://schemas.openxmlformats.org/officeDocument/2006/relationships/tags" Target="../tags/tag12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111.xml"/><Relationship Id="rId51" Type="http://schemas.openxmlformats.org/officeDocument/2006/relationships/tags" Target="../tags/tag110.xml"/><Relationship Id="rId50" Type="http://schemas.openxmlformats.org/officeDocument/2006/relationships/tags" Target="../tags/tag109.xml"/><Relationship Id="rId5" Type="http://schemas.openxmlformats.org/officeDocument/2006/relationships/tags" Target="../tags/tag64.xml"/><Relationship Id="rId49" Type="http://schemas.openxmlformats.org/officeDocument/2006/relationships/tags" Target="../tags/tag108.xml"/><Relationship Id="rId48" Type="http://schemas.openxmlformats.org/officeDocument/2006/relationships/tags" Target="../tags/tag107.xml"/><Relationship Id="rId47" Type="http://schemas.openxmlformats.org/officeDocument/2006/relationships/tags" Target="../tags/tag106.xml"/><Relationship Id="rId46" Type="http://schemas.openxmlformats.org/officeDocument/2006/relationships/tags" Target="../tags/tag105.xml"/><Relationship Id="rId45" Type="http://schemas.openxmlformats.org/officeDocument/2006/relationships/tags" Target="../tags/tag104.xml"/><Relationship Id="rId44" Type="http://schemas.openxmlformats.org/officeDocument/2006/relationships/tags" Target="../tags/tag103.xml"/><Relationship Id="rId43" Type="http://schemas.openxmlformats.org/officeDocument/2006/relationships/tags" Target="../tags/tag102.xml"/><Relationship Id="rId42" Type="http://schemas.openxmlformats.org/officeDocument/2006/relationships/tags" Target="../tags/tag101.xml"/><Relationship Id="rId41" Type="http://schemas.openxmlformats.org/officeDocument/2006/relationships/tags" Target="../tags/tag100.xml"/><Relationship Id="rId40" Type="http://schemas.openxmlformats.org/officeDocument/2006/relationships/tags" Target="../tags/tag99.xml"/><Relationship Id="rId4" Type="http://schemas.openxmlformats.org/officeDocument/2006/relationships/tags" Target="../tags/tag63.xml"/><Relationship Id="rId39" Type="http://schemas.openxmlformats.org/officeDocument/2006/relationships/tags" Target="../tags/tag98.xml"/><Relationship Id="rId38" Type="http://schemas.openxmlformats.org/officeDocument/2006/relationships/tags" Target="../tags/tag97.xml"/><Relationship Id="rId37" Type="http://schemas.openxmlformats.org/officeDocument/2006/relationships/tags" Target="../tags/tag96.xml"/><Relationship Id="rId36" Type="http://schemas.openxmlformats.org/officeDocument/2006/relationships/tags" Target="../tags/tag95.xml"/><Relationship Id="rId35" Type="http://schemas.openxmlformats.org/officeDocument/2006/relationships/tags" Target="../tags/tag94.xml"/><Relationship Id="rId34" Type="http://schemas.openxmlformats.org/officeDocument/2006/relationships/tags" Target="../tags/tag93.xml"/><Relationship Id="rId33" Type="http://schemas.openxmlformats.org/officeDocument/2006/relationships/tags" Target="../tags/tag92.xml"/><Relationship Id="rId32" Type="http://schemas.openxmlformats.org/officeDocument/2006/relationships/tags" Target="../tags/tag91.xml"/><Relationship Id="rId31" Type="http://schemas.openxmlformats.org/officeDocument/2006/relationships/tags" Target="../tags/tag90.xml"/><Relationship Id="rId30" Type="http://schemas.openxmlformats.org/officeDocument/2006/relationships/tags" Target="../tags/tag89.xml"/><Relationship Id="rId3" Type="http://schemas.openxmlformats.org/officeDocument/2006/relationships/tags" Target="../tags/tag62.xml"/><Relationship Id="rId29" Type="http://schemas.openxmlformats.org/officeDocument/2006/relationships/tags" Target="../tags/tag88.xml"/><Relationship Id="rId28" Type="http://schemas.openxmlformats.org/officeDocument/2006/relationships/tags" Target="../tags/tag87.xml"/><Relationship Id="rId27" Type="http://schemas.openxmlformats.org/officeDocument/2006/relationships/tags" Target="../tags/tag86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1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5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0" Type="http://schemas.openxmlformats.org/officeDocument/2006/relationships/slideLayout" Target="../slideLayouts/slideLayout7.xml"/><Relationship Id="rId7" Type="http://schemas.openxmlformats.org/officeDocument/2006/relationships/tags" Target="../tags/tag184.xml"/><Relationship Id="rId69" Type="http://schemas.openxmlformats.org/officeDocument/2006/relationships/tags" Target="../tags/tag246.xml"/><Relationship Id="rId68" Type="http://schemas.openxmlformats.org/officeDocument/2006/relationships/tags" Target="../tags/tag245.xml"/><Relationship Id="rId67" Type="http://schemas.openxmlformats.org/officeDocument/2006/relationships/tags" Target="../tags/tag244.xml"/><Relationship Id="rId66" Type="http://schemas.openxmlformats.org/officeDocument/2006/relationships/tags" Target="../tags/tag243.xml"/><Relationship Id="rId65" Type="http://schemas.openxmlformats.org/officeDocument/2006/relationships/tags" Target="../tags/tag242.xml"/><Relationship Id="rId64" Type="http://schemas.openxmlformats.org/officeDocument/2006/relationships/tags" Target="../tags/tag241.xml"/><Relationship Id="rId63" Type="http://schemas.openxmlformats.org/officeDocument/2006/relationships/tags" Target="../tags/tag240.xml"/><Relationship Id="rId62" Type="http://schemas.openxmlformats.org/officeDocument/2006/relationships/tags" Target="../tags/tag239.xml"/><Relationship Id="rId61" Type="http://schemas.openxmlformats.org/officeDocument/2006/relationships/tags" Target="../tags/tag238.xml"/><Relationship Id="rId60" Type="http://schemas.openxmlformats.org/officeDocument/2006/relationships/tags" Target="../tags/tag237.xml"/><Relationship Id="rId6" Type="http://schemas.openxmlformats.org/officeDocument/2006/relationships/tags" Target="../tags/tag183.xml"/><Relationship Id="rId59" Type="http://schemas.openxmlformats.org/officeDocument/2006/relationships/tags" Target="../tags/tag236.xml"/><Relationship Id="rId58" Type="http://schemas.openxmlformats.org/officeDocument/2006/relationships/tags" Target="../tags/tag235.xml"/><Relationship Id="rId57" Type="http://schemas.openxmlformats.org/officeDocument/2006/relationships/tags" Target="../tags/tag234.xml"/><Relationship Id="rId56" Type="http://schemas.openxmlformats.org/officeDocument/2006/relationships/tags" Target="../tags/tag233.xml"/><Relationship Id="rId55" Type="http://schemas.openxmlformats.org/officeDocument/2006/relationships/tags" Target="../tags/tag232.xml"/><Relationship Id="rId54" Type="http://schemas.openxmlformats.org/officeDocument/2006/relationships/tags" Target="../tags/tag231.xml"/><Relationship Id="rId53" Type="http://schemas.openxmlformats.org/officeDocument/2006/relationships/tags" Target="../tags/tag230.xml"/><Relationship Id="rId52" Type="http://schemas.openxmlformats.org/officeDocument/2006/relationships/tags" Target="../tags/tag229.xml"/><Relationship Id="rId51" Type="http://schemas.openxmlformats.org/officeDocument/2006/relationships/tags" Target="../tags/tag228.xml"/><Relationship Id="rId50" Type="http://schemas.openxmlformats.org/officeDocument/2006/relationships/tags" Target="../tags/tag227.xml"/><Relationship Id="rId5" Type="http://schemas.openxmlformats.org/officeDocument/2006/relationships/tags" Target="../tags/tag182.xml"/><Relationship Id="rId49" Type="http://schemas.openxmlformats.org/officeDocument/2006/relationships/tags" Target="../tags/tag226.xml"/><Relationship Id="rId48" Type="http://schemas.openxmlformats.org/officeDocument/2006/relationships/tags" Target="../tags/tag225.xml"/><Relationship Id="rId47" Type="http://schemas.openxmlformats.org/officeDocument/2006/relationships/tags" Target="../tags/tag224.xml"/><Relationship Id="rId46" Type="http://schemas.openxmlformats.org/officeDocument/2006/relationships/tags" Target="../tags/tag223.xml"/><Relationship Id="rId45" Type="http://schemas.openxmlformats.org/officeDocument/2006/relationships/tags" Target="../tags/tag222.xml"/><Relationship Id="rId44" Type="http://schemas.openxmlformats.org/officeDocument/2006/relationships/tags" Target="../tags/tag221.xml"/><Relationship Id="rId43" Type="http://schemas.openxmlformats.org/officeDocument/2006/relationships/tags" Target="../tags/tag220.xml"/><Relationship Id="rId42" Type="http://schemas.openxmlformats.org/officeDocument/2006/relationships/tags" Target="../tags/tag219.xml"/><Relationship Id="rId41" Type="http://schemas.openxmlformats.org/officeDocument/2006/relationships/tags" Target="../tags/tag218.xml"/><Relationship Id="rId40" Type="http://schemas.openxmlformats.org/officeDocument/2006/relationships/tags" Target="../tags/tag217.xml"/><Relationship Id="rId4" Type="http://schemas.openxmlformats.org/officeDocument/2006/relationships/tags" Target="../tags/tag181.xml"/><Relationship Id="rId39" Type="http://schemas.openxmlformats.org/officeDocument/2006/relationships/tags" Target="../tags/tag216.xml"/><Relationship Id="rId38" Type="http://schemas.openxmlformats.org/officeDocument/2006/relationships/tags" Target="../tags/tag215.xml"/><Relationship Id="rId37" Type="http://schemas.openxmlformats.org/officeDocument/2006/relationships/tags" Target="../tags/tag214.xml"/><Relationship Id="rId36" Type="http://schemas.openxmlformats.org/officeDocument/2006/relationships/tags" Target="../tags/tag213.xml"/><Relationship Id="rId35" Type="http://schemas.openxmlformats.org/officeDocument/2006/relationships/tags" Target="../tags/tag212.xml"/><Relationship Id="rId34" Type="http://schemas.openxmlformats.org/officeDocument/2006/relationships/tags" Target="../tags/tag211.xml"/><Relationship Id="rId33" Type="http://schemas.openxmlformats.org/officeDocument/2006/relationships/tags" Target="../tags/tag210.xml"/><Relationship Id="rId32" Type="http://schemas.openxmlformats.org/officeDocument/2006/relationships/tags" Target="../tags/tag209.xml"/><Relationship Id="rId31" Type="http://schemas.openxmlformats.org/officeDocument/2006/relationships/tags" Target="../tags/tag208.xml"/><Relationship Id="rId30" Type="http://schemas.openxmlformats.org/officeDocument/2006/relationships/tags" Target="../tags/tag207.xml"/><Relationship Id="rId3" Type="http://schemas.openxmlformats.org/officeDocument/2006/relationships/tags" Target="../tags/tag180.xml"/><Relationship Id="rId29" Type="http://schemas.openxmlformats.org/officeDocument/2006/relationships/tags" Target="../tags/tag206.xml"/><Relationship Id="rId28" Type="http://schemas.openxmlformats.org/officeDocument/2006/relationships/tags" Target="../tags/tag205.xml"/><Relationship Id="rId27" Type="http://schemas.openxmlformats.org/officeDocument/2006/relationships/tags" Target="../tags/tag204.xml"/><Relationship Id="rId26" Type="http://schemas.openxmlformats.org/officeDocument/2006/relationships/tags" Target="../tags/tag203.xml"/><Relationship Id="rId25" Type="http://schemas.openxmlformats.org/officeDocument/2006/relationships/tags" Target="../tags/tag202.xml"/><Relationship Id="rId24" Type="http://schemas.openxmlformats.org/officeDocument/2006/relationships/tags" Target="../tags/tag201.xml"/><Relationship Id="rId23" Type="http://schemas.openxmlformats.org/officeDocument/2006/relationships/tags" Target="../tags/tag200.xml"/><Relationship Id="rId22" Type="http://schemas.openxmlformats.org/officeDocument/2006/relationships/tags" Target="../tags/tag199.xml"/><Relationship Id="rId21" Type="http://schemas.openxmlformats.org/officeDocument/2006/relationships/tags" Target="../tags/tag198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1" Type="http://schemas.openxmlformats.org/officeDocument/2006/relationships/notesSlide" Target="../notesSlides/notesSlide6.xml"/><Relationship Id="rId10" Type="http://schemas.openxmlformats.org/officeDocument/2006/relationships/vmlDrawing" Target="../drawings/vmlDrawing3.vml"/><Relationship Id="rId1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414338" y="2781300"/>
            <a:ext cx="6048375" cy="431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247650" y="357411"/>
            <a:ext cx="5969000" cy="69532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内容提纲</a:t>
            </a:r>
            <a:endParaRPr lang="zh-CN" altLang="en-US" dirty="0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0550" y="1476375"/>
            <a:ext cx="9058275" cy="4619625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609600" indent="-609600"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企业业务架构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业务能力（</a:t>
            </a:r>
            <a:r>
              <a:rPr lang="en-US" altLang="zh-CN" sz="1600" dirty="0">
                <a:ea typeface="宋体" panose="02010600030101010101" pitchFamily="2" charset="-122"/>
              </a:rPr>
              <a:t>CBM</a:t>
            </a:r>
            <a:r>
              <a:rPr lang="zh-CN" altLang="en-US" sz="1600" dirty="0">
                <a:ea typeface="宋体" panose="02010600030101010101" pitchFamily="2" charset="-122"/>
              </a:rPr>
              <a:t>）设计和热点图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业务流程设计和优化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业务能力图设计和总结（</a:t>
            </a:r>
            <a:r>
              <a:rPr lang="en-US" altLang="zh-CN" sz="1600" dirty="0">
                <a:ea typeface="宋体" panose="02010600030101010101" pitchFamily="2" charset="-122"/>
              </a:rPr>
              <a:t>30</a:t>
            </a:r>
            <a:r>
              <a:rPr lang="zh-CN" altLang="en-US" sz="1600" dirty="0">
                <a:ea typeface="宋体" panose="02010600030101010101" pitchFamily="2" charset="-122"/>
              </a:rPr>
              <a:t>分钟）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内外包</a:t>
            </a:r>
            <a:r>
              <a:rPr lang="en-US" altLang="zh-CN" sz="1600" dirty="0"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ea typeface="宋体" panose="02010600030101010101" pitchFamily="2" charset="-122"/>
              </a:rPr>
              <a:t>共享模型设计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990600" lvl="1" indent="-533400"/>
            <a:r>
              <a:rPr lang="zh-CN" altLang="en-US" sz="1600" dirty="0">
                <a:ea typeface="宋体" panose="02010600030101010101" pitchFamily="2" charset="-122"/>
              </a:rPr>
              <a:t>集团管控模式，组织架构和绩效设计</a:t>
            </a:r>
            <a:r>
              <a:rPr lang="zh-CN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endParaRPr lang="zh-CN" altLang="en-US" sz="2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990600" lvl="1" indent="-533400">
              <a:buClr>
                <a:srgbClr val="D0A66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endParaRPr lang="zh-CN" altLang="en-US" sz="20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990600" lvl="1" indent="-533400">
              <a:buFont typeface="Wingdings" panose="05000000000000000000" pitchFamily="2" charset="2"/>
              <a:buNone/>
            </a:pPr>
            <a:endParaRPr lang="zh-CN" altLang="en-US" sz="1600" dirty="0">
              <a:ea typeface="宋体" panose="02010600030101010101" pitchFamily="2" charset="-122"/>
            </a:endParaRPr>
          </a:p>
          <a:p>
            <a:pPr marL="609600" indent="-609600">
              <a:buFontTx/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42900" y="529764"/>
            <a:ext cx="7638474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流程框架（高阶流程）的意义与关键要素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14055" y="1617400"/>
            <a:ext cx="7764171" cy="4681814"/>
            <a:chOff x="388762" y="977434"/>
            <a:chExt cx="8371337" cy="5398611"/>
          </a:xfrm>
        </p:grpSpPr>
        <p:sp>
          <p:nvSpPr>
            <p:cNvPr id="36" name="AutoShap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88762" y="977434"/>
              <a:ext cx="3046920" cy="5398611"/>
            </a:xfrm>
            <a:prstGeom prst="homePlate">
              <a:avLst>
                <a:gd name="adj" fmla="val 1003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681898" y="1137790"/>
              <a:ext cx="4904877" cy="52382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  <a:defRPr/>
              </a:pPr>
              <a:r>
                <a:rPr lang="zh-CN" altLang="en-US" sz="1485" b="1" kern="0" dirty="0">
                  <a:solidFill>
                    <a:srgbClr val="0029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好的流程框架的</a:t>
              </a:r>
              <a:r>
                <a:rPr lang="en-US" altLang="en-US" sz="1485" b="1" kern="0" dirty="0">
                  <a:solidFill>
                    <a:srgbClr val="0029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关键要素</a:t>
              </a:r>
              <a:endParaRPr lang="zh-CN" altLang="en-US" sz="1485" b="1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Clr>
                  <a:srgbClr val="002960"/>
                </a:buClr>
                <a:defRPr/>
              </a:pPr>
              <a:endParaRPr lang="zh-CN" altLang="en-US" sz="1485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业务覆盖全面：</a:t>
              </a: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2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覆盖企业运营的不同层次（如总部、分子公司）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2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覆盖业务运营的不同领域（如业务价值链、管理管控职能）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体系结构严谨：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如流程模块之间有必要的层级与逻辑关系，流程模块之间全覆盖而没有交集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反映业务逻辑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2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价值链的业务总体顺序与关系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2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运营领域内的生命周期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2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业务开展的逻辑方法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体现业务差异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：对于业务价值链流程，各种业务场景模式下需要不同的业务能力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流程模块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Rectangle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44267" y="1137789"/>
              <a:ext cx="2523711" cy="473937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  <a:defRPr/>
              </a:pPr>
              <a:r>
                <a:rPr lang="zh-CN" altLang="en-US" sz="1485" b="1" kern="0" dirty="0">
                  <a:solidFill>
                    <a:srgbClr val="0029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流程框架的意义</a:t>
              </a:r>
              <a:endParaRPr lang="zh-CN" altLang="en-US" sz="1485" b="1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Clr>
                  <a:srgbClr val="002960"/>
                </a:buClr>
                <a:defRPr/>
              </a:pPr>
              <a:endParaRPr lang="zh-CN" altLang="en-US" sz="1485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对业务：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结构化蓝图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，指导流程体系梳理诊断、聚焦流程优化重点、并帮助定义运营标准化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集约化的分布与程度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对组织：指导组织架构设计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，即先定义“干什么”、再定义“由谁干”，帮助企业建立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流程化组织</a:t>
              </a: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endParaRPr lang="en-US" altLang="zh-CN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en-US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对IT架构的建设提供关键指导</a:t>
              </a:r>
              <a:r>
                <a:rPr lang="zh-CN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，尤其是应用系统架构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AA)</a:t>
              </a:r>
              <a:r>
                <a:rPr lang="zh-CN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及数据架构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DA)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，即先定义“干什么”、再定义“有哪些数据支持和系统支持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539353" y="977434"/>
              <a:ext cx="5220746" cy="5398611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8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544267" y="1510330"/>
              <a:ext cx="25237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681898" y="1510330"/>
              <a:ext cx="49048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67596" y="600670"/>
            <a:ext cx="8496944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流程框架 </a:t>
            </a:r>
            <a:r>
              <a:rPr lang="en-US" altLang="zh-CN" dirty="0"/>
              <a:t>vs. </a:t>
            </a:r>
            <a:r>
              <a:rPr lang="zh-CN" altLang="en-US" dirty="0"/>
              <a:t>详细流程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36041" y="1490879"/>
            <a:ext cx="7952556" cy="4674425"/>
            <a:chOff x="246216" y="1268760"/>
            <a:chExt cx="8567337" cy="5035787"/>
          </a:xfrm>
        </p:grpSpPr>
        <p:sp>
          <p:nvSpPr>
            <p:cNvPr id="6" name="Rectangle 3"/>
            <p:cNvSpPr txBox="1">
              <a:spLocks noChangeArrowheads="1"/>
            </p:cNvSpPr>
            <p:nvPr/>
          </p:nvSpPr>
          <p:spPr bwMode="auto">
            <a:xfrm>
              <a:off x="1863472" y="1268760"/>
              <a:ext cx="2750489" cy="7386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高阶</a:t>
              </a:r>
              <a:r>
                <a:rPr lang="zh-CN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buClr>
                  <a:srgbClr val="002960"/>
                </a:buClr>
                <a:defRPr/>
              </a:pPr>
              <a:r>
                <a:rPr lang="en-US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(1-4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级流程</a:t>
              </a:r>
              <a:r>
                <a:rPr lang="en-US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Rectangle 4"/>
            <p:cNvSpPr txBox="1">
              <a:spLocks noChangeArrowheads="1"/>
            </p:cNvSpPr>
            <p:nvPr/>
          </p:nvSpPr>
          <p:spPr bwMode="auto">
            <a:xfrm>
              <a:off x="5667823" y="1268760"/>
              <a:ext cx="2750489" cy="73860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详细流程</a:t>
              </a: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buClr>
                  <a:srgbClr val="002960"/>
                </a:buClr>
                <a:defRPr/>
              </a:pPr>
              <a:r>
                <a:rPr lang="en-US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(5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级流程</a:t>
              </a:r>
              <a:r>
                <a:rPr lang="en-US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en-US" altLang="zh-CN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Rectangle 5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>
              <a:off x="246216" y="3230271"/>
              <a:ext cx="1143607" cy="6527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246216" y="4309021"/>
              <a:ext cx="1143607" cy="6527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特点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7"/>
            <p:cNvSpPr txBox="1">
              <a:spLocks noChangeArrowheads="1"/>
            </p:cNvSpPr>
            <p:nvPr/>
          </p:nvSpPr>
          <p:spPr bwMode="auto">
            <a:xfrm>
              <a:off x="1662610" y="3230271"/>
              <a:ext cx="3604146" cy="4988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组成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流程框架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，指导具体流程的建设与设置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8"/>
            <p:cNvSpPr txBox="1">
              <a:spLocks noChangeArrowheads="1"/>
            </p:cNvSpPr>
            <p:nvPr/>
          </p:nvSpPr>
          <p:spPr bwMode="auto">
            <a:xfrm>
              <a:off x="5475061" y="3230271"/>
              <a:ext cx="3338492" cy="4988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作为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行动手册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，具体指导日常运营的过程</a:t>
              </a:r>
              <a:endParaRPr lang="en-US" altLang="zh-CN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9"/>
            <p:cNvSpPr txBox="1">
              <a:spLocks noChangeArrowheads="1"/>
            </p:cNvSpPr>
            <p:nvPr/>
          </p:nvSpPr>
          <p:spPr bwMode="auto">
            <a:xfrm>
              <a:off x="1662610" y="4309021"/>
              <a:ext cx="3604146" cy="19955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对业务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覆盖全面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结构严谨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：流程模块有必要的层级与逻辑关系，而全覆盖没有交集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反映业务逻辑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不直接体现现有组织架构与职责划分，但有指导意义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具有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流程业务目的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输入、输出、关键业务控制点、业务逻辑等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246216" y="2203353"/>
              <a:ext cx="1143607" cy="6527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ctr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1"/>
            <p:cNvSpPr txBox="1">
              <a:spLocks noChangeArrowheads="1"/>
            </p:cNvSpPr>
            <p:nvPr/>
          </p:nvSpPr>
          <p:spPr bwMode="auto">
            <a:xfrm>
              <a:off x="1662610" y="2154761"/>
              <a:ext cx="3604146" cy="4988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上的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工作模块</a:t>
              </a:r>
              <a:endPara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主要回答“干什么”的问题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2"/>
            <p:cNvSpPr txBox="1">
              <a:spLocks noChangeArrowheads="1"/>
            </p:cNvSpPr>
            <p:nvPr/>
          </p:nvSpPr>
          <p:spPr bwMode="auto">
            <a:xfrm>
              <a:off x="5475061" y="2154761"/>
              <a:ext cx="3338492" cy="7483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工作模块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操作方式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具体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主要回答“怎么干、谁来干、什么时候干、用什么干”的问题</a:t>
              </a:r>
              <a:endPara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3"/>
            <p:cNvSpPr txBox="1">
              <a:spLocks noChangeArrowheads="1"/>
            </p:cNvSpPr>
            <p:nvPr/>
          </p:nvSpPr>
          <p:spPr bwMode="auto">
            <a:xfrm>
              <a:off x="5475061" y="4309021"/>
              <a:ext cx="3338492" cy="12472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对高阶流程的细化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根据详细流程的范围，对应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不同层级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的流程模块</a:t>
              </a:r>
              <a:endParaRPr lang="en-US" altLang="zh-CN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1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本身是一个流程图，具有具体的工作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职责</a:t>
              </a: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定义，可作为</a:t>
              </a:r>
              <a:r>
                <a:rPr lang="en-US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SOP</a:t>
              </a:r>
              <a:endParaRPr lang="zh-CN" altLang="en-US" sz="148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553428" y="3039141"/>
              <a:ext cx="7260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527511" y="4142188"/>
              <a:ext cx="7260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81095" y="541623"/>
            <a:ext cx="9290027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参考通用框架建立五级（</a:t>
            </a:r>
            <a:r>
              <a:rPr lang="en-US" altLang="zh-CN" dirty="0"/>
              <a:t>L1-L5</a:t>
            </a:r>
            <a:r>
              <a:rPr lang="zh-CN" altLang="en-US" dirty="0"/>
              <a:t>）流程体系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20" name="Rectangle 2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70949" y="2011499"/>
            <a:ext cx="1785835" cy="6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lvl="1" fontAlgn="base">
              <a:spcBef>
                <a:spcPct val="0"/>
              </a:spcBef>
              <a:defRPr/>
            </a:pP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块：业务子流程</a:t>
            </a:r>
            <a:endParaRPr lang="en-US" altLang="zh-CN" sz="102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ct val="0"/>
              </a:spcBef>
              <a:defRPr/>
            </a:pP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为实现运营模式，所需要的业务子流程，包括能力与业务活动（不涉及</a:t>
            </a:r>
            <a:r>
              <a:rPr lang="zh-CN" altLang="zh-CN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系统）</a:t>
            </a:r>
            <a:endParaRPr lang="en-US" altLang="zh-CN" sz="102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2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75518" y="2011499"/>
            <a:ext cx="1458910" cy="6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lvl="1" fontAlgn="base">
              <a:spcBef>
                <a:spcPct val="0"/>
              </a:spcBef>
              <a:defRPr/>
            </a:pP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段：部门级运作流程</a:t>
            </a:r>
            <a:endParaRPr lang="en-US" altLang="zh-CN" sz="102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ct val="0"/>
              </a:spcBef>
              <a:defRPr/>
            </a:pP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运营模式层面的业务流程，展示部门和业务领域的职责和流程</a:t>
            </a:r>
            <a:endParaRPr lang="zh-CN" altLang="en-US" sz="102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696336" y="2011499"/>
            <a:ext cx="1458910" cy="6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lvl="1" fontAlgn="base">
              <a:spcBef>
                <a:spcPct val="0"/>
              </a:spcBef>
              <a:defRPr/>
            </a:pP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线：任务级工作流</a:t>
            </a:r>
            <a:endParaRPr lang="en-US" altLang="zh-CN" sz="102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ct val="0"/>
              </a:spcBef>
              <a:defRPr/>
            </a:pP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描述业务与</a:t>
            </a:r>
            <a:r>
              <a:rPr lang="en-US" altLang="zh-CN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系统的交互过程</a:t>
            </a:r>
            <a:r>
              <a:rPr lang="en-US" altLang="zh-CN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工作流（可以结合特定</a:t>
            </a:r>
            <a:r>
              <a:rPr lang="en-US" altLang="zh-CN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系统）</a:t>
            </a:r>
            <a:endParaRPr lang="en-US" altLang="zh-CN" sz="102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3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252985" y="2011499"/>
            <a:ext cx="1633366" cy="6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lvl="1" fontAlgn="base">
              <a:spcBef>
                <a:spcPct val="0"/>
              </a:spcBef>
              <a:defRPr/>
            </a:pP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点：业务</a:t>
            </a:r>
            <a:r>
              <a:rPr lang="en-US" altLang="zh-CN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系统操作级</a:t>
            </a:r>
            <a:endParaRPr lang="en-US" altLang="zh-CN" sz="102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ct val="0"/>
              </a:spcBef>
              <a:defRPr/>
            </a:pP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详细操作流程和规范，包括特定</a:t>
            </a:r>
            <a:r>
              <a:rPr lang="en-US" altLang="zh-CN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系统操作，保证操作的准确性和一致性</a:t>
            </a:r>
            <a:endParaRPr lang="zh-CN" altLang="en-US" sz="102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18"/>
          <p:cNvSpPr>
            <a:spLocks noChangeShapeType="1"/>
          </p:cNvSpPr>
          <p:nvPr>
            <p:custDataLst>
              <p:tags r:id="rId5"/>
            </p:custDataLst>
          </p:nvPr>
        </p:nvSpPr>
        <p:spPr bwMode="gray">
          <a:xfrm rot="5400000" flipH="1" flipV="1">
            <a:off x="5154473" y="-2189554"/>
            <a:ext cx="1" cy="7432028"/>
          </a:xfrm>
          <a:prstGeom prst="line">
            <a:avLst/>
          </a:prstGeom>
          <a:noFill/>
          <a:ln w="57150">
            <a:solidFill>
              <a:srgbClr val="00296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25907" y="1301499"/>
            <a:ext cx="821508" cy="49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58944" tIns="0" rIns="58944" bIns="0" anchor="ctr"/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defRPr/>
            </a:pPr>
            <a:r>
              <a:rPr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级流程</a:t>
            </a:r>
            <a:endParaRPr lang="zh-CN" altLang="en-US" sz="1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17576" y="1301499"/>
            <a:ext cx="821508" cy="49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58944" tIns="0" rIns="58944" bIns="0" anchor="ctr"/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defRPr/>
            </a:pPr>
            <a:r>
              <a:rPr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级流程</a:t>
            </a:r>
            <a:endParaRPr lang="zh-CN" altLang="en-US" sz="1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901969" y="1301499"/>
            <a:ext cx="821508" cy="49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58944" tIns="0" rIns="58944" bIns="0" anchor="ctr"/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defRPr/>
            </a:pPr>
            <a:r>
              <a:rPr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级流程</a:t>
            </a:r>
            <a:endParaRPr lang="zh-CN" altLang="en-US" sz="1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416608" y="1301499"/>
            <a:ext cx="821508" cy="49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58944" tIns="0" rIns="58944" bIns="0" anchor="ctr"/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defRPr/>
            </a:pPr>
            <a:r>
              <a:rPr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级流程</a:t>
            </a:r>
            <a:endParaRPr lang="zh-CN" altLang="en-US" sz="1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Group 17"/>
          <p:cNvGrpSpPr/>
          <p:nvPr/>
        </p:nvGrpSpPr>
        <p:grpSpPr>
          <a:xfrm>
            <a:off x="1021093" y="2772723"/>
            <a:ext cx="627411" cy="2672501"/>
            <a:chOff x="337842" y="2592945"/>
            <a:chExt cx="675914" cy="2762819"/>
          </a:xfrm>
        </p:grpSpPr>
        <p:grpSp>
          <p:nvGrpSpPr>
            <p:cNvPr id="72" name="Group 256"/>
            <p:cNvGrpSpPr/>
            <p:nvPr>
              <p:custDataLst>
                <p:tags r:id="rId10"/>
              </p:custDataLst>
            </p:nvPr>
          </p:nvGrpSpPr>
          <p:grpSpPr>
            <a:xfrm>
              <a:off x="337842" y="4045752"/>
              <a:ext cx="675912" cy="480489"/>
              <a:chOff x="447501" y="2739831"/>
              <a:chExt cx="908730" cy="1834286"/>
            </a:xfrm>
          </p:grpSpPr>
          <p:sp>
            <p:nvSpPr>
              <p:cNvPr id="85" name="AutoShape 18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gray">
              <a:xfrm rot="5400000">
                <a:off x="-15277" y="3202609"/>
                <a:ext cx="1834286" cy="908730"/>
              </a:xfrm>
              <a:prstGeom prst="chevron">
                <a:avLst>
                  <a:gd name="adj" fmla="val 17105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Rectangle 19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gray">
              <a:xfrm>
                <a:off x="464594" y="3825462"/>
                <a:ext cx="874546" cy="4509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售后支持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3" name="Rectangle 21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gray">
            <a:xfrm>
              <a:off x="337842" y="4611196"/>
              <a:ext cx="675912" cy="286796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4" name="Group 58"/>
            <p:cNvGrpSpPr/>
            <p:nvPr>
              <p:custDataLst>
                <p:tags r:id="rId14"/>
              </p:custDataLst>
            </p:nvPr>
          </p:nvGrpSpPr>
          <p:grpSpPr>
            <a:xfrm>
              <a:off x="337842" y="2592945"/>
              <a:ext cx="675912" cy="769620"/>
              <a:chOff x="447500" y="1326271"/>
              <a:chExt cx="908730" cy="584099"/>
            </a:xfrm>
          </p:grpSpPr>
          <p:sp>
            <p:nvSpPr>
              <p:cNvPr id="83" name="AutoShape 12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 rot="5400000">
                <a:off x="609815" y="1163956"/>
                <a:ext cx="584099" cy="908730"/>
              </a:xfrm>
              <a:prstGeom prst="homePlate">
                <a:avLst>
                  <a:gd name="adj" fmla="val 32158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zh-CN" alt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Rectangle 15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464593" y="1508635"/>
                <a:ext cx="874546" cy="896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产品研发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75"/>
            <p:cNvGrpSpPr/>
            <p:nvPr>
              <p:custDataLst>
                <p:tags r:id="rId17"/>
              </p:custDataLst>
            </p:nvPr>
          </p:nvGrpSpPr>
          <p:grpSpPr>
            <a:xfrm>
              <a:off x="337842" y="3675986"/>
              <a:ext cx="675912" cy="570298"/>
              <a:chOff x="447501" y="2739831"/>
              <a:chExt cx="908730" cy="1834286"/>
            </a:xfrm>
          </p:grpSpPr>
          <p:sp>
            <p:nvSpPr>
              <p:cNvPr id="81" name="AutoShape 18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gray">
              <a:xfrm rot="5400000">
                <a:off x="-15277" y="3202609"/>
                <a:ext cx="1834286" cy="908730"/>
              </a:xfrm>
              <a:prstGeom prst="chevron">
                <a:avLst>
                  <a:gd name="adj" fmla="val 17105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Rectangle 19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464594" y="3518473"/>
                <a:ext cx="874546" cy="3799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供应链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6" name="Rectangle 2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gray">
            <a:xfrm>
              <a:off x="337842" y="4953773"/>
              <a:ext cx="675912" cy="242164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gray">
            <a:xfrm>
              <a:off x="337842" y="5251717"/>
              <a:ext cx="675912" cy="104047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8" name="Group 72"/>
            <p:cNvGrpSpPr/>
            <p:nvPr>
              <p:custDataLst>
                <p:tags r:id="rId22"/>
              </p:custDataLst>
            </p:nvPr>
          </p:nvGrpSpPr>
          <p:grpSpPr>
            <a:xfrm>
              <a:off x="337844" y="3066754"/>
              <a:ext cx="675912" cy="730547"/>
              <a:chOff x="447503" y="1660284"/>
              <a:chExt cx="908730" cy="1227432"/>
            </a:xfrm>
          </p:grpSpPr>
          <p:sp>
            <p:nvSpPr>
              <p:cNvPr id="79" name="AutoShape 13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gray">
              <a:xfrm rot="5400000">
                <a:off x="288152" y="1819635"/>
                <a:ext cx="1227432" cy="908730"/>
              </a:xfrm>
              <a:prstGeom prst="chevron">
                <a:avLst>
                  <a:gd name="adj" fmla="val 17301"/>
                </a:avLst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Rectangle 15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gray">
              <a:xfrm>
                <a:off x="464591" y="2157292"/>
                <a:ext cx="874546" cy="19846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市场营销</a:t>
                </a:r>
                <a:endParaRPr lang="en-US" altLang="zh-CN" sz="74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0" name="Line 21"/>
          <p:cNvSpPr>
            <a:spLocks noChangeShapeType="1"/>
          </p:cNvSpPr>
          <p:nvPr/>
        </p:nvSpPr>
        <p:spPr bwMode="auto">
          <a:xfrm flipV="1">
            <a:off x="1636702" y="2796385"/>
            <a:ext cx="359195" cy="434658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1654855" y="3840092"/>
            <a:ext cx="341042" cy="1605132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13"/>
          <p:cNvSpPr>
            <a:spLocks noChangeArrowheads="1"/>
          </p:cNvSpPr>
          <p:nvPr>
            <p:custDataLst>
              <p:tags r:id="rId25"/>
            </p:custDataLst>
          </p:nvPr>
        </p:nvSpPr>
        <p:spPr bwMode="gray">
          <a:xfrm rot="5400000">
            <a:off x="1010967" y="4018170"/>
            <a:ext cx="2430288" cy="285493"/>
          </a:xfrm>
          <a:prstGeom prst="chevron">
            <a:avLst>
              <a:gd name="adj" fmla="val 17301"/>
            </a:avLst>
          </a:prstGeom>
          <a:solidFill>
            <a:srgbClr val="FFFFFF"/>
          </a:solidFill>
          <a:ln w="19050">
            <a:solidFill>
              <a:srgbClr val="91B0FF"/>
            </a:solidFill>
            <a:miter lim="800000"/>
          </a:ln>
        </p:spPr>
        <p:txBody>
          <a:bodyPr rot="10800000" vert="eaVert" wrap="none" lIns="0" tIns="0" rIns="0" bIns="0" anchor="ctr"/>
          <a:lstStyle/>
          <a:p>
            <a:pPr algn="ctr" defTabSz="847725">
              <a:defRPr/>
            </a:pPr>
            <a:endParaRPr lang="en-US" sz="74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15"/>
          <p:cNvSpPr>
            <a:spLocks noChangeArrowheads="1"/>
          </p:cNvSpPr>
          <p:nvPr>
            <p:custDataLst>
              <p:tags r:id="rId26"/>
            </p:custDataLst>
          </p:nvPr>
        </p:nvSpPr>
        <p:spPr bwMode="gray">
          <a:xfrm>
            <a:off x="2088735" y="3951905"/>
            <a:ext cx="274753" cy="228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 defTabSz="730250">
              <a:buClr>
                <a:srgbClr val="000000"/>
              </a:buClr>
            </a:pPr>
            <a:r>
              <a:rPr lang="zh-CN" altLang="en-US" sz="74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endParaRPr lang="en-US" altLang="zh-CN" sz="74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730250">
              <a:buClr>
                <a:srgbClr val="000000"/>
              </a:buClr>
            </a:pPr>
            <a:r>
              <a:rPr lang="zh-CN" altLang="en-US" sz="74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</a:t>
            </a:r>
            <a:endParaRPr lang="en-US" altLang="zh-CN" sz="74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7"/>
          <p:cNvSpPr>
            <a:spLocks noChangeArrowheads="1"/>
          </p:cNvSpPr>
          <p:nvPr>
            <p:custDataLst>
              <p:tags r:id="rId27"/>
            </p:custDataLst>
          </p:nvPr>
        </p:nvSpPr>
        <p:spPr bwMode="gray">
          <a:xfrm>
            <a:off x="2435842" y="4173173"/>
            <a:ext cx="453392" cy="1202881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i="1" kern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销售规划</a:t>
            </a:r>
            <a:endParaRPr lang="zh-CN" altLang="en-US" sz="740" i="1" kern="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7"/>
          <p:cNvSpPr>
            <a:spLocks noChangeArrowheads="1"/>
          </p:cNvSpPr>
          <p:nvPr>
            <p:custDataLst>
              <p:tags r:id="rId28"/>
            </p:custDataLst>
          </p:nvPr>
        </p:nvSpPr>
        <p:spPr bwMode="gray">
          <a:xfrm>
            <a:off x="2435842" y="2914900"/>
            <a:ext cx="453392" cy="588461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i="1" kern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市场规划</a:t>
            </a:r>
            <a:endParaRPr lang="zh-CN" altLang="en-US" sz="740" i="1" kern="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ectangle 37"/>
          <p:cNvSpPr>
            <a:spLocks noChangeArrowheads="1"/>
          </p:cNvSpPr>
          <p:nvPr>
            <p:custDataLst>
              <p:tags r:id="rId29"/>
            </p:custDataLst>
          </p:nvPr>
        </p:nvSpPr>
        <p:spPr bwMode="gray">
          <a:xfrm>
            <a:off x="2435842" y="3545863"/>
            <a:ext cx="453392" cy="588461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i="1" kern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客户规划</a:t>
            </a:r>
            <a:endParaRPr lang="zh-CN" altLang="en-US" sz="740" i="1" kern="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37"/>
          <p:cNvSpPr>
            <a:spLocks noChangeArrowheads="1"/>
          </p:cNvSpPr>
          <p:nvPr>
            <p:custDataLst>
              <p:tags r:id="rId30"/>
            </p:custDataLst>
          </p:nvPr>
        </p:nvSpPr>
        <p:spPr bwMode="gray">
          <a:xfrm>
            <a:off x="2925353" y="4173173"/>
            <a:ext cx="606810" cy="1202881"/>
          </a:xfrm>
          <a:prstGeom prst="rect">
            <a:avLst/>
          </a:prstGeom>
          <a:solidFill>
            <a:srgbClr val="C7E0FB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b="1" i="1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销售执行</a:t>
            </a:r>
            <a:endParaRPr lang="zh-CN" alt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37"/>
          <p:cNvSpPr>
            <a:spLocks noChangeArrowheads="1"/>
          </p:cNvSpPr>
          <p:nvPr>
            <p:custDataLst>
              <p:tags r:id="rId31"/>
            </p:custDataLst>
          </p:nvPr>
        </p:nvSpPr>
        <p:spPr bwMode="gray">
          <a:xfrm>
            <a:off x="2925352" y="2914900"/>
            <a:ext cx="606811" cy="588461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i="1" kern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市场推广执行</a:t>
            </a:r>
            <a:endParaRPr lang="zh-CN" altLang="en-US" sz="740" i="1" kern="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7"/>
          <p:cNvSpPr>
            <a:spLocks noChangeArrowheads="1"/>
          </p:cNvSpPr>
          <p:nvPr>
            <p:custDataLst>
              <p:tags r:id="rId32"/>
            </p:custDataLst>
          </p:nvPr>
        </p:nvSpPr>
        <p:spPr bwMode="gray">
          <a:xfrm>
            <a:off x="2925352" y="3545863"/>
            <a:ext cx="606811" cy="588461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i="1" kern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客户维护</a:t>
            </a:r>
            <a:endParaRPr lang="zh-CN" altLang="en-US" sz="740" i="1" kern="0" dirty="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37"/>
          <p:cNvSpPr>
            <a:spLocks noChangeArrowheads="1"/>
          </p:cNvSpPr>
          <p:nvPr>
            <p:custDataLst>
              <p:tags r:id="rId33"/>
            </p:custDataLst>
          </p:nvPr>
        </p:nvSpPr>
        <p:spPr bwMode="gray">
          <a:xfrm>
            <a:off x="1995897" y="2772723"/>
            <a:ext cx="1633159" cy="267250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zh-CN" alt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37"/>
          <p:cNvSpPr>
            <a:spLocks noChangeArrowheads="1"/>
          </p:cNvSpPr>
          <p:nvPr>
            <p:custDataLst>
              <p:tags r:id="rId34"/>
            </p:custDataLst>
          </p:nvPr>
        </p:nvSpPr>
        <p:spPr bwMode="gray">
          <a:xfrm>
            <a:off x="3926290" y="2796384"/>
            <a:ext cx="1698543" cy="2648840"/>
          </a:xfrm>
          <a:prstGeom prst="rect">
            <a:avLst/>
          </a:prstGeom>
          <a:solidFill>
            <a:srgbClr val="C7E0FB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vert="horz" wrap="non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r>
              <a:rPr lang="zh-CN" altLang="en-US" sz="740" b="1" i="1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销售执行</a:t>
            </a:r>
            <a:endParaRPr lang="zh-CN" alt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360"/>
          <p:cNvSpPr/>
          <p:nvPr>
            <p:custDataLst>
              <p:tags r:id="rId35"/>
            </p:custDataLst>
          </p:nvPr>
        </p:nvSpPr>
        <p:spPr bwMode="gray">
          <a:xfrm>
            <a:off x="4101503" y="4757558"/>
            <a:ext cx="1248735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销售业绩</a:t>
            </a:r>
            <a:endParaRPr lang="en-US" altLang="zh-CN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确认与激励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61"/>
          <p:cNvSpPr/>
          <p:nvPr>
            <p:custDataLst>
              <p:tags r:id="rId36"/>
            </p:custDataLst>
          </p:nvPr>
        </p:nvSpPr>
        <p:spPr bwMode="gray">
          <a:xfrm>
            <a:off x="4969131" y="426959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价格审批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363"/>
          <p:cNvSpPr/>
          <p:nvPr>
            <p:custDataLst>
              <p:tags r:id="rId37"/>
            </p:custDataLst>
          </p:nvPr>
        </p:nvSpPr>
        <p:spPr bwMode="gray">
          <a:xfrm>
            <a:off x="4101503" y="378328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竞标管理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364"/>
          <p:cNvSpPr/>
          <p:nvPr>
            <p:custDataLst>
              <p:tags r:id="rId38"/>
            </p:custDataLst>
          </p:nvPr>
        </p:nvSpPr>
        <p:spPr bwMode="gray">
          <a:xfrm>
            <a:off x="4535316" y="378328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合同管理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365"/>
          <p:cNvSpPr/>
          <p:nvPr>
            <p:custDataLst>
              <p:tags r:id="rId39"/>
            </p:custDataLst>
          </p:nvPr>
        </p:nvSpPr>
        <p:spPr bwMode="gray">
          <a:xfrm>
            <a:off x="4101504" y="3264719"/>
            <a:ext cx="1219956" cy="407219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商机管理</a:t>
            </a:r>
            <a:endParaRPr lang="en-US" sz="74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366"/>
          <p:cNvSpPr/>
          <p:nvPr>
            <p:custDataLst>
              <p:tags r:id="rId40"/>
            </p:custDataLst>
          </p:nvPr>
        </p:nvSpPr>
        <p:spPr bwMode="gray">
          <a:xfrm>
            <a:off x="4969131" y="378328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订单管理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382"/>
          <p:cNvSpPr/>
          <p:nvPr>
            <p:custDataLst>
              <p:tags r:id="rId41"/>
            </p:custDataLst>
          </p:nvPr>
        </p:nvSpPr>
        <p:spPr bwMode="gray">
          <a:xfrm>
            <a:off x="4101504" y="426959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渠道销售</a:t>
            </a:r>
            <a:endParaRPr lang="en-US" altLang="zh-CN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383"/>
          <p:cNvSpPr/>
          <p:nvPr>
            <p:custDataLst>
              <p:tags r:id="rId42"/>
            </p:custDataLst>
          </p:nvPr>
        </p:nvSpPr>
        <p:spPr bwMode="gray">
          <a:xfrm>
            <a:off x="4535317" y="4269591"/>
            <a:ext cx="381108" cy="400171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dash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渠道管理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21"/>
          <p:cNvSpPr>
            <a:spLocks noChangeShapeType="1"/>
          </p:cNvSpPr>
          <p:nvPr/>
        </p:nvSpPr>
        <p:spPr bwMode="auto">
          <a:xfrm flipV="1">
            <a:off x="3511711" y="2796385"/>
            <a:ext cx="414579" cy="1387065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21"/>
          <p:cNvSpPr>
            <a:spLocks noChangeShapeType="1"/>
          </p:cNvSpPr>
          <p:nvPr/>
        </p:nvSpPr>
        <p:spPr bwMode="auto">
          <a:xfrm>
            <a:off x="3511711" y="5376055"/>
            <a:ext cx="455486" cy="69169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21"/>
          <p:cNvSpPr>
            <a:spLocks noChangeShapeType="1"/>
          </p:cNvSpPr>
          <p:nvPr/>
        </p:nvSpPr>
        <p:spPr bwMode="auto">
          <a:xfrm flipV="1">
            <a:off x="5341912" y="2796385"/>
            <a:ext cx="621416" cy="468331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21"/>
          <p:cNvSpPr>
            <a:spLocks noChangeShapeType="1"/>
          </p:cNvSpPr>
          <p:nvPr/>
        </p:nvSpPr>
        <p:spPr bwMode="auto">
          <a:xfrm>
            <a:off x="5370691" y="3671933"/>
            <a:ext cx="592637" cy="1773291"/>
          </a:xfrm>
          <a:prstGeom prst="line">
            <a:avLst/>
          </a:prstGeom>
          <a:noFill/>
          <a:ln w="12700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408"/>
          <p:cNvSpPr/>
          <p:nvPr>
            <p:custDataLst>
              <p:tags r:id="rId43"/>
            </p:custDataLst>
          </p:nvPr>
        </p:nvSpPr>
        <p:spPr bwMode="gray">
          <a:xfrm>
            <a:off x="5963328" y="2796384"/>
            <a:ext cx="866058" cy="26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96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t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商机管理</a:t>
            </a:r>
            <a:endParaRPr lang="en-US" sz="74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410"/>
          <p:cNvSpPr/>
          <p:nvPr>
            <p:custDataLst>
              <p:tags r:id="rId44"/>
            </p:custDataLst>
          </p:nvPr>
        </p:nvSpPr>
        <p:spPr bwMode="gray">
          <a:xfrm>
            <a:off x="6157334" y="3116047"/>
            <a:ext cx="552955" cy="29734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确认商机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411"/>
          <p:cNvSpPr/>
          <p:nvPr>
            <p:custDataLst>
              <p:tags r:id="rId45"/>
            </p:custDataLst>
          </p:nvPr>
        </p:nvSpPr>
        <p:spPr bwMode="gray">
          <a:xfrm>
            <a:off x="6157334" y="3590344"/>
            <a:ext cx="552955" cy="29734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竞争分析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412"/>
          <p:cNvSpPr/>
          <p:nvPr>
            <p:custDataLst>
              <p:tags r:id="rId46"/>
            </p:custDataLst>
          </p:nvPr>
        </p:nvSpPr>
        <p:spPr bwMode="gray">
          <a:xfrm>
            <a:off x="6157334" y="4064641"/>
            <a:ext cx="552955" cy="297342"/>
          </a:xfrm>
          <a:prstGeom prst="rect">
            <a:avLst/>
          </a:prstGeom>
          <a:solidFill>
            <a:srgbClr val="FFFF99"/>
          </a:solidFill>
          <a:ln w="19050">
            <a:solidFill>
              <a:srgbClr val="FF000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</a:pPr>
            <a:r>
              <a:rPr lang="zh-CN" altLang="en-US" sz="74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分配商机</a:t>
            </a:r>
            <a:endParaRPr lang="en-US" sz="74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413"/>
          <p:cNvSpPr/>
          <p:nvPr>
            <p:custDataLst>
              <p:tags r:id="rId47"/>
            </p:custDataLst>
          </p:nvPr>
        </p:nvSpPr>
        <p:spPr bwMode="gray">
          <a:xfrm>
            <a:off x="6157334" y="4538938"/>
            <a:ext cx="552955" cy="29734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跟踪商机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414"/>
          <p:cNvSpPr/>
          <p:nvPr>
            <p:custDataLst>
              <p:tags r:id="rId48"/>
            </p:custDataLst>
          </p:nvPr>
        </p:nvSpPr>
        <p:spPr bwMode="gray">
          <a:xfrm>
            <a:off x="6157334" y="5013235"/>
            <a:ext cx="552955" cy="29734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prstDash val="solid"/>
            <a:miter lim="800000"/>
          </a:ln>
          <a:effectLst/>
        </p:spPr>
        <p:txBody>
          <a:bodyPr vert="horz" wrap="none" lIns="43301" tIns="43301" rIns="43301" bIns="43301" numCol="1" rtlCol="0" anchor="ctr" anchorCtr="0" compatLnSpc="1">
            <a:noAutofit/>
          </a:bodyPr>
          <a:lstStyle/>
          <a:p>
            <a:pPr algn="ctr" defTabSz="847725">
              <a:lnSpc>
                <a:spcPct val="90000"/>
              </a:lnSpc>
              <a:defRPr/>
            </a:pPr>
            <a:r>
              <a:rPr lang="zh-CN" altLang="en-US" sz="740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关闭商机</a:t>
            </a:r>
            <a:endParaRPr lang="en-US" sz="740" kern="0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Straight Arrow Connector 8"/>
          <p:cNvCxnSpPr/>
          <p:nvPr/>
        </p:nvCxnSpPr>
        <p:spPr>
          <a:xfrm>
            <a:off x="6433812" y="3413389"/>
            <a:ext cx="0" cy="176955"/>
          </a:xfrm>
          <a:prstGeom prst="straightConnector1">
            <a:avLst/>
          </a:prstGeom>
          <a:noFill/>
          <a:ln w="9525" cap="flat" cmpd="sng" algn="ctr">
            <a:solidFill>
              <a:srgbClr val="808080"/>
            </a:solidFill>
            <a:prstDash val="solid"/>
            <a:tailEnd type="triangle"/>
          </a:ln>
          <a:effectLst/>
        </p:spPr>
      </p:cxnSp>
      <p:cxnSp>
        <p:nvCxnSpPr>
          <p:cNvPr id="61" name="Straight Arrow Connector 415"/>
          <p:cNvCxnSpPr/>
          <p:nvPr/>
        </p:nvCxnSpPr>
        <p:spPr>
          <a:xfrm>
            <a:off x="6433812" y="3887686"/>
            <a:ext cx="0" cy="176955"/>
          </a:xfrm>
          <a:prstGeom prst="straightConnector1">
            <a:avLst/>
          </a:prstGeom>
          <a:noFill/>
          <a:ln w="9525" cap="flat" cmpd="sng" algn="ctr">
            <a:solidFill>
              <a:srgbClr val="808080"/>
            </a:solidFill>
            <a:prstDash val="solid"/>
            <a:tailEnd type="triangle"/>
          </a:ln>
          <a:effectLst/>
        </p:spPr>
      </p:cxnSp>
      <p:cxnSp>
        <p:nvCxnSpPr>
          <p:cNvPr id="62" name="Straight Arrow Connector 416"/>
          <p:cNvCxnSpPr>
            <a:stCxn id="57" idx="2"/>
            <a:endCxn id="58" idx="0"/>
          </p:cNvCxnSpPr>
          <p:nvPr/>
        </p:nvCxnSpPr>
        <p:spPr>
          <a:xfrm>
            <a:off x="6433812" y="4361983"/>
            <a:ext cx="0" cy="176955"/>
          </a:xfrm>
          <a:prstGeom prst="straightConnector1">
            <a:avLst/>
          </a:prstGeom>
          <a:noFill/>
          <a:ln w="9525" cap="flat" cmpd="sng" algn="ctr">
            <a:solidFill>
              <a:srgbClr val="808080"/>
            </a:solidFill>
            <a:prstDash val="solid"/>
            <a:tailEnd type="triangle"/>
          </a:ln>
          <a:effectLst/>
        </p:spPr>
      </p:cxnSp>
      <p:cxnSp>
        <p:nvCxnSpPr>
          <p:cNvPr id="63" name="Straight Arrow Connector 417"/>
          <p:cNvCxnSpPr/>
          <p:nvPr/>
        </p:nvCxnSpPr>
        <p:spPr>
          <a:xfrm>
            <a:off x="6433812" y="4836280"/>
            <a:ext cx="0" cy="176955"/>
          </a:xfrm>
          <a:prstGeom prst="straightConnector1">
            <a:avLst/>
          </a:prstGeom>
          <a:noFill/>
          <a:ln w="9525" cap="flat" cmpd="sng" algn="ctr">
            <a:solidFill>
              <a:srgbClr val="808080"/>
            </a:solidFill>
            <a:prstDash val="solid"/>
            <a:tailEnd type="triangle"/>
          </a:ln>
          <a:effectLst/>
        </p:spPr>
      </p:cxnSp>
      <p:sp>
        <p:nvSpPr>
          <p:cNvPr id="64" name="Line 21"/>
          <p:cNvSpPr>
            <a:spLocks noChangeShapeType="1"/>
          </p:cNvSpPr>
          <p:nvPr/>
        </p:nvSpPr>
        <p:spPr bwMode="auto">
          <a:xfrm flipV="1">
            <a:off x="6710289" y="2796381"/>
            <a:ext cx="410666" cy="1299805"/>
          </a:xfrm>
          <a:prstGeom prst="line">
            <a:avLst/>
          </a:prstGeom>
          <a:noFill/>
          <a:ln w="9525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21"/>
          <p:cNvSpPr>
            <a:spLocks noChangeShapeType="1"/>
          </p:cNvSpPr>
          <p:nvPr/>
        </p:nvSpPr>
        <p:spPr bwMode="auto">
          <a:xfrm>
            <a:off x="6710289" y="4357658"/>
            <a:ext cx="410666" cy="1062403"/>
          </a:xfrm>
          <a:prstGeom prst="line">
            <a:avLst/>
          </a:prstGeom>
          <a:noFill/>
          <a:ln w="9525">
            <a:solidFill>
              <a:srgbClr val="808080"/>
            </a:solidFill>
            <a:miter lim="800000"/>
          </a:ln>
          <a:effectLst/>
        </p:spPr>
        <p:txBody>
          <a:bodyPr vert="horz" wrap="square" lIns="25464" tIns="16975" rIns="43301" bIns="0" numCol="1" anchor="t" anchorCtr="0" compatLnSpc="1">
            <a:noAutofit/>
          </a:bodyPr>
          <a:lstStyle/>
          <a:p>
            <a:pPr defTabSz="847725">
              <a:defRPr/>
            </a:pPr>
            <a:endParaRPr lang="en-US" sz="740" b="1" i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Picture 8"/>
          <p:cNvPicPr>
            <a:picLocks noChangeAspect="1" noChangeArrowheads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955" y="2780379"/>
            <a:ext cx="1862370" cy="2664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" name="Rectangle 22"/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874775" y="2011499"/>
            <a:ext cx="1310430" cy="62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lvl="1" fontAlgn="base">
              <a:spcBef>
                <a:spcPct val="0"/>
              </a:spcBef>
              <a:defRPr/>
            </a:pPr>
            <a:r>
              <a:rPr lang="zh-CN" altLang="en-US" sz="102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链：业务价值链</a:t>
            </a:r>
            <a:endParaRPr lang="en-US" altLang="zh-CN" sz="102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base">
              <a:spcBef>
                <a:spcPct val="0"/>
              </a:spcBef>
              <a:defRPr/>
            </a:pPr>
            <a:r>
              <a:rPr lang="zh-CN" altLang="en-US" sz="102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业务流程主干，展示企业主要业务方向</a:t>
            </a:r>
            <a:endParaRPr lang="zh-CN" altLang="en-US" sz="102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5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4204601" y="1301499"/>
            <a:ext cx="821508" cy="4962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lIns="58944" tIns="0" rIns="58944" bIns="0" anchor="ctr"/>
          <a:lstStyle>
            <a:lvl1pPr defTabSz="895350"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1pPr>
            <a:lvl2pPr marL="193675" indent="-192405" defTabSz="895350">
              <a:spcAft>
                <a:spcPct val="0"/>
              </a:spcAft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2pPr>
            <a:lvl3pPr marL="457200" indent="-26225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3pPr>
            <a:lvl4pPr marL="614680" indent="-155575" defTabSz="895350">
              <a:spcAft>
                <a:spcPct val="0"/>
              </a:spcAft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4pPr>
            <a:lvl5pPr marL="746125" indent="-130175" defTabSz="895350">
              <a:spcAft>
                <a:spcPct val="0"/>
              </a:spcAft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defRPr/>
            </a:pPr>
            <a:r>
              <a:rPr lang="en-US" altLang="zh-CN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级流程</a:t>
            </a:r>
            <a:endParaRPr lang="zh-CN" altLang="en-US" sz="14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 rot="1911192">
            <a:off x="8552714" y="2948825"/>
            <a:ext cx="1156944" cy="2616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</a:rPr>
              <a:t>示例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3" name="Trapezoid 2"/>
          <p:cNvSpPr/>
          <p:nvPr/>
        </p:nvSpPr>
        <p:spPr bwMode="auto">
          <a:xfrm rot="10800000">
            <a:off x="1004595" y="5445715"/>
            <a:ext cx="4620235" cy="416651"/>
          </a:xfrm>
          <a:prstGeom prst="trapezoid">
            <a:avLst>
              <a:gd name="adj" fmla="val 27633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415550" y="5845952"/>
            <a:ext cx="4209279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/>
              <a:t>战略方向、现有流程、市场和环境、内外部需求和问题、资源</a:t>
            </a:r>
            <a:r>
              <a:rPr lang="en-US" altLang="zh-CN" sz="1100" dirty="0"/>
              <a:t>/</a:t>
            </a:r>
            <a:r>
              <a:rPr lang="zh-CN" altLang="en-US" sz="1100" dirty="0"/>
              <a:t>成本和业务能力、系统和技术、法律合规</a:t>
            </a:r>
            <a:endParaRPr lang="en-GB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3139084" y="5516172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信息输入</a:t>
            </a:r>
            <a:endParaRPr lang="en-GB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42900" y="520091"/>
            <a:ext cx="8280920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流程设计方法论－自上而下及自下而上方法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aphicFrame>
        <p:nvGraphicFramePr>
          <p:cNvPr id="13" name="Group 1060"/>
          <p:cNvGraphicFramePr>
            <a:graphicFrameLocks noGrp="1"/>
          </p:cNvGraphicFramePr>
          <p:nvPr/>
        </p:nvGraphicFramePr>
        <p:xfrm>
          <a:off x="924111" y="1247602"/>
          <a:ext cx="8104707" cy="4216433"/>
        </p:xfrm>
        <a:graphic>
          <a:graphicData uri="http://schemas.openxmlformats.org/drawingml/2006/table">
            <a:tbl>
              <a:tblPr/>
              <a:tblGrid>
                <a:gridCol w="356607"/>
                <a:gridCol w="4188050"/>
                <a:gridCol w="3560050"/>
              </a:tblGrid>
              <a:tr h="4446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自上而下（</a:t>
                      </a:r>
                      <a:r>
                        <a:rPr kumimoji="0" lang="en-US" altLang="zh-CN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Top-down </a:t>
                      </a: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）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自下而上（</a:t>
                      </a:r>
                      <a:r>
                        <a:rPr kumimoji="0" lang="en-US" altLang="zh-CN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Bottom-up </a:t>
                      </a: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）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95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方法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首先构建流程全貌，然后层层分解到细节流程</a:t>
                      </a:r>
                      <a:endParaRPr kumimoji="0" lang="zh-CN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从细节流程入手，然后挑选、合并进行处理，然后生成上一级流程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62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优点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能够建立流程体系的全貌，容易检验和修订</a:t>
                      </a:r>
                      <a:endParaRPr kumimoji="0" lang="zh-CN" altLang="en-US" sz="1500" u="none" strike="noStrike" kern="1200" cap="none" normalizeH="0" baseline="0" dirty="0">
                        <a:ln>
                          <a:noFill/>
                        </a:ln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可以避免流程的重复、重叠和不能进行连接</a:t>
                      </a:r>
                      <a:endParaRPr kumimoji="0" lang="zh-CN" altLang="en-US" sz="1500" u="none" strike="noStrike" kern="1200" cap="none" normalizeH="0" baseline="0" dirty="0">
                        <a:ln>
                          <a:noFill/>
                        </a:ln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最大限度的保证了流程的共享和复用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建立基于实际的流程应用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086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不足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需要有清晰的参考框架作为输入</a:t>
                      </a:r>
                      <a:endParaRPr kumimoji="0" lang="zh-CN" altLang="en-US" sz="1500" u="none" strike="noStrike" kern="1200" cap="none" normalizeH="0" baseline="0" dirty="0">
                        <a:ln>
                          <a:noFill/>
                        </a:ln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可能会与原有流程有较大差异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不能看到流程的全貌</a:t>
                      </a:r>
                      <a:endParaRPr kumimoji="0" lang="zh-CN" altLang="en-US" sz="1500" u="none" strike="noStrike" kern="1200" cap="none" normalizeH="0" baseline="0" dirty="0">
                        <a:ln>
                          <a:noFill/>
                        </a:ln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通过底层合并非常困难，很难形成完整的流程体系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6956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总结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适合于全新业务单元的流程建立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4"/>
                        </a:buClr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适合于基于现有流程（</a:t>
                      </a:r>
                      <a:r>
                        <a:rPr kumimoji="0" lang="en-US" altLang="zh-CN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AS-IS</a:t>
                      </a: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）建立</a:t>
                      </a:r>
                      <a:br>
                        <a:rPr kumimoji="0" lang="en-US" altLang="zh-CN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</a:br>
                      <a:r>
                        <a:rPr kumimoji="0" lang="zh-CN" altLang="en-US" sz="15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+mj-lt"/>
                          <a:ea typeface="楷体" panose="02010609060101010101" pitchFamily="49" charset="-122"/>
                        </a:rPr>
                        <a:t>体系结构</a:t>
                      </a:r>
                      <a:endParaRPr kumimoji="0" lang="zh-CN" altLang="en-US" sz="1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7903" marR="67903" marT="67903" marB="679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1052"/>
          <p:cNvSpPr txBox="1">
            <a:spLocks noChangeArrowheads="1"/>
          </p:cNvSpPr>
          <p:nvPr/>
        </p:nvSpPr>
        <p:spPr bwMode="auto">
          <a:xfrm>
            <a:off x="907901" y="5555306"/>
            <a:ext cx="8061088" cy="70065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C7E0FB"/>
            </a:solidFill>
            <a:miter lim="800000"/>
          </a:ln>
          <a:effectLst/>
        </p:spPr>
        <p:txBody>
          <a:bodyPr wrap="square" lIns="66842" tIns="66842" rIns="66842" bIns="66842" anchor="ctr" anchorCtr="0">
            <a:noAutofit/>
          </a:bodyPr>
          <a:lstStyle/>
          <a:p>
            <a:pPr fontAlgn="base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rgbClr val="91B0FF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项目的建模方法：从上而下建立</a:t>
            </a:r>
            <a:r>
              <a:rPr lang="zh-CN" altLang="en-US" b="1" kern="0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流程高阶框架</a:t>
            </a:r>
            <a:r>
              <a:rPr lang="zh-CN" altLang="en-US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，自下而上进行流程匹配。兼顾流程的完整性和业务场景的选择。</a:t>
            </a:r>
            <a:endParaRPr lang="zh-CN" altLang="en-US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5"/>
          <p:cNvSpPr/>
          <p:nvPr/>
        </p:nvSpPr>
        <p:spPr bwMode="gray">
          <a:xfrm>
            <a:off x="907901" y="1223346"/>
            <a:ext cx="8061088" cy="4219673"/>
          </a:xfrm>
          <a:prstGeom prst="rect">
            <a:avLst/>
          </a:prstGeom>
          <a:noFill/>
          <a:ln w="19050" cmpd="sng">
            <a:solidFill>
              <a:srgbClr val="C7E0FB"/>
            </a:solidFill>
            <a:miter lim="800000"/>
          </a:ln>
          <a:effectLst/>
        </p:spPr>
        <p:txBody>
          <a:bodyPr vert="horz" wrap="square" lIns="43301" tIns="43301" rIns="43301" bIns="43301" numCol="1" rtlCol="0" anchor="ctr" anchorCtr="0" compatLnSpc="1">
            <a:noAutofit/>
          </a:bodyPr>
          <a:lstStyle/>
          <a:p>
            <a:pPr algn="ctr" defTabSz="847725">
              <a:defRPr/>
            </a:pPr>
            <a:endParaRPr lang="en-US" sz="740" b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Straight Connector 2"/>
          <p:cNvCxnSpPr/>
          <p:nvPr/>
        </p:nvCxnSpPr>
        <p:spPr>
          <a:xfrm>
            <a:off x="1384061" y="1667952"/>
            <a:ext cx="4059401" cy="0"/>
          </a:xfrm>
          <a:prstGeom prst="line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</p:cxnSp>
      <p:cxnSp>
        <p:nvCxnSpPr>
          <p:cNvPr id="17" name="Straight Connector 10"/>
          <p:cNvCxnSpPr/>
          <p:nvPr/>
        </p:nvCxnSpPr>
        <p:spPr>
          <a:xfrm>
            <a:off x="1384060" y="2458129"/>
            <a:ext cx="7510660" cy="0"/>
          </a:xfrm>
          <a:prstGeom prst="line">
            <a:avLst/>
          </a:prstGeom>
          <a:noFill/>
          <a:ln w="9525" cap="flat" cmpd="sng" algn="ctr">
            <a:solidFill>
              <a:srgbClr val="808080"/>
            </a:solidFill>
            <a:prstDash val="dash"/>
          </a:ln>
          <a:effectLst/>
        </p:spPr>
      </p:cxnSp>
      <p:cxnSp>
        <p:nvCxnSpPr>
          <p:cNvPr id="18" name="Straight Connector 11"/>
          <p:cNvCxnSpPr/>
          <p:nvPr/>
        </p:nvCxnSpPr>
        <p:spPr>
          <a:xfrm>
            <a:off x="5541870" y="1667952"/>
            <a:ext cx="3352850" cy="0"/>
          </a:xfrm>
          <a:prstGeom prst="line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</p:cxnSp>
      <p:cxnSp>
        <p:nvCxnSpPr>
          <p:cNvPr id="19" name="Straight Connector 15"/>
          <p:cNvCxnSpPr/>
          <p:nvPr/>
        </p:nvCxnSpPr>
        <p:spPr>
          <a:xfrm>
            <a:off x="1384060" y="3565239"/>
            <a:ext cx="7510660" cy="0"/>
          </a:xfrm>
          <a:prstGeom prst="line">
            <a:avLst/>
          </a:prstGeom>
          <a:noFill/>
          <a:ln w="9525" cap="flat" cmpd="sng" algn="ctr">
            <a:solidFill>
              <a:srgbClr val="808080"/>
            </a:solidFill>
            <a:prstDash val="dash"/>
          </a:ln>
          <a:effectLst/>
        </p:spPr>
      </p:cxnSp>
      <p:cxnSp>
        <p:nvCxnSpPr>
          <p:cNvPr id="20" name="Straight Connector 16"/>
          <p:cNvCxnSpPr/>
          <p:nvPr/>
        </p:nvCxnSpPr>
        <p:spPr>
          <a:xfrm>
            <a:off x="1384060" y="4672347"/>
            <a:ext cx="7510660" cy="0"/>
          </a:xfrm>
          <a:prstGeom prst="line">
            <a:avLst/>
          </a:prstGeom>
          <a:noFill/>
          <a:ln w="9525" cap="flat" cmpd="sng" algn="ctr">
            <a:solidFill>
              <a:srgbClr val="808080"/>
            </a:solidFill>
            <a:prstDash val="dash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87689" y="539967"/>
            <a:ext cx="8707941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设计切合业务模式的流程框架</a:t>
            </a:r>
            <a:r>
              <a:rPr lang="en-US" altLang="zh-CN" dirty="0"/>
              <a:t>(1-4</a:t>
            </a:r>
            <a:r>
              <a:rPr lang="zh-CN" altLang="en-US" dirty="0"/>
              <a:t>级流程模块</a:t>
            </a:r>
            <a:r>
              <a:rPr lang="en-US" altLang="zh-CN" dirty="0"/>
              <a:t>)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6" name="Line 6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H="1">
            <a:off x="3514721" y="2174322"/>
            <a:ext cx="1504" cy="376179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85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7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H="1">
            <a:off x="6043781" y="2174322"/>
            <a:ext cx="1504" cy="376179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85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917790" y="5036123"/>
            <a:ext cx="1504" cy="231542"/>
          </a:xfrm>
          <a:prstGeom prst="rect">
            <a:avLst/>
          </a:prstGeom>
          <a:solidFill>
            <a:srgbClr val="C7E0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847725">
              <a:defRPr/>
            </a:pPr>
            <a:endParaRPr lang="en-US" sz="1300" b="1" kern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11568" y="4409157"/>
            <a:ext cx="936745" cy="1426835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140" tIns="60140" rIns="60140" bIns="0" numCol="1" anchor="ctr" anchorCtr="1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b="1" kern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业务场景模式</a:t>
            </a:r>
            <a:endParaRPr lang="zh-CN" altLang="en-US" sz="1300" b="1" kern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17237" y="4327967"/>
            <a:ext cx="1351739" cy="1602746"/>
          </a:xfrm>
          <a:prstGeom prst="rightArrow">
            <a:avLst>
              <a:gd name="adj1" fmla="val 80713"/>
              <a:gd name="adj2" fmla="val 21912"/>
            </a:avLst>
          </a:prstGeom>
          <a:solidFill>
            <a:srgbClr val="FFFFFF"/>
          </a:solidFill>
          <a:ln w="19050" algn="ctr">
            <a:solidFill>
              <a:srgbClr val="91B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098430" y="4514403"/>
            <a:ext cx="924716" cy="2255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168" tIns="0" rIns="0" bIns="0" numCol="1" anchor="ctr" anchorCtr="0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销售路径</a:t>
            </a:r>
            <a:endParaRPr lang="zh-CN" alt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098430" y="4858709"/>
            <a:ext cx="924716" cy="2255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168" tIns="0" rIns="0" bIns="0" numCol="1" anchor="ctr" anchorCtr="0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客户细分</a:t>
            </a:r>
            <a:endParaRPr lang="zh-CN" alt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4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98430" y="5203013"/>
            <a:ext cx="924716" cy="2255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168" tIns="0" rIns="0" bIns="0" numCol="1" anchor="ctr" anchorCtr="0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销售模式</a:t>
            </a:r>
            <a:endParaRPr lang="zh-CN" alt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098430" y="5547318"/>
            <a:ext cx="924716" cy="2255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168" tIns="0" rIns="0" bIns="0" numCol="1" anchor="ctr" anchorCtr="0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产品类别</a:t>
            </a:r>
            <a:endParaRPr lang="zh-CN" alt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16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017235" y="4803077"/>
            <a:ext cx="1222430" cy="0"/>
          </a:xfrm>
          <a:prstGeom prst="line">
            <a:avLst/>
          </a:prstGeom>
          <a:noFill/>
          <a:ln w="19050">
            <a:solidFill>
              <a:srgbClr val="91B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7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1026257" y="5479659"/>
            <a:ext cx="1222430" cy="0"/>
          </a:xfrm>
          <a:prstGeom prst="line">
            <a:avLst/>
          </a:prstGeom>
          <a:noFill/>
          <a:ln w="19050">
            <a:solidFill>
              <a:srgbClr val="91B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8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008215" y="5124830"/>
            <a:ext cx="1369782" cy="0"/>
          </a:xfrm>
          <a:prstGeom prst="line">
            <a:avLst/>
          </a:prstGeom>
          <a:noFill/>
          <a:ln w="19050">
            <a:solidFill>
              <a:srgbClr val="91B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9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234191" y="4356533"/>
            <a:ext cx="1619381" cy="318745"/>
          </a:xfrm>
          <a:prstGeom prst="rect">
            <a:avLst/>
          </a:prstGeom>
          <a:solidFill>
            <a:srgbClr val="C7E0FB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0140" tIns="60140" rIns="60140" bIns="0" numCol="1" anchor="ctr" anchorCtr="1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002960"/>
              </a:buClr>
              <a:defRPr/>
            </a:pPr>
            <a:r>
              <a:rPr lang="zh-CN" altLang="en-US" sz="1300" kern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业务场景模式</a:t>
            </a:r>
            <a:endParaRPr lang="zh-CN" altLang="en-US" sz="1300" kern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12"/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 rot="5400000">
            <a:off x="3384690" y="4975968"/>
            <a:ext cx="1163720" cy="535282"/>
          </a:xfrm>
          <a:prstGeom prst="homePlate">
            <a:avLst>
              <a:gd name="adj" fmla="val 13136"/>
            </a:avLst>
          </a:prstGeom>
          <a:solidFill>
            <a:srgbClr val="FFFFFF"/>
          </a:solidFill>
          <a:ln w="19050">
            <a:solidFill>
              <a:srgbClr val="91B0FF"/>
            </a:solidFill>
            <a:miter lim="800000"/>
          </a:ln>
        </p:spPr>
        <p:txBody>
          <a:bodyPr wrap="none" lIns="0" tIns="0" rIns="0" bIns="0" anchor="ctr">
            <a:noAutofit/>
          </a:bodyPr>
          <a:lstStyle/>
          <a:p>
            <a:pPr algn="ctr" defTabSz="847725">
              <a:defRPr/>
            </a:pPr>
            <a:endParaRPr lang="zh-CN" alt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3873326" y="4724896"/>
            <a:ext cx="215016" cy="100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no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</a:pPr>
            <a:r>
              <a:rPr lang="zh-CN" altLang="en-US" sz="130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业务能力图</a:t>
            </a:r>
            <a:endParaRPr lang="en-US" altLang="zh-CN" sz="130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7"/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4252234" y="4693320"/>
            <a:ext cx="1601338" cy="1065993"/>
          </a:xfrm>
          <a:prstGeom prst="rect">
            <a:avLst/>
          </a:prstGeom>
          <a:solidFill>
            <a:srgbClr val="FFFFFF">
              <a:lumMod val="85000"/>
            </a:srgbClr>
          </a:solidFill>
          <a:ln w="9525" algn="ctr">
            <a:noFill/>
            <a:prstDash val="dash"/>
            <a:miter lim="800000"/>
          </a:ln>
        </p:spPr>
        <p:txBody>
          <a:bodyPr lIns="0" tIns="8486" rIns="0" bIns="0">
            <a:noAutofit/>
          </a:bodyPr>
          <a:lstStyle/>
          <a:p>
            <a:pPr marL="318770" indent="-318770" algn="ctr" defTabSz="831215">
              <a:lnSpc>
                <a:spcPct val="90000"/>
              </a:lnSpc>
              <a:buClr>
                <a:srgbClr val="000000"/>
              </a:buClr>
              <a:defRPr/>
            </a:pPr>
            <a:endParaRPr lang="zh-CN" alt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31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252234" y="5127837"/>
            <a:ext cx="1601338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32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4252234" y="5341335"/>
            <a:ext cx="1601338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33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4252234" y="5554834"/>
            <a:ext cx="1601338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4252234" y="4897798"/>
            <a:ext cx="1601338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4271782" y="4717377"/>
            <a:ext cx="1572769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36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4545437" y="4702342"/>
            <a:ext cx="1504" cy="1038929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3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4883747" y="4702342"/>
            <a:ext cx="1504" cy="1038929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38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217548" y="4702342"/>
            <a:ext cx="1504" cy="1038929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39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5566384" y="4702342"/>
            <a:ext cx="1504" cy="1038929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40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271781" y="4938394"/>
            <a:ext cx="210505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41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4619113" y="4933883"/>
            <a:ext cx="210505" cy="153359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2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957423" y="4933883"/>
            <a:ext cx="210505" cy="153359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43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295734" y="4933883"/>
            <a:ext cx="210505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4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625024" y="4933883"/>
            <a:ext cx="210505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45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4271783" y="5159409"/>
            <a:ext cx="557837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6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957423" y="5159409"/>
            <a:ext cx="210505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47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300246" y="5159409"/>
            <a:ext cx="535282" cy="153359"/>
          </a:xfrm>
          <a:prstGeom prst="rect">
            <a:avLst/>
          </a:prstGeom>
          <a:solidFill>
            <a:srgbClr val="FF000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48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4271781" y="5374413"/>
            <a:ext cx="210505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49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4614603" y="5374413"/>
            <a:ext cx="1220925" cy="153359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Rectangle 50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4262760" y="5578890"/>
            <a:ext cx="1572769" cy="153359"/>
          </a:xfrm>
          <a:prstGeom prst="rect">
            <a:avLst/>
          </a:prstGeom>
          <a:solidFill>
            <a:srgbClr val="C0C0C0"/>
          </a:solidFill>
          <a:ln w="9525" algn="ctr">
            <a:solidFill>
              <a:srgbClr val="000000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3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 Box 65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gray">
          <a:xfrm>
            <a:off x="4519364" y="5099737"/>
            <a:ext cx="1043500" cy="2014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defRPr/>
            </a:pPr>
            <a:r>
              <a:rPr lang="zh-CN" altLang="en-US" sz="1300" b="1" kern="0" dirty="0">
                <a:solidFill>
                  <a:srgbClr val="0029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核心业务能力</a:t>
            </a:r>
            <a:endParaRPr lang="en-US" altLang="zh-CN" sz="1300" b="1" kern="0" dirty="0">
              <a:solidFill>
                <a:srgbClr val="0029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Group 52"/>
          <p:cNvGrpSpPr/>
          <p:nvPr>
            <p:custDataLst>
              <p:tags r:id="rId38"/>
            </p:custDataLst>
          </p:nvPr>
        </p:nvGrpSpPr>
        <p:grpSpPr bwMode="auto">
          <a:xfrm>
            <a:off x="999192" y="1615015"/>
            <a:ext cx="2723026" cy="793855"/>
            <a:chOff x="484" y="713"/>
            <a:chExt cx="1244" cy="576"/>
          </a:xfrm>
          <a:solidFill>
            <a:schemeClr val="bg1">
              <a:lumMod val="85000"/>
            </a:schemeClr>
          </a:solidFill>
        </p:grpSpPr>
        <p:sp>
          <p:nvSpPr>
            <p:cNvPr id="53" name="Freeform 53"/>
            <p:cNvSpPr/>
            <p:nvPr>
              <p:custDataLst>
                <p:tags r:id="rId39"/>
              </p:custDataLst>
            </p:nvPr>
          </p:nvSpPr>
          <p:spPr bwMode="gray">
            <a:xfrm>
              <a:off x="484" y="713"/>
              <a:ext cx="1244" cy="576"/>
            </a:xfrm>
            <a:custGeom>
              <a:avLst/>
              <a:gdLst>
                <a:gd name="T0" fmla="*/ 0 w 1244"/>
                <a:gd name="T1" fmla="*/ 0 h 576"/>
                <a:gd name="T2" fmla="*/ 1140 w 1244"/>
                <a:gd name="T3" fmla="*/ 0 h 576"/>
                <a:gd name="T4" fmla="*/ 1244 w 1244"/>
                <a:gd name="T5" fmla="*/ 288 h 576"/>
                <a:gd name="T6" fmla="*/ 1140 w 1244"/>
                <a:gd name="T7" fmla="*/ 576 h 576"/>
                <a:gd name="T8" fmla="*/ 0 w 1244"/>
                <a:gd name="T9" fmla="*/ 576 h 576"/>
                <a:gd name="T10" fmla="*/ 0 w 1244"/>
                <a:gd name="T11" fmla="*/ 288 h 576"/>
                <a:gd name="T12" fmla="*/ 0 w 1244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4" h="576">
                  <a:moveTo>
                    <a:pt x="0" y="0"/>
                  </a:moveTo>
                  <a:lnTo>
                    <a:pt x="1140" y="0"/>
                  </a:lnTo>
                  <a:lnTo>
                    <a:pt x="1244" y="288"/>
                  </a:lnTo>
                  <a:lnTo>
                    <a:pt x="1140" y="576"/>
                  </a:lnTo>
                  <a:lnTo>
                    <a:pt x="0" y="576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flat" cmpd="sng">
              <a:solidFill>
                <a:srgbClr val="FFFF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2439" tIns="0" rIns="42439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Rectangle 5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gray">
            <a:xfrm>
              <a:off x="516" y="745"/>
              <a:ext cx="1108" cy="49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2439" tIns="0" rIns="42439" bIns="0" anchor="ctr">
              <a:noAutofit/>
            </a:bodyPr>
            <a:lstStyle/>
            <a:p>
              <a:pPr algn="ctr" defTabSz="847725">
                <a:defRPr/>
              </a:pPr>
              <a:r>
                <a:rPr lang="zh-CN" altLang="en-US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梳理</a:t>
              </a:r>
              <a:r>
                <a:rPr lang="zh-CN" altLang="en-US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业务场景模式</a:t>
              </a:r>
              <a:endParaRPr lang="zh-CN" altLang="en-US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Group 55"/>
          <p:cNvGrpSpPr/>
          <p:nvPr>
            <p:custDataLst>
              <p:tags r:id="rId41"/>
            </p:custDataLst>
          </p:nvPr>
        </p:nvGrpSpPr>
        <p:grpSpPr bwMode="auto">
          <a:xfrm>
            <a:off x="3496677" y="1615015"/>
            <a:ext cx="2759112" cy="793855"/>
            <a:chOff x="2752" y="713"/>
            <a:chExt cx="1250" cy="576"/>
          </a:xfrm>
          <a:solidFill>
            <a:schemeClr val="bg1">
              <a:lumMod val="85000"/>
            </a:schemeClr>
          </a:solidFill>
        </p:grpSpPr>
        <p:sp>
          <p:nvSpPr>
            <p:cNvPr id="56" name="Freeform 56"/>
            <p:cNvSpPr/>
            <p:nvPr>
              <p:custDataLst>
                <p:tags r:id="rId42"/>
              </p:custDataLst>
            </p:nvPr>
          </p:nvSpPr>
          <p:spPr bwMode="gray">
            <a:xfrm>
              <a:off x="2752" y="713"/>
              <a:ext cx="1250" cy="576"/>
            </a:xfrm>
            <a:custGeom>
              <a:avLst/>
              <a:gdLst>
                <a:gd name="T0" fmla="*/ 0 w 1250"/>
                <a:gd name="T1" fmla="*/ 0 h 576"/>
                <a:gd name="T2" fmla="*/ 1146 w 1250"/>
                <a:gd name="T3" fmla="*/ 0 h 576"/>
                <a:gd name="T4" fmla="*/ 1250 w 1250"/>
                <a:gd name="T5" fmla="*/ 288 h 576"/>
                <a:gd name="T6" fmla="*/ 1146 w 1250"/>
                <a:gd name="T7" fmla="*/ 576 h 576"/>
                <a:gd name="T8" fmla="*/ 0 w 1250"/>
                <a:gd name="T9" fmla="*/ 576 h 576"/>
                <a:gd name="T10" fmla="*/ 104 w 1250"/>
                <a:gd name="T11" fmla="*/ 288 h 576"/>
                <a:gd name="T12" fmla="*/ 0 w 1250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0" h="576">
                  <a:moveTo>
                    <a:pt x="0" y="0"/>
                  </a:moveTo>
                  <a:lnTo>
                    <a:pt x="1146" y="0"/>
                  </a:lnTo>
                  <a:lnTo>
                    <a:pt x="1250" y="288"/>
                  </a:lnTo>
                  <a:lnTo>
                    <a:pt x="1146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flat" cmpd="sng">
              <a:solidFill>
                <a:srgbClr val="FFFF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2439" tIns="0" rIns="42439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Rectangle 57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gray">
            <a:xfrm>
              <a:off x="2888" y="745"/>
              <a:ext cx="1011" cy="49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2439" tIns="0" rIns="42439" bIns="0" anchor="ctr">
              <a:noAutofit/>
            </a:bodyPr>
            <a:lstStyle/>
            <a:p>
              <a:pPr algn="ctr" defTabSz="847725">
                <a:defRPr/>
              </a:pPr>
              <a:r>
                <a:rPr lang="zh-CN" altLang="zh-CN" sz="1485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甄别</a:t>
              </a:r>
              <a:r>
                <a:rPr lang="zh-CN" altLang="zh-CN" sz="1485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核心业务能力</a:t>
              </a:r>
              <a:endParaRPr lang="en-US" altLang="zh-CN" sz="1485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" name="Group 58"/>
          <p:cNvGrpSpPr/>
          <p:nvPr>
            <p:custDataLst>
              <p:tags r:id="rId44"/>
            </p:custDataLst>
          </p:nvPr>
        </p:nvGrpSpPr>
        <p:grpSpPr bwMode="auto">
          <a:xfrm>
            <a:off x="6025737" y="1615015"/>
            <a:ext cx="2760615" cy="793855"/>
            <a:chOff x="2752" y="713"/>
            <a:chExt cx="1250" cy="576"/>
          </a:xfrm>
          <a:solidFill>
            <a:schemeClr val="bg1">
              <a:lumMod val="85000"/>
            </a:schemeClr>
          </a:solidFill>
        </p:grpSpPr>
        <p:sp>
          <p:nvSpPr>
            <p:cNvPr id="59" name="Freeform 59"/>
            <p:cNvSpPr/>
            <p:nvPr>
              <p:custDataLst>
                <p:tags r:id="rId45"/>
              </p:custDataLst>
            </p:nvPr>
          </p:nvSpPr>
          <p:spPr bwMode="gray">
            <a:xfrm>
              <a:off x="2752" y="713"/>
              <a:ext cx="1250" cy="576"/>
            </a:xfrm>
            <a:custGeom>
              <a:avLst/>
              <a:gdLst>
                <a:gd name="T0" fmla="*/ 0 w 1250"/>
                <a:gd name="T1" fmla="*/ 0 h 576"/>
                <a:gd name="T2" fmla="*/ 1146 w 1250"/>
                <a:gd name="T3" fmla="*/ 0 h 576"/>
                <a:gd name="T4" fmla="*/ 1250 w 1250"/>
                <a:gd name="T5" fmla="*/ 288 h 576"/>
                <a:gd name="T6" fmla="*/ 1146 w 1250"/>
                <a:gd name="T7" fmla="*/ 576 h 576"/>
                <a:gd name="T8" fmla="*/ 0 w 1250"/>
                <a:gd name="T9" fmla="*/ 576 h 576"/>
                <a:gd name="T10" fmla="*/ 104 w 1250"/>
                <a:gd name="T11" fmla="*/ 288 h 576"/>
                <a:gd name="T12" fmla="*/ 0 w 1250"/>
                <a:gd name="T13" fmla="*/ 0 h 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0" h="576">
                  <a:moveTo>
                    <a:pt x="0" y="0"/>
                  </a:moveTo>
                  <a:lnTo>
                    <a:pt x="1146" y="0"/>
                  </a:lnTo>
                  <a:lnTo>
                    <a:pt x="1250" y="288"/>
                  </a:lnTo>
                  <a:lnTo>
                    <a:pt x="1146" y="576"/>
                  </a:lnTo>
                  <a:lnTo>
                    <a:pt x="0" y="576"/>
                  </a:lnTo>
                  <a:lnTo>
                    <a:pt x="104" y="2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flat" cmpd="sng">
              <a:solidFill>
                <a:srgbClr val="FFFF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2439" tIns="0" rIns="42439" bIns="0" anchor="ctr"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60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gray">
            <a:xfrm>
              <a:off x="2888" y="745"/>
              <a:ext cx="1011" cy="49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2439" tIns="0" rIns="42439" bIns="0" anchor="ctr">
              <a:noAutofit/>
            </a:bodyPr>
            <a:lstStyle/>
            <a:p>
              <a:pPr algn="ctr" defTabSz="847725">
                <a:defRPr/>
              </a:pP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搭建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差异化</a:t>
              </a:r>
              <a:r>
                <a:rPr lang="zh-CN" altLang="en-US" sz="1485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485" b="1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流程框架</a:t>
              </a:r>
              <a:endParaRPr lang="en-US" altLang="zh-CN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Rectangle 26"/>
          <p:cNvSpPr>
            <a:spLocks noChangeArrowheads="1"/>
          </p:cNvSpPr>
          <p:nvPr>
            <p:custDataLst>
              <p:tags r:id="rId47"/>
            </p:custDataLst>
          </p:nvPr>
        </p:nvSpPr>
        <p:spPr bwMode="gray">
          <a:xfrm>
            <a:off x="1062344" y="2616356"/>
            <a:ext cx="2324570" cy="80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marL="183515" lvl="1" indent="-182245" defTabSz="847725">
              <a:buSzPct val="125000"/>
              <a:buFont typeface="Arial" panose="020B0604020202020204" pitchFamily="34" charset="0"/>
              <a:buChar char="▪"/>
            </a:pPr>
            <a:r>
              <a:rPr lang="zh-CN" altLang="en-US" sz="1485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从客户细分、销售路径、销售模式与产品类型等关键业务维度</a:t>
            </a:r>
            <a:r>
              <a:rPr lang="zh-CN" altLang="en-US" sz="148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分析独特业务场景和模式</a:t>
            </a:r>
            <a:endParaRPr lang="en-US" altLang="zh-CN" sz="1485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Rectangle 16"/>
          <p:cNvSpPr>
            <a:spLocks noChangeArrowheads="1"/>
          </p:cNvSpPr>
          <p:nvPr>
            <p:custDataLst>
              <p:tags r:id="rId48"/>
            </p:custDataLst>
          </p:nvPr>
        </p:nvSpPr>
        <p:spPr bwMode="gray">
          <a:xfrm>
            <a:off x="6183616" y="2616355"/>
            <a:ext cx="2656865" cy="120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noAutofit/>
          </a:bodyPr>
          <a:lstStyle/>
          <a:p>
            <a:pPr marL="183515" lvl="1" indent="-182245" defTabSz="847725">
              <a:buSzPct val="125000"/>
              <a:buFont typeface="Arial" panose="020B0604020202020204" pitchFamily="34" charset="0"/>
              <a:buChar char="▪"/>
            </a:pPr>
            <a:r>
              <a:rPr lang="zh-CN" altLang="zh-CN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综合各业务场景，</a:t>
            </a:r>
            <a:r>
              <a:rPr lang="zh-CN" altLang="zh-CN" sz="14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搭建核心业务流程框架</a:t>
            </a:r>
            <a:r>
              <a:rPr lang="zh-CN" altLang="zh-CN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级流程模块（即业务能力</a:t>
            </a:r>
            <a:r>
              <a:rPr lang="en-US" altLang="zh-CN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活动级） </a:t>
            </a:r>
            <a:endParaRPr lang="zh-CN" altLang="en-US" sz="148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3515" lvl="1" indent="-182245" defTabSz="847725">
              <a:buSzPct val="125000"/>
              <a:buFont typeface="Arial" panose="020B0604020202020204" pitchFamily="34" charset="0"/>
              <a:buChar char="▪"/>
            </a:pPr>
            <a:endParaRPr lang="zh-CN" altLang="en-US" sz="148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3515" lvl="1" indent="-182245" defTabSz="847725">
              <a:buSzPct val="125000"/>
              <a:buFont typeface="Arial" panose="020B0604020202020204" pitchFamily="34" charset="0"/>
              <a:buChar char="▪"/>
            </a:pPr>
            <a:r>
              <a:rPr lang="zh-CN" altLang="zh-CN" sz="14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针对不同业务，有选择性地进行流程</a:t>
            </a:r>
            <a:r>
              <a:rPr lang="zh-CN" altLang="zh-CN" sz="14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标准化和集约化</a:t>
            </a:r>
            <a:r>
              <a:rPr lang="zh-CN" altLang="en-US" sz="14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  <a:r>
              <a:rPr lang="zh-CN" altLang="zh-CN" sz="14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altLang="zh-CN" sz="1485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63"/>
          <p:cNvSpPr txBox="1">
            <a:spLocks noChangeArrowheads="1"/>
          </p:cNvSpPr>
          <p:nvPr>
            <p:custDataLst>
              <p:tags r:id="rId49"/>
            </p:custDataLst>
          </p:nvPr>
        </p:nvSpPr>
        <p:spPr bwMode="gray">
          <a:xfrm>
            <a:off x="3579375" y="2616356"/>
            <a:ext cx="2324570" cy="1309561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noAutofit/>
          </a:bodyPr>
          <a:lstStyle>
            <a:lvl1pPr marL="0" indent="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197485" indent="-1962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5000"/>
              <a:buFont typeface="Arial" panose="020B0604020202020204" pitchFamily="34" charset="0"/>
              <a:buChar char="▪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2pPr>
            <a:lvl3pPr marL="466725" indent="-26733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–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3pPr>
            <a:lvl4pPr marL="626745" indent="-158750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120000"/>
              <a:buFont typeface="Arial" panose="020B0604020202020204" pitchFamily="34" charset="0"/>
              <a:buChar char="▫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4pPr>
            <a:lvl5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AEEF"/>
              </a:buClr>
              <a:buSzPct val="89000"/>
              <a:buFont typeface="Arial" panose="020B0604020202020204" pitchFamily="34" charset="0"/>
              <a:buChar char="-"/>
              <a:defRPr sz="1600" baseline="0">
                <a:solidFill>
                  <a:schemeClr val="tx1"/>
                </a:solidFill>
                <a:latin typeface="+mn-lt"/>
                <a:ea typeface="华文楷体" panose="02010600040101010101" pitchFamily="2" charset="-122"/>
              </a:defRPr>
            </a:lvl5pPr>
            <a:lvl6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6pPr>
            <a:lvl7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7pPr>
            <a:lvl8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8pPr>
            <a:lvl9pPr marL="765175" indent="-132715" algn="l" defTabSz="91313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spcAft>
                <a:spcPct val="50000"/>
              </a:spcAft>
              <a:defRPr/>
            </a:pPr>
            <a:r>
              <a: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沿行业业务价值链，</a:t>
            </a:r>
            <a:r>
              <a:rPr lang="zh-CN" altLang="en-US" sz="1485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甄别各环节核心业务能力</a:t>
            </a:r>
            <a:r>
              <a: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485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defRPr/>
            </a:pPr>
            <a:r>
              <a:rPr lang="zh-CN" altLang="zh-CN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渠道管理：渠道规划开发、渠道绩效管理</a:t>
            </a:r>
            <a:endParaRPr lang="zh-CN" altLang="zh-CN" sz="1485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defRPr/>
            </a:pPr>
            <a:r>
              <a:rPr lang="zh-CN" altLang="zh-CN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终端客户直销</a:t>
            </a:r>
            <a:r>
              <a:rPr lang="zh-CN" altLang="en-US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1485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产品定价与溢价管理</a:t>
            </a:r>
            <a:endParaRPr lang="zh-CN" altLang="en-US" sz="1485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Oval 80"/>
          <p:cNvSpPr>
            <a:spLocks noChangeArrowheads="1"/>
          </p:cNvSpPr>
          <p:nvPr>
            <p:custDataLst>
              <p:tags r:id="rId50"/>
            </p:custDataLst>
          </p:nvPr>
        </p:nvSpPr>
        <p:spPr bwMode="gray">
          <a:xfrm>
            <a:off x="908976" y="1497742"/>
            <a:ext cx="311246" cy="31573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FFFF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85" b="1" ker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485" b="1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Oval 80"/>
          <p:cNvSpPr>
            <a:spLocks noChangeArrowheads="1"/>
          </p:cNvSpPr>
          <p:nvPr>
            <p:custDataLst>
              <p:tags r:id="rId51"/>
            </p:custDataLst>
          </p:nvPr>
        </p:nvSpPr>
        <p:spPr bwMode="gray">
          <a:xfrm>
            <a:off x="3641023" y="1497742"/>
            <a:ext cx="311246" cy="31573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FFFF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85" b="1" ker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485" b="1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Oval 80"/>
          <p:cNvSpPr>
            <a:spLocks noChangeArrowheads="1"/>
          </p:cNvSpPr>
          <p:nvPr>
            <p:custDataLst>
              <p:tags r:id="rId52"/>
            </p:custDataLst>
          </p:nvPr>
        </p:nvSpPr>
        <p:spPr bwMode="gray">
          <a:xfrm>
            <a:off x="6183615" y="1497742"/>
            <a:ext cx="311246" cy="31573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FFFFFF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85" b="1" ker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485" b="1" ker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479878" y="4504926"/>
            <a:ext cx="2224841" cy="1150643"/>
            <a:chOff x="6219825" y="1393825"/>
            <a:chExt cx="3022600" cy="2917825"/>
          </a:xfrm>
        </p:grpSpPr>
        <p:sp>
          <p:nvSpPr>
            <p:cNvPr id="75" name="Rectangle 15"/>
            <p:cNvSpPr>
              <a:spLocks noChangeArrowheads="1"/>
            </p:cNvSpPr>
            <p:nvPr/>
          </p:nvSpPr>
          <p:spPr bwMode="auto">
            <a:xfrm>
              <a:off x="8351838" y="3057525"/>
              <a:ext cx="785812" cy="458788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2.1.3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76" name="Rectangle 16"/>
            <p:cNvSpPr>
              <a:spLocks noChangeArrowheads="1"/>
            </p:cNvSpPr>
            <p:nvPr/>
          </p:nvSpPr>
          <p:spPr bwMode="auto">
            <a:xfrm>
              <a:off x="7291388" y="3062288"/>
              <a:ext cx="690562" cy="45720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2.1.2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6230938" y="3065463"/>
              <a:ext cx="762000" cy="458787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2.1.1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78" name="AutoShape 18"/>
            <p:cNvSpPr>
              <a:spLocks noChangeArrowheads="1"/>
            </p:cNvSpPr>
            <p:nvPr/>
          </p:nvSpPr>
          <p:spPr bwMode="auto">
            <a:xfrm>
              <a:off x="7848600" y="1393825"/>
              <a:ext cx="1052513" cy="608013"/>
            </a:xfrm>
            <a:prstGeom prst="homePlate">
              <a:avLst>
                <a:gd name="adj" fmla="val 53278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 dirty="0">
                  <a:ea typeface="宋体" panose="02010600030101010101" pitchFamily="2" charset="-122"/>
                </a:rPr>
                <a:t>   3</a:t>
              </a:r>
              <a:endParaRPr lang="en-US" altLang="zh-CN" sz="1000" dirty="0">
                <a:ea typeface="宋体" panose="02010600030101010101" pitchFamily="2" charset="-122"/>
              </a:endParaRPr>
            </a:p>
          </p:txBody>
        </p:sp>
        <p:sp>
          <p:nvSpPr>
            <p:cNvPr id="79" name="AutoShape 19"/>
            <p:cNvSpPr>
              <a:spLocks noChangeArrowheads="1"/>
            </p:cNvSpPr>
            <p:nvPr/>
          </p:nvSpPr>
          <p:spPr bwMode="auto">
            <a:xfrm>
              <a:off x="7110413" y="1393825"/>
              <a:ext cx="1108075" cy="608013"/>
            </a:xfrm>
            <a:prstGeom prst="homePlate">
              <a:avLst>
                <a:gd name="adj" fmla="val 56091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  2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80" name="AutoShape 20"/>
            <p:cNvSpPr>
              <a:spLocks noChangeArrowheads="1"/>
            </p:cNvSpPr>
            <p:nvPr/>
          </p:nvSpPr>
          <p:spPr bwMode="auto">
            <a:xfrm>
              <a:off x="6373813" y="1393825"/>
              <a:ext cx="1084262" cy="608013"/>
            </a:xfrm>
            <a:prstGeom prst="homePlate">
              <a:avLst>
                <a:gd name="adj" fmla="val 54886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1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81" name="Line 21"/>
            <p:cNvSpPr>
              <a:spLocks noChangeShapeType="1"/>
            </p:cNvSpPr>
            <p:nvPr/>
          </p:nvSpPr>
          <p:spPr bwMode="auto">
            <a:xfrm flipH="1">
              <a:off x="6550025" y="2001838"/>
              <a:ext cx="547688" cy="2016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2" name="Line 22"/>
            <p:cNvSpPr>
              <a:spLocks noChangeShapeType="1"/>
            </p:cNvSpPr>
            <p:nvPr/>
          </p:nvSpPr>
          <p:spPr bwMode="auto">
            <a:xfrm>
              <a:off x="7756525" y="2001838"/>
              <a:ext cx="1055688" cy="2174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3" name="Line 23"/>
            <p:cNvSpPr>
              <a:spLocks noChangeShapeType="1"/>
            </p:cNvSpPr>
            <p:nvPr/>
          </p:nvSpPr>
          <p:spPr bwMode="auto">
            <a:xfrm flipV="1">
              <a:off x="6992938" y="3300413"/>
              <a:ext cx="314325" cy="15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4" name="Line 24"/>
            <p:cNvSpPr>
              <a:spLocks noChangeShapeType="1"/>
            </p:cNvSpPr>
            <p:nvPr/>
          </p:nvSpPr>
          <p:spPr bwMode="auto">
            <a:xfrm flipV="1">
              <a:off x="7981950" y="3300413"/>
              <a:ext cx="387350" cy="15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5" name="Line 25"/>
            <p:cNvSpPr>
              <a:spLocks noChangeShapeType="1"/>
            </p:cNvSpPr>
            <p:nvPr/>
          </p:nvSpPr>
          <p:spPr bwMode="auto">
            <a:xfrm flipH="1">
              <a:off x="6254750" y="2774950"/>
              <a:ext cx="263525" cy="288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6" name="Line 26"/>
            <p:cNvSpPr>
              <a:spLocks noChangeShapeType="1"/>
            </p:cNvSpPr>
            <p:nvPr/>
          </p:nvSpPr>
          <p:spPr bwMode="auto">
            <a:xfrm>
              <a:off x="7167563" y="2768600"/>
              <a:ext cx="1855787" cy="285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87" name="Rectangle 27"/>
            <p:cNvSpPr>
              <a:spLocks noChangeArrowheads="1"/>
            </p:cNvSpPr>
            <p:nvPr/>
          </p:nvSpPr>
          <p:spPr bwMode="auto">
            <a:xfrm>
              <a:off x="6219825" y="3916363"/>
              <a:ext cx="733425" cy="395287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800">
                  <a:ea typeface="宋体" panose="02010600030101010101" pitchFamily="2" charset="-122"/>
                </a:rPr>
                <a:t>2.1.2.1</a:t>
              </a:r>
              <a:endParaRPr lang="en-US" altLang="zh-CN" sz="800">
                <a:ea typeface="宋体" panose="02010600030101010101" pitchFamily="2" charset="-122"/>
              </a:endParaRPr>
            </a:p>
          </p:txBody>
        </p:sp>
        <p:sp>
          <p:nvSpPr>
            <p:cNvPr id="88" name="Rectangle 28"/>
            <p:cNvSpPr>
              <a:spLocks noChangeArrowheads="1"/>
            </p:cNvSpPr>
            <p:nvPr/>
          </p:nvSpPr>
          <p:spPr bwMode="auto">
            <a:xfrm>
              <a:off x="7305675" y="3916363"/>
              <a:ext cx="700088" cy="395287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800">
                  <a:ea typeface="宋体" panose="02010600030101010101" pitchFamily="2" charset="-122"/>
                </a:rPr>
                <a:t>2.1.2.2</a:t>
              </a:r>
              <a:endParaRPr lang="en-US" altLang="zh-CN" sz="800">
                <a:ea typeface="宋体" panose="02010600030101010101" pitchFamily="2" charset="-122"/>
              </a:endParaRPr>
            </a:p>
          </p:txBody>
        </p:sp>
        <p:sp>
          <p:nvSpPr>
            <p:cNvPr id="89" name="Rectangle 29"/>
            <p:cNvSpPr>
              <a:spLocks noChangeArrowheads="1"/>
            </p:cNvSpPr>
            <p:nvPr/>
          </p:nvSpPr>
          <p:spPr bwMode="auto">
            <a:xfrm>
              <a:off x="8361363" y="3914775"/>
              <a:ext cx="796925" cy="396875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800">
                  <a:ea typeface="宋体" panose="02010600030101010101" pitchFamily="2" charset="-122"/>
                </a:rPr>
                <a:t>2.1.2.3</a:t>
              </a:r>
              <a:endParaRPr lang="en-US" altLang="zh-CN" sz="800">
                <a:ea typeface="宋体" panose="02010600030101010101" pitchFamily="2" charset="-122"/>
              </a:endParaRPr>
            </a:p>
          </p:txBody>
        </p:sp>
        <p:sp>
          <p:nvSpPr>
            <p:cNvPr id="90" name="Line 30"/>
            <p:cNvSpPr>
              <a:spLocks noChangeShapeType="1"/>
            </p:cNvSpPr>
            <p:nvPr/>
          </p:nvSpPr>
          <p:spPr bwMode="auto">
            <a:xfrm flipH="1">
              <a:off x="6265863" y="3519488"/>
              <a:ext cx="1020762" cy="384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91" name="Line 31"/>
            <p:cNvSpPr>
              <a:spLocks noChangeShapeType="1"/>
            </p:cNvSpPr>
            <p:nvPr/>
          </p:nvSpPr>
          <p:spPr bwMode="auto">
            <a:xfrm>
              <a:off x="7956550" y="3527425"/>
              <a:ext cx="1100138" cy="3794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000"/>
            </a:p>
          </p:txBody>
        </p:sp>
        <p:sp>
          <p:nvSpPr>
            <p:cNvPr id="92" name="AutoShape 32"/>
            <p:cNvSpPr>
              <a:spLocks noChangeArrowheads="1"/>
            </p:cNvSpPr>
            <p:nvPr/>
          </p:nvSpPr>
          <p:spPr bwMode="auto">
            <a:xfrm>
              <a:off x="7981950" y="2217738"/>
              <a:ext cx="1260475" cy="566737"/>
            </a:xfrm>
            <a:prstGeom prst="homePlate">
              <a:avLst>
                <a:gd name="adj" fmla="val 68453"/>
              </a:avLst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    2.3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93" name="AutoShape 33"/>
            <p:cNvSpPr>
              <a:spLocks noChangeArrowheads="1"/>
            </p:cNvSpPr>
            <p:nvPr/>
          </p:nvSpPr>
          <p:spPr bwMode="auto">
            <a:xfrm>
              <a:off x="7165975" y="2217738"/>
              <a:ext cx="1228725" cy="566737"/>
            </a:xfrm>
            <a:prstGeom prst="homePlate">
              <a:avLst>
                <a:gd name="adj" fmla="val 66728"/>
              </a:avLst>
            </a:prstGeom>
            <a:solidFill>
              <a:schemeClr val="bg1"/>
            </a:solidFill>
            <a:ln w="12700" algn="ctr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  2.2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sp>
          <p:nvSpPr>
            <p:cNvPr id="94" name="AutoShape 34"/>
            <p:cNvSpPr>
              <a:spLocks noChangeArrowheads="1"/>
            </p:cNvSpPr>
            <p:nvPr/>
          </p:nvSpPr>
          <p:spPr bwMode="auto">
            <a:xfrm>
              <a:off x="6527800" y="2217738"/>
              <a:ext cx="942975" cy="566737"/>
            </a:xfrm>
            <a:prstGeom prst="homePlate">
              <a:avLst>
                <a:gd name="adj" fmla="val 51210"/>
              </a:avLst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SzTx/>
                <a:buFont typeface="Wingdings" panose="05000000000000000000" pitchFamily="2" charset="2"/>
                <a:buNone/>
              </a:pPr>
              <a:r>
                <a:rPr lang="en-US" altLang="zh-CN" sz="1000">
                  <a:ea typeface="宋体" panose="02010600030101010101" pitchFamily="2" charset="-122"/>
                </a:rPr>
                <a:t>2.1</a:t>
              </a:r>
              <a:endParaRPr lang="en-US" altLang="zh-CN" sz="1000">
                <a:ea typeface="宋体" panose="02010600030101010101" pitchFamily="2" charset="-122"/>
              </a:endParaRPr>
            </a:p>
          </p:txBody>
        </p:sp>
        <p:cxnSp>
          <p:nvCxnSpPr>
            <p:cNvPr id="98" name="AutoShape 43"/>
            <p:cNvCxnSpPr>
              <a:cxnSpLocks noChangeShapeType="1"/>
              <a:stCxn id="87" idx="3"/>
              <a:endCxn id="88" idx="1"/>
            </p:cNvCxnSpPr>
            <p:nvPr/>
          </p:nvCxnSpPr>
          <p:spPr bwMode="auto">
            <a:xfrm>
              <a:off x="6953250" y="4114800"/>
              <a:ext cx="3524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AutoShape 44"/>
            <p:cNvCxnSpPr>
              <a:cxnSpLocks noChangeShapeType="1"/>
              <a:stCxn id="88" idx="3"/>
              <a:endCxn id="89" idx="1"/>
            </p:cNvCxnSpPr>
            <p:nvPr/>
          </p:nvCxnSpPr>
          <p:spPr bwMode="auto">
            <a:xfrm flipV="1">
              <a:off x="8005763" y="4113213"/>
              <a:ext cx="355600" cy="15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3"/>
          <p:cNvSpPr/>
          <p:nvPr/>
        </p:nvSpPr>
        <p:spPr bwMode="auto">
          <a:xfrm rot="16200000">
            <a:off x="943858" y="3556315"/>
            <a:ext cx="2992262" cy="540990"/>
          </a:xfrm>
          <a:prstGeom prst="trapezoid">
            <a:avLst>
              <a:gd name="adj" fmla="val 238057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126876" y="623572"/>
            <a:ext cx="9164500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基于业务能力图，明确各环节核心业务流程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757874" y="1534138"/>
            <a:ext cx="7365582" cy="4781429"/>
            <a:chOff x="2136189" y="1410907"/>
            <a:chExt cx="7948557" cy="4981420"/>
          </a:xfrm>
        </p:grpSpPr>
        <p:sp>
          <p:nvSpPr>
            <p:cNvPr id="7" name="AutoShape 18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gray">
            <a:xfrm rot="5400000">
              <a:off x="2827038" y="2254054"/>
              <a:ext cx="1026627" cy="903242"/>
            </a:xfrm>
            <a:prstGeom prst="chevron">
              <a:avLst>
                <a:gd name="adj" fmla="val 17105"/>
              </a:avLst>
            </a:prstGeom>
            <a:solidFill>
              <a:srgbClr val="FFFFFF"/>
            </a:solidFill>
            <a:ln w="19050">
              <a:solidFill>
                <a:srgbClr val="91B0FF"/>
              </a:solidFill>
              <a:miter lim="800000"/>
            </a:ln>
          </p:spPr>
          <p:txBody>
            <a:bodyPr rot="10800000" vert="eaVert" wrap="none" lIns="0" tIns="0" rIns="0" bIns="0" anchor="ctr"/>
            <a:lstStyle/>
            <a:p>
              <a:pPr algn="ctr" defTabSz="847725">
                <a:defRPr/>
              </a:pPr>
              <a:endParaRPr lang="en-US" sz="74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8" name="AutoShape 18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 rot="5400000">
              <a:off x="2827038" y="3087093"/>
              <a:ext cx="1026627" cy="903242"/>
            </a:xfrm>
            <a:prstGeom prst="chevron">
              <a:avLst>
                <a:gd name="adj" fmla="val 17105"/>
              </a:avLst>
            </a:prstGeom>
            <a:solidFill>
              <a:srgbClr val="FFFFFF"/>
            </a:solidFill>
            <a:ln w="19050">
              <a:solidFill>
                <a:srgbClr val="91B0FF"/>
              </a:solidFill>
              <a:miter lim="800000"/>
            </a:ln>
          </p:spPr>
          <p:txBody>
            <a:bodyPr rot="10800000" vert="eaVert" wrap="none" lIns="0" tIns="0" rIns="0" bIns="0" anchor="ctr"/>
            <a:lstStyle/>
            <a:p>
              <a:pPr algn="ctr" defTabSz="847725">
                <a:defRPr/>
              </a:pPr>
              <a:endParaRPr lang="en-US" sz="74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9" name="AutoShape 18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 rot="5400000">
              <a:off x="2827038" y="3926831"/>
              <a:ext cx="1026627" cy="903242"/>
            </a:xfrm>
            <a:prstGeom prst="chevron">
              <a:avLst>
                <a:gd name="adj" fmla="val 17105"/>
              </a:avLst>
            </a:prstGeom>
            <a:solidFill>
              <a:srgbClr val="FFFFFF"/>
            </a:solidFill>
            <a:ln w="19050">
              <a:solidFill>
                <a:srgbClr val="91B0FF"/>
              </a:solidFill>
              <a:miter lim="800000"/>
            </a:ln>
          </p:spPr>
          <p:txBody>
            <a:bodyPr rot="10800000" vert="eaVert" wrap="none" lIns="0" tIns="0" rIns="0" bIns="0" anchor="ctr"/>
            <a:lstStyle/>
            <a:p>
              <a:pPr algn="ctr" defTabSz="847725">
                <a:defRPr/>
              </a:pPr>
              <a:endParaRPr lang="en-US" sz="74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10" name="AutoShape 18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 rot="5400000">
              <a:off x="2827039" y="4759868"/>
              <a:ext cx="1026626" cy="903242"/>
            </a:xfrm>
            <a:prstGeom prst="chevron">
              <a:avLst>
                <a:gd name="adj" fmla="val 17105"/>
              </a:avLst>
            </a:prstGeom>
            <a:solidFill>
              <a:srgbClr val="FFFFFF"/>
            </a:solidFill>
            <a:ln w="19050">
              <a:solidFill>
                <a:srgbClr val="91B0FF"/>
              </a:solidFill>
              <a:miter lim="800000"/>
            </a:ln>
          </p:spPr>
          <p:txBody>
            <a:bodyPr rot="10800000" vert="eaVert" wrap="none" lIns="0" tIns="0" rIns="0" bIns="0" anchor="ctr"/>
            <a:lstStyle/>
            <a:p>
              <a:pPr algn="ctr" defTabSz="847725">
                <a:defRPr/>
              </a:pPr>
              <a:endParaRPr lang="en-US" sz="74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11" name="Rectangle 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gray">
            <a:xfrm>
              <a:off x="2957089" y="2493102"/>
              <a:ext cx="920990" cy="359130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lIns="79403" tIns="15880" rIns="79403" bIns="39702"/>
            <a:lstStyle/>
            <a:p>
              <a:pPr defTabSz="794385"/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  <a:cs typeface="Arial" panose="020B0604020202020204" pitchFamily="34" charset="0"/>
                </a:rPr>
                <a:t>产品研发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gray">
            <a:xfrm>
              <a:off x="2957089" y="3386093"/>
              <a:ext cx="920990" cy="359130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lIns="79403" tIns="15880" rIns="79403" bIns="39702"/>
            <a:lstStyle/>
            <a:p>
              <a:pPr defTabSz="794385"/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  <a:cs typeface="Arial" panose="020B0604020202020204" pitchFamily="34" charset="0"/>
                </a:rPr>
                <a:t>市场营销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gray">
            <a:xfrm>
              <a:off x="2957089" y="5085969"/>
              <a:ext cx="920990" cy="359130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lIns="79403" tIns="15880" rIns="79403" bIns="39702"/>
            <a:lstStyle/>
            <a:p>
              <a:pPr defTabSz="794385"/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  <a:cs typeface="Arial" panose="020B0604020202020204" pitchFamily="34" charset="0"/>
                </a:rPr>
                <a:t>售后支持</a:t>
              </a:r>
              <a:endParaRPr lang="en-US" altLang="zh-CN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gray">
            <a:xfrm>
              <a:off x="2957089" y="4191503"/>
              <a:ext cx="920990" cy="359130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lIns="79403" tIns="15880" rIns="79403" bIns="39702"/>
            <a:lstStyle/>
            <a:p>
              <a:pPr defTabSz="794385"/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  <a:cs typeface="Arial" panose="020B0604020202020204" pitchFamily="34" charset="0"/>
                </a:rPr>
                <a:t>供应链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gray">
            <a:xfrm>
              <a:off x="6671099" y="1832353"/>
              <a:ext cx="2841068" cy="3910890"/>
            </a:xfrm>
            <a:prstGeom prst="rect">
              <a:avLst/>
            </a:prstGeom>
            <a:solidFill>
              <a:srgbClr val="DDDDDD">
                <a:alpha val="63000"/>
              </a:srgbClr>
            </a:solidFill>
            <a:ln w="9525">
              <a:solidFill>
                <a:srgbClr val="000000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lIns="79403" tIns="39702" rIns="79403" bIns="39702"/>
            <a:lstStyle/>
            <a:p>
              <a:pPr marL="848995" indent="-848995" defTabSz="794385">
                <a:spcBef>
                  <a:spcPct val="30000"/>
                </a:spcBef>
                <a:defRPr/>
              </a:pPr>
              <a:endParaRPr lang="en-US" altLang="zh-CN" sz="1300" b="1" kern="0">
                <a:solidFill>
                  <a:srgbClr val="FFFFFF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" name="Rectangle 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gray">
            <a:xfrm>
              <a:off x="6740358" y="1888348"/>
              <a:ext cx="2242794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3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</a:pPr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执行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17" name="Line 1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gray">
            <a:xfrm>
              <a:off x="6715307" y="2138858"/>
              <a:ext cx="2485934" cy="1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18" name="Rectangle 1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gray">
            <a:xfrm>
              <a:off x="6909820" y="2240536"/>
              <a:ext cx="2432885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3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1"/>
              <a:endParaRPr lang="zh-CN" altLang="en-US" sz="130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  <a:p>
              <a:pPr lvl="1"/>
              <a:endParaRPr lang="zh-CN" altLang="en-US" sz="130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19" name="Rectangle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gray">
            <a:xfrm>
              <a:off x="2870982" y="5830185"/>
              <a:ext cx="920990" cy="562142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lIns="79403" tIns="15880" rIns="79403" bIns="39702"/>
            <a:lstStyle/>
            <a:p>
              <a:pPr defTabSz="794385"/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  <a:cs typeface="Arial" panose="020B0604020202020204" pitchFamily="34" charset="0"/>
                </a:rPr>
                <a:t>企业管控和支持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gray">
            <a:xfrm>
              <a:off x="3871292" y="1835300"/>
              <a:ext cx="2705498" cy="3909416"/>
            </a:xfrm>
            <a:prstGeom prst="rect">
              <a:avLst/>
            </a:prstGeom>
            <a:solidFill>
              <a:srgbClr val="DDDDDD">
                <a:alpha val="63000"/>
              </a:srgbClr>
            </a:solidFill>
            <a:ln w="9525">
              <a:solidFill>
                <a:srgbClr val="000000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EAEAEA"/>
                    </a:outerShdw>
                  </a:effectLst>
                </a14:hiddenEffects>
              </a:ext>
            </a:extLst>
          </p:spPr>
          <p:txBody>
            <a:bodyPr lIns="79403" tIns="39702" rIns="79403" bIns="39702"/>
            <a:lstStyle/>
            <a:p>
              <a:pPr marL="848995" indent="-848995" defTabSz="794385">
                <a:spcBef>
                  <a:spcPct val="30000"/>
                </a:spcBef>
                <a:defRPr/>
              </a:pPr>
              <a:endParaRPr lang="en-US" altLang="zh-CN" sz="1300" b="1" kern="0">
                <a:solidFill>
                  <a:srgbClr val="FFFFFF"/>
                </a:solidFill>
                <a:latin typeface="Arial" panose="020B0604020202020204"/>
                <a:ea typeface="华文楷体" panose="0201060004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21" name="Rectangle 1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gray">
            <a:xfrm>
              <a:off x="3906932" y="1888349"/>
              <a:ext cx="2341469" cy="20037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3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>
                <a:buClr>
                  <a:srgbClr val="002960"/>
                </a:buClr>
              </a:pPr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  规划</a:t>
              </a:r>
              <a:r>
                <a:rPr lang="en-US" altLang="zh-CN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	</a:t>
              </a:r>
              <a:r>
                <a:rPr lang="zh-CN" altLang="en-US" sz="1300" b="1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管理</a:t>
              </a:r>
              <a:endParaRPr lang="zh-CN" altLang="en-US" sz="1300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gray">
            <a:xfrm>
              <a:off x="3928762" y="2138858"/>
              <a:ext cx="2444675" cy="1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gray">
            <a:xfrm>
              <a:off x="2421286" y="2125596"/>
              <a:ext cx="7368" cy="3535126"/>
            </a:xfrm>
            <a:prstGeom prst="line">
              <a:avLst/>
            </a:prstGeom>
            <a:noFill/>
            <a:ln w="57150">
              <a:solidFill>
                <a:srgbClr val="00296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4" name="Rectangle 1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gray">
            <a:xfrm rot="5400000">
              <a:off x="1785268" y="3814192"/>
              <a:ext cx="901833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b="1" dirty="0">
                  <a:solidFill>
                    <a:srgbClr val="002960"/>
                  </a:solidFill>
                  <a:latin typeface="Arial" panose="020B0604020202020204"/>
                  <a:ea typeface="华文楷体" panose="02010600040101010101" pitchFamily="2" charset="-122"/>
                </a:rPr>
                <a:t>业务价值链</a:t>
              </a:r>
              <a:endParaRPr lang="zh-CN" altLang="en-US" sz="1300" b="1" dirty="0">
                <a:solidFill>
                  <a:srgbClr val="00296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gray">
            <a:xfrm rot="5400000" flipV="1">
              <a:off x="6148714" y="-1562046"/>
              <a:ext cx="0" cy="6517658"/>
            </a:xfrm>
            <a:prstGeom prst="line">
              <a:avLst/>
            </a:prstGeom>
            <a:noFill/>
            <a:ln w="57150">
              <a:solidFill>
                <a:srgbClr val="00296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00" kern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19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gray">
            <a:xfrm>
              <a:off x="5796011" y="1410907"/>
              <a:ext cx="904780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b="1" dirty="0">
                  <a:solidFill>
                    <a:srgbClr val="002960"/>
                  </a:solidFill>
                  <a:latin typeface="Arial" panose="020B0604020202020204"/>
                  <a:ea typeface="华文楷体" panose="02010600040101010101" pitchFamily="2" charset="-122"/>
                </a:rPr>
                <a:t>管理层次</a:t>
              </a:r>
              <a:endParaRPr lang="zh-CN" altLang="en-US" sz="1300" b="1" dirty="0">
                <a:solidFill>
                  <a:srgbClr val="00296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7" name="Rectangle 2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gray">
            <a:xfrm>
              <a:off x="4064332" y="5991511"/>
              <a:ext cx="5213537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如：财务，人力资源，内控审计，</a:t>
              </a:r>
              <a:r>
                <a:rPr lang="en-US" altLang="zh-CN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IT</a:t>
              </a: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，战略等</a:t>
              </a:r>
              <a:endParaRPr lang="en-US" altLang="zh-CN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8" name="Rectangle 2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gray">
            <a:xfrm>
              <a:off x="3961917" y="2290638"/>
              <a:ext cx="2541931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如：市场导向产品企划、科技规划</a:t>
              </a: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  <a:p>
              <a:pPr>
                <a:buClr>
                  <a:srgbClr val="002960"/>
                </a:buClr>
              </a:pP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2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gray">
            <a:xfrm>
              <a:off x="6867823" y="2361370"/>
              <a:ext cx="2587612" cy="59997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如：产品生命周期管理、科技研发、研发管理</a:t>
              </a: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  <a:p>
              <a:pPr>
                <a:buClr>
                  <a:srgbClr val="002960"/>
                </a:buClr>
              </a:pP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0" name="Rectangle 2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gray">
            <a:xfrm>
              <a:off x="3961917" y="3185102"/>
              <a:ext cx="2541931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如：市场规划、客户规划、销售规划</a:t>
              </a:r>
              <a:endParaRPr lang="en-US" altLang="zh-CN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24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gray">
            <a:xfrm>
              <a:off x="6867823" y="3267623"/>
              <a:ext cx="2587612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如：市场推广执行、客户维护、销售执行</a:t>
              </a:r>
              <a:endParaRPr lang="en-US" altLang="zh-CN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2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gray">
            <a:xfrm>
              <a:off x="3963392" y="4055989"/>
              <a:ext cx="2541930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如：供应链规划</a:t>
              </a:r>
              <a:endParaRPr lang="en-US" altLang="zh-CN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3" name="Rectangle 2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gray">
            <a:xfrm>
              <a:off x="6869297" y="4162089"/>
              <a:ext cx="2587612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如：计划、寻源采购、生产制造、仓储物流、退货管理</a:t>
              </a: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4" name="Rectangle 2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gray">
            <a:xfrm>
              <a:off x="3953075" y="4951928"/>
              <a:ext cx="2541931" cy="1999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如：售后支持渠道管理</a:t>
              </a:r>
              <a:endParaRPr lang="en-US" altLang="zh-CN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5" name="Rectangle 2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gray">
            <a:xfrm>
              <a:off x="6858981" y="5058027"/>
              <a:ext cx="2587612" cy="3999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>
                <a:buClr>
                  <a:srgbClr val="002960"/>
                </a:buClr>
              </a:pPr>
              <a:r>
                <a:rPr lang="zh-CN" altLang="en-US" sz="130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如：售后渠道管理、售后服务管理、零部件管理</a:t>
              </a:r>
              <a:endParaRPr lang="zh-CN" altLang="en-US" sz="130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36" name="Rectangle 21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gray">
            <a:xfrm>
              <a:off x="2870982" y="5830185"/>
              <a:ext cx="920990" cy="562142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endParaRPr lang="en-US" altLang="zh-CN" sz="740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 rot="19275757">
              <a:off x="8927802" y="5427406"/>
              <a:ext cx="1156944" cy="26161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FF0000"/>
                  </a:solidFill>
                </a:rPr>
                <a:t>示例</a:t>
              </a:r>
              <a:endParaRPr lang="en-GB" sz="11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7258" y="3227457"/>
            <a:ext cx="1964509" cy="1198705"/>
            <a:chOff x="-1097259" y="1534138"/>
            <a:chExt cx="3313338" cy="2835594"/>
          </a:xfrm>
        </p:grpSpPr>
        <p:sp>
          <p:nvSpPr>
            <p:cNvPr id="45" name="Rectangle 132"/>
            <p:cNvSpPr>
              <a:spLocks noChangeArrowheads="1"/>
            </p:cNvSpPr>
            <p:nvPr/>
          </p:nvSpPr>
          <p:spPr bwMode="auto">
            <a:xfrm>
              <a:off x="1726723" y="3482234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-704712" y="1707238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7" name="Rectangle 39"/>
            <p:cNvSpPr>
              <a:spLocks noChangeArrowheads="1"/>
            </p:cNvSpPr>
            <p:nvPr/>
          </p:nvSpPr>
          <p:spPr bwMode="auto">
            <a:xfrm>
              <a:off x="-690544" y="172254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渠道关系管理策略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-690544" y="201327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渠道细分战略和规划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-690544" y="2304004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营销活动规划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-704712" y="2594736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-693496" y="261482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计划和考核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-690544" y="2906508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营销活动管理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-690544" y="319150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协商费率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-704712" y="3482234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-690544" y="3497536"/>
              <a:ext cx="461022" cy="109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-690544" y="3621862"/>
              <a:ext cx="461022" cy="1099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渠道信息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-690544" y="3747145"/>
              <a:ext cx="461022" cy="109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营销活动执行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8" name="Rectangle 50"/>
            <p:cNvSpPr>
              <a:spLocks noChangeArrowheads="1"/>
            </p:cNvSpPr>
            <p:nvPr/>
          </p:nvSpPr>
          <p:spPr bwMode="auto">
            <a:xfrm>
              <a:off x="-690544" y="3871471"/>
              <a:ext cx="461022" cy="22665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业务推动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和支持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9" name="Rectangle 52"/>
            <p:cNvSpPr>
              <a:spLocks noChangeArrowheads="1"/>
            </p:cNvSpPr>
            <p:nvPr/>
          </p:nvSpPr>
          <p:spPr bwMode="auto">
            <a:xfrm>
              <a:off x="-690544" y="4108647"/>
              <a:ext cx="461022" cy="12528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代理佣金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0" name="Rectangle 53"/>
            <p:cNvSpPr>
              <a:spLocks noChangeArrowheads="1"/>
            </p:cNvSpPr>
            <p:nvPr/>
          </p:nvSpPr>
          <p:spPr bwMode="auto">
            <a:xfrm>
              <a:off x="-690544" y="4245406"/>
              <a:ext cx="461022" cy="109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渠道培训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1" name="Rectangle 55"/>
            <p:cNvSpPr>
              <a:spLocks noChangeArrowheads="1"/>
            </p:cNvSpPr>
            <p:nvPr/>
          </p:nvSpPr>
          <p:spPr bwMode="auto">
            <a:xfrm>
              <a:off x="1233824" y="1707238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2" name="Rectangle 57"/>
            <p:cNvSpPr>
              <a:spLocks noChangeArrowheads="1"/>
            </p:cNvSpPr>
            <p:nvPr/>
          </p:nvSpPr>
          <p:spPr bwMode="auto">
            <a:xfrm>
              <a:off x="1233824" y="2594736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3" name="Rectangle 58"/>
            <p:cNvSpPr>
              <a:spLocks noChangeArrowheads="1"/>
            </p:cNvSpPr>
            <p:nvPr/>
          </p:nvSpPr>
          <p:spPr bwMode="auto">
            <a:xfrm>
              <a:off x="1247992" y="2610038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超权限业务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4" name="Rectangle 59"/>
            <p:cNvSpPr>
              <a:spLocks noChangeArrowheads="1"/>
            </p:cNvSpPr>
            <p:nvPr/>
          </p:nvSpPr>
          <p:spPr bwMode="auto">
            <a:xfrm>
              <a:off x="1247992" y="290077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保单服务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水平管理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5" name="Rectangle 60"/>
            <p:cNvSpPr>
              <a:spLocks noChangeArrowheads="1"/>
            </p:cNvSpPr>
            <p:nvPr/>
          </p:nvSpPr>
          <p:spPr bwMode="auto">
            <a:xfrm>
              <a:off x="1247992" y="319150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增值服务管理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6" name="Rectangle 61"/>
            <p:cNvSpPr>
              <a:spLocks noChangeArrowheads="1"/>
            </p:cNvSpPr>
            <p:nvPr/>
          </p:nvSpPr>
          <p:spPr bwMode="auto">
            <a:xfrm>
              <a:off x="1233824" y="3482234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7" name="Rectangle 62"/>
            <p:cNvSpPr>
              <a:spLocks noChangeArrowheads="1"/>
            </p:cNvSpPr>
            <p:nvPr/>
          </p:nvSpPr>
          <p:spPr bwMode="auto">
            <a:xfrm>
              <a:off x="1247992" y="3497536"/>
              <a:ext cx="461022" cy="15206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批改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1247992" y="3809308"/>
              <a:ext cx="461022" cy="13771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增值服务提供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9" name="Rectangle 64"/>
            <p:cNvSpPr>
              <a:spLocks noChangeArrowheads="1"/>
            </p:cNvSpPr>
            <p:nvPr/>
          </p:nvSpPr>
          <p:spPr bwMode="auto">
            <a:xfrm>
              <a:off x="1247992" y="3961368"/>
              <a:ext cx="461022" cy="12719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产品终止处理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1247992" y="4098127"/>
              <a:ext cx="461022" cy="11858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内容管理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1" name="Rectangle 66"/>
            <p:cNvSpPr>
              <a:spLocks noChangeArrowheads="1"/>
            </p:cNvSpPr>
            <p:nvPr/>
          </p:nvSpPr>
          <p:spPr bwMode="auto">
            <a:xfrm>
              <a:off x="1247992" y="4233930"/>
              <a:ext cx="461022" cy="12050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文档、影像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2" name="Rectangle 121"/>
            <p:cNvSpPr>
              <a:spLocks noChangeArrowheads="1"/>
            </p:cNvSpPr>
            <p:nvPr/>
          </p:nvSpPr>
          <p:spPr bwMode="auto">
            <a:xfrm>
              <a:off x="1726723" y="1707238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3" name="Rectangle 122"/>
            <p:cNvSpPr>
              <a:spLocks noChangeArrowheads="1"/>
            </p:cNvSpPr>
            <p:nvPr/>
          </p:nvSpPr>
          <p:spPr bwMode="auto">
            <a:xfrm>
              <a:off x="1740890" y="1722540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4" name="Rectangle 123"/>
            <p:cNvSpPr>
              <a:spLocks noChangeArrowheads="1"/>
            </p:cNvSpPr>
            <p:nvPr/>
          </p:nvSpPr>
          <p:spPr bwMode="auto">
            <a:xfrm>
              <a:off x="1740890" y="2013272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5" name="Rectangle 124"/>
            <p:cNvSpPr>
              <a:spLocks noChangeArrowheads="1"/>
            </p:cNvSpPr>
            <p:nvPr/>
          </p:nvSpPr>
          <p:spPr bwMode="auto">
            <a:xfrm>
              <a:off x="1740890" y="2304004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业务规定和程序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6" name="Rectangle 125"/>
            <p:cNvSpPr>
              <a:spLocks noChangeArrowheads="1"/>
            </p:cNvSpPr>
            <p:nvPr/>
          </p:nvSpPr>
          <p:spPr bwMode="auto">
            <a:xfrm>
              <a:off x="1726723" y="2594736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" name="Rectangle 126"/>
            <p:cNvSpPr>
              <a:spLocks noChangeArrowheads="1"/>
            </p:cNvSpPr>
            <p:nvPr/>
          </p:nvSpPr>
          <p:spPr bwMode="auto">
            <a:xfrm>
              <a:off x="1740890" y="2610038"/>
              <a:ext cx="460432" cy="19796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采购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厂商管理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8" name="Rectangle 129"/>
            <p:cNvSpPr>
              <a:spLocks noChangeArrowheads="1"/>
            </p:cNvSpPr>
            <p:nvPr/>
          </p:nvSpPr>
          <p:spPr bwMode="auto">
            <a:xfrm>
              <a:off x="1740890" y="3690720"/>
              <a:ext cx="460432" cy="10328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9" name="Rectangle 131"/>
            <p:cNvSpPr>
              <a:spLocks noChangeArrowheads="1"/>
            </p:cNvSpPr>
            <p:nvPr/>
          </p:nvSpPr>
          <p:spPr bwMode="auto">
            <a:xfrm>
              <a:off x="1740890" y="2822349"/>
              <a:ext cx="460432" cy="25726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审计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0" name="Rectangle 133"/>
            <p:cNvSpPr>
              <a:spLocks noChangeArrowheads="1"/>
            </p:cNvSpPr>
            <p:nvPr/>
          </p:nvSpPr>
          <p:spPr bwMode="auto">
            <a:xfrm>
              <a:off x="1740890" y="3499448"/>
              <a:ext cx="460432" cy="17692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1" name="Rectangle 136"/>
            <p:cNvSpPr>
              <a:spLocks noChangeArrowheads="1"/>
            </p:cNvSpPr>
            <p:nvPr/>
          </p:nvSpPr>
          <p:spPr bwMode="auto">
            <a:xfrm>
              <a:off x="1740890" y="3809308"/>
              <a:ext cx="460432" cy="14249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应用系统开发和维护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2" name="Rectangle 137"/>
            <p:cNvSpPr>
              <a:spLocks noChangeArrowheads="1"/>
            </p:cNvSpPr>
            <p:nvPr/>
          </p:nvSpPr>
          <p:spPr bwMode="auto">
            <a:xfrm>
              <a:off x="1740890" y="4132556"/>
              <a:ext cx="460432" cy="12528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3" name="Rectangle 138"/>
            <p:cNvSpPr>
              <a:spLocks noChangeArrowheads="1"/>
            </p:cNvSpPr>
            <p:nvPr/>
          </p:nvSpPr>
          <p:spPr bwMode="auto">
            <a:xfrm>
              <a:off x="1740890" y="3963281"/>
              <a:ext cx="460432" cy="1577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4" name="Rectangle 139"/>
            <p:cNvSpPr>
              <a:spLocks noChangeArrowheads="1"/>
            </p:cNvSpPr>
            <p:nvPr/>
          </p:nvSpPr>
          <p:spPr bwMode="auto">
            <a:xfrm>
              <a:off x="1740890" y="3094910"/>
              <a:ext cx="460432" cy="19892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公共关系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5" name="Rectangle 140"/>
            <p:cNvSpPr>
              <a:spLocks noChangeArrowheads="1"/>
            </p:cNvSpPr>
            <p:nvPr/>
          </p:nvSpPr>
          <p:spPr bwMode="auto">
            <a:xfrm>
              <a:off x="1740890" y="3310090"/>
              <a:ext cx="460432" cy="16258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6" name="Rectangle 141"/>
            <p:cNvSpPr>
              <a:spLocks noChangeArrowheads="1"/>
            </p:cNvSpPr>
            <p:nvPr/>
          </p:nvSpPr>
          <p:spPr bwMode="auto">
            <a:xfrm>
              <a:off x="1740890" y="4273140"/>
              <a:ext cx="460432" cy="8129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7" name="Rectangle 68"/>
            <p:cNvSpPr>
              <a:spLocks noChangeArrowheads="1"/>
            </p:cNvSpPr>
            <p:nvPr/>
          </p:nvSpPr>
          <p:spPr bwMode="auto">
            <a:xfrm>
              <a:off x="745649" y="1707238"/>
              <a:ext cx="49112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8" name="Rectangle 69"/>
            <p:cNvSpPr>
              <a:spLocks noChangeArrowheads="1"/>
            </p:cNvSpPr>
            <p:nvPr/>
          </p:nvSpPr>
          <p:spPr bwMode="auto">
            <a:xfrm>
              <a:off x="768080" y="1722540"/>
              <a:ext cx="453938" cy="42079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客户关系管理战略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9" name="Rectangle 70"/>
            <p:cNvSpPr>
              <a:spLocks noChangeArrowheads="1"/>
            </p:cNvSpPr>
            <p:nvPr/>
          </p:nvSpPr>
          <p:spPr bwMode="auto">
            <a:xfrm>
              <a:off x="768080" y="2158638"/>
              <a:ext cx="453938" cy="42079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客户细分战略和规划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0" name="Rectangle 71"/>
            <p:cNvSpPr>
              <a:spLocks noChangeArrowheads="1"/>
            </p:cNvSpPr>
            <p:nvPr/>
          </p:nvSpPr>
          <p:spPr bwMode="auto">
            <a:xfrm>
              <a:off x="745649" y="2594736"/>
              <a:ext cx="49112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1" name="Rectangle 72"/>
            <p:cNvSpPr>
              <a:spLocks noChangeArrowheads="1"/>
            </p:cNvSpPr>
            <p:nvPr/>
          </p:nvSpPr>
          <p:spPr bwMode="auto">
            <a:xfrm>
              <a:off x="768080" y="2610038"/>
              <a:ext cx="453938" cy="20274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客户满意度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2" name="Rectangle 73"/>
            <p:cNvSpPr>
              <a:spLocks noChangeArrowheads="1"/>
            </p:cNvSpPr>
            <p:nvPr/>
          </p:nvSpPr>
          <p:spPr bwMode="auto">
            <a:xfrm>
              <a:off x="773983" y="2828087"/>
              <a:ext cx="448035" cy="20274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3" name="Rectangle 74"/>
            <p:cNvSpPr>
              <a:spLocks noChangeArrowheads="1"/>
            </p:cNvSpPr>
            <p:nvPr/>
          </p:nvSpPr>
          <p:spPr bwMode="auto">
            <a:xfrm>
              <a:off x="773983" y="3046136"/>
              <a:ext cx="448035" cy="20274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客户接触管理</a:t>
              </a:r>
              <a:r>
                <a:rPr lang="fr-FR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沟通管理</a:t>
              </a:r>
              <a:r>
                <a:rPr lang="fr-FR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4" name="Rectangle 75"/>
            <p:cNvSpPr>
              <a:spLocks noChangeArrowheads="1"/>
            </p:cNvSpPr>
            <p:nvPr/>
          </p:nvSpPr>
          <p:spPr bwMode="auto">
            <a:xfrm>
              <a:off x="773983" y="3264185"/>
              <a:ext cx="448035" cy="20274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客户服务水平管理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5" name="Rectangle 76"/>
            <p:cNvSpPr>
              <a:spLocks noChangeArrowheads="1"/>
            </p:cNvSpPr>
            <p:nvPr/>
          </p:nvSpPr>
          <p:spPr bwMode="auto">
            <a:xfrm>
              <a:off x="745649" y="3482234"/>
              <a:ext cx="49112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6" name="Rectangle 77"/>
            <p:cNvSpPr>
              <a:spLocks noChangeArrowheads="1"/>
            </p:cNvSpPr>
            <p:nvPr/>
          </p:nvSpPr>
          <p:spPr bwMode="auto">
            <a:xfrm>
              <a:off x="768080" y="3497536"/>
              <a:ext cx="453938" cy="20944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 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 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伙伴信息收集、维护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7" name="Rectangle 80"/>
            <p:cNvSpPr>
              <a:spLocks noChangeArrowheads="1"/>
            </p:cNvSpPr>
            <p:nvPr/>
          </p:nvSpPr>
          <p:spPr bwMode="auto">
            <a:xfrm>
              <a:off x="768080" y="3730886"/>
              <a:ext cx="453938" cy="31177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客户接触 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柜台、电话、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fax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、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web)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8" name="Rectangle 81"/>
            <p:cNvSpPr>
              <a:spLocks noChangeArrowheads="1"/>
            </p:cNvSpPr>
            <p:nvPr/>
          </p:nvSpPr>
          <p:spPr bwMode="auto">
            <a:xfrm>
              <a:off x="768080" y="4063698"/>
              <a:ext cx="453938" cy="29073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邮件管理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纸质、电子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99" name="Rectangle 22"/>
            <p:cNvSpPr>
              <a:spLocks noChangeArrowheads="1"/>
            </p:cNvSpPr>
            <p:nvPr/>
          </p:nvSpPr>
          <p:spPr bwMode="auto">
            <a:xfrm>
              <a:off x="-218897" y="1707238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0" name="Rectangle 23"/>
            <p:cNvSpPr>
              <a:spLocks noChangeArrowheads="1"/>
            </p:cNvSpPr>
            <p:nvPr/>
          </p:nvSpPr>
          <p:spPr bwMode="auto">
            <a:xfrm>
              <a:off x="-208862" y="172254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风险、合规、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法律战略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1" name="Rectangle 24"/>
            <p:cNvSpPr>
              <a:spLocks noChangeArrowheads="1"/>
            </p:cNvSpPr>
            <p:nvPr/>
          </p:nvSpPr>
          <p:spPr bwMode="auto">
            <a:xfrm>
              <a:off x="-208862" y="201327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再保战略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2" name="Rectangle 25"/>
            <p:cNvSpPr>
              <a:spLocks noChangeArrowheads="1"/>
            </p:cNvSpPr>
            <p:nvPr/>
          </p:nvSpPr>
          <p:spPr bwMode="auto">
            <a:xfrm>
              <a:off x="-208862" y="2304004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巨灾风险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应对规划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3" name="Rectangle 26"/>
            <p:cNvSpPr>
              <a:spLocks noChangeArrowheads="1"/>
            </p:cNvSpPr>
            <p:nvPr/>
          </p:nvSpPr>
          <p:spPr bwMode="auto">
            <a:xfrm>
              <a:off x="-218897" y="2594736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4" name="Rectangle 31"/>
            <p:cNvSpPr>
              <a:spLocks noChangeArrowheads="1"/>
            </p:cNvSpPr>
            <p:nvPr/>
          </p:nvSpPr>
          <p:spPr bwMode="auto">
            <a:xfrm>
              <a:off x="-218897" y="3482234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5" name="Rectangle 32"/>
            <p:cNvSpPr>
              <a:spLocks noChangeArrowheads="1"/>
            </p:cNvSpPr>
            <p:nvPr/>
          </p:nvSpPr>
          <p:spPr bwMode="auto">
            <a:xfrm>
              <a:off x="-201778" y="3496580"/>
              <a:ext cx="453348" cy="22187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客户风险评级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6" name="Rectangle 34"/>
            <p:cNvSpPr>
              <a:spLocks noChangeArrowheads="1"/>
            </p:cNvSpPr>
            <p:nvPr/>
          </p:nvSpPr>
          <p:spPr bwMode="auto">
            <a:xfrm>
              <a:off x="-201778" y="3730886"/>
              <a:ext cx="453348" cy="3404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风险预警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7" name="Rectangle 35"/>
            <p:cNvSpPr>
              <a:spLocks noChangeArrowheads="1"/>
            </p:cNvSpPr>
            <p:nvPr/>
          </p:nvSpPr>
          <p:spPr bwMode="auto">
            <a:xfrm>
              <a:off x="-201778" y="4088563"/>
              <a:ext cx="453348" cy="26778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合约和临分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再保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8" name="Rectangle 22"/>
            <p:cNvSpPr>
              <a:spLocks noChangeArrowheads="1"/>
            </p:cNvSpPr>
            <p:nvPr/>
          </p:nvSpPr>
          <p:spPr bwMode="auto">
            <a:xfrm>
              <a:off x="268689" y="1707238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9" name="Rectangle 23"/>
            <p:cNvSpPr>
              <a:spLocks noChangeArrowheads="1"/>
            </p:cNvSpPr>
            <p:nvPr/>
          </p:nvSpPr>
          <p:spPr bwMode="auto">
            <a:xfrm>
              <a:off x="282856" y="172254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承保策略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0" name="Rectangle 24"/>
            <p:cNvSpPr>
              <a:spLocks noChangeArrowheads="1"/>
            </p:cNvSpPr>
            <p:nvPr/>
          </p:nvSpPr>
          <p:spPr bwMode="auto">
            <a:xfrm>
              <a:off x="282856" y="2013272"/>
              <a:ext cx="461022" cy="56233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承保规划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1" name="Rectangle 26"/>
            <p:cNvSpPr>
              <a:spLocks noChangeArrowheads="1"/>
            </p:cNvSpPr>
            <p:nvPr/>
          </p:nvSpPr>
          <p:spPr bwMode="auto">
            <a:xfrm>
              <a:off x="268689" y="2594736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2" name="Rectangle 31"/>
            <p:cNvSpPr>
              <a:spLocks noChangeArrowheads="1"/>
            </p:cNvSpPr>
            <p:nvPr/>
          </p:nvSpPr>
          <p:spPr bwMode="auto">
            <a:xfrm>
              <a:off x="268689" y="3482234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3" name="Rectangle 34"/>
            <p:cNvSpPr>
              <a:spLocks noChangeArrowheads="1"/>
            </p:cNvSpPr>
            <p:nvPr/>
          </p:nvSpPr>
          <p:spPr bwMode="auto">
            <a:xfrm>
              <a:off x="282856" y="4171767"/>
              <a:ext cx="461022" cy="18266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归档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4" name="Rectangle 36"/>
            <p:cNvSpPr>
              <a:spLocks noChangeArrowheads="1"/>
            </p:cNvSpPr>
            <p:nvPr/>
          </p:nvSpPr>
          <p:spPr bwMode="auto">
            <a:xfrm>
              <a:off x="282856" y="3671592"/>
              <a:ext cx="461022" cy="14154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核保决定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5" name="Rectangle 36"/>
            <p:cNvSpPr>
              <a:spLocks noChangeArrowheads="1"/>
            </p:cNvSpPr>
            <p:nvPr/>
          </p:nvSpPr>
          <p:spPr bwMode="auto">
            <a:xfrm>
              <a:off x="281085" y="3495623"/>
              <a:ext cx="464564" cy="1606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报价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6" name="Rectangle 34"/>
            <p:cNvSpPr>
              <a:spLocks noChangeArrowheads="1"/>
            </p:cNvSpPr>
            <p:nvPr/>
          </p:nvSpPr>
          <p:spPr bwMode="auto">
            <a:xfrm>
              <a:off x="281085" y="4004404"/>
              <a:ext cx="464564" cy="15014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打单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7" name="Rectangle 43"/>
            <p:cNvSpPr>
              <a:spLocks noChangeArrowheads="1"/>
            </p:cNvSpPr>
            <p:nvPr/>
          </p:nvSpPr>
          <p:spPr bwMode="auto">
            <a:xfrm>
              <a:off x="-208862" y="2610038"/>
              <a:ext cx="461022" cy="2830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精算控制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8" name="Rectangle 44"/>
            <p:cNvSpPr>
              <a:spLocks noChangeArrowheads="1"/>
            </p:cNvSpPr>
            <p:nvPr/>
          </p:nvSpPr>
          <p:spPr bwMode="auto">
            <a:xfrm>
              <a:off x="-208862" y="2908421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风险和暴露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9" name="Rectangle 45"/>
            <p:cNvSpPr>
              <a:spLocks noChangeArrowheads="1"/>
            </p:cNvSpPr>
            <p:nvPr/>
          </p:nvSpPr>
          <p:spPr bwMode="auto">
            <a:xfrm>
              <a:off x="-208862" y="3201065"/>
              <a:ext cx="461022" cy="26778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再保管理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0" name="Rectangle 34"/>
            <p:cNvSpPr>
              <a:spLocks noChangeArrowheads="1"/>
            </p:cNvSpPr>
            <p:nvPr/>
          </p:nvSpPr>
          <p:spPr bwMode="auto">
            <a:xfrm>
              <a:off x="281085" y="3833217"/>
              <a:ext cx="464564" cy="15014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入单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1" name="Rectangle 63"/>
            <p:cNvSpPr>
              <a:spLocks noChangeArrowheads="1"/>
            </p:cNvSpPr>
            <p:nvPr/>
          </p:nvSpPr>
          <p:spPr bwMode="auto">
            <a:xfrm>
              <a:off x="1247992" y="3667767"/>
              <a:ext cx="461022" cy="126239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续保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2" name="Rectangle 132"/>
            <p:cNvSpPr>
              <a:spLocks noChangeArrowheads="1"/>
            </p:cNvSpPr>
            <p:nvPr/>
          </p:nvSpPr>
          <p:spPr bwMode="auto">
            <a:xfrm>
              <a:off x="1726723" y="3482234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>
              <a:off x="-704712" y="1707238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4" name="Rectangle 39"/>
            <p:cNvSpPr>
              <a:spLocks noChangeArrowheads="1"/>
            </p:cNvSpPr>
            <p:nvPr/>
          </p:nvSpPr>
          <p:spPr bwMode="auto">
            <a:xfrm>
              <a:off x="-690544" y="172254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销售和市场策略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5" name="Rectangle 40"/>
            <p:cNvSpPr>
              <a:spLocks noChangeArrowheads="1"/>
            </p:cNvSpPr>
            <p:nvPr/>
          </p:nvSpPr>
          <p:spPr bwMode="auto">
            <a:xfrm>
              <a:off x="-690544" y="201327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客户管理规划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6" name="Rectangle 42"/>
            <p:cNvSpPr>
              <a:spLocks noChangeArrowheads="1"/>
            </p:cNvSpPr>
            <p:nvPr/>
          </p:nvSpPr>
          <p:spPr bwMode="auto">
            <a:xfrm>
              <a:off x="-704712" y="2594736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7" name="Rectangle 43"/>
            <p:cNvSpPr>
              <a:spLocks noChangeArrowheads="1"/>
            </p:cNvSpPr>
            <p:nvPr/>
          </p:nvSpPr>
          <p:spPr bwMode="auto">
            <a:xfrm>
              <a:off x="-693496" y="261482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渠道伙伴管理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-690544" y="2906508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客户关系管理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9" name="Rectangle 46"/>
            <p:cNvSpPr>
              <a:spLocks noChangeArrowheads="1"/>
            </p:cNvSpPr>
            <p:nvPr/>
          </p:nvSpPr>
          <p:spPr bwMode="auto">
            <a:xfrm>
              <a:off x="-704712" y="3482234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0" name="Rectangle 47"/>
            <p:cNvSpPr>
              <a:spLocks noChangeArrowheads="1"/>
            </p:cNvSpPr>
            <p:nvPr/>
          </p:nvSpPr>
          <p:spPr bwMode="auto">
            <a:xfrm>
              <a:off x="-690544" y="3497536"/>
              <a:ext cx="461022" cy="109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渠道支持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1" name="Rectangle 48"/>
            <p:cNvSpPr>
              <a:spLocks noChangeArrowheads="1"/>
            </p:cNvSpPr>
            <p:nvPr/>
          </p:nvSpPr>
          <p:spPr bwMode="auto">
            <a:xfrm>
              <a:off x="-690544" y="3621862"/>
              <a:ext cx="461022" cy="1099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市场调查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2" name="Rectangle 49"/>
            <p:cNvSpPr>
              <a:spLocks noChangeArrowheads="1"/>
            </p:cNvSpPr>
            <p:nvPr/>
          </p:nvSpPr>
          <p:spPr bwMode="auto">
            <a:xfrm>
              <a:off x="-690544" y="3747145"/>
              <a:ext cx="461022" cy="10902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销售活动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3" name="Rectangle 50"/>
            <p:cNvSpPr>
              <a:spLocks noChangeArrowheads="1"/>
            </p:cNvSpPr>
            <p:nvPr/>
          </p:nvSpPr>
          <p:spPr bwMode="auto">
            <a:xfrm>
              <a:off x="-690544" y="3871471"/>
              <a:ext cx="461022" cy="22665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市场推广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4" name="Rectangle 52"/>
            <p:cNvSpPr>
              <a:spLocks noChangeArrowheads="1"/>
            </p:cNvSpPr>
            <p:nvPr/>
          </p:nvSpPr>
          <p:spPr bwMode="auto">
            <a:xfrm>
              <a:off x="-690544" y="4108647"/>
              <a:ext cx="461022" cy="12528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客户服务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5" name="Rectangle 57"/>
            <p:cNvSpPr>
              <a:spLocks noChangeArrowheads="1"/>
            </p:cNvSpPr>
            <p:nvPr/>
          </p:nvSpPr>
          <p:spPr bwMode="auto">
            <a:xfrm>
              <a:off x="1233824" y="2594736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6" name="Rectangle 58"/>
            <p:cNvSpPr>
              <a:spLocks noChangeArrowheads="1"/>
            </p:cNvSpPr>
            <p:nvPr/>
          </p:nvSpPr>
          <p:spPr bwMode="auto">
            <a:xfrm>
              <a:off x="1247992" y="2610038"/>
              <a:ext cx="461022" cy="27256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b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</a:b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资产管理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7" name="Rectangle 59"/>
            <p:cNvSpPr>
              <a:spLocks noChangeArrowheads="1"/>
            </p:cNvSpPr>
            <p:nvPr/>
          </p:nvSpPr>
          <p:spPr bwMode="auto">
            <a:xfrm>
              <a:off x="1247992" y="290077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性能管理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8" name="Rectangle 60"/>
            <p:cNvSpPr>
              <a:spLocks noChangeArrowheads="1"/>
            </p:cNvSpPr>
            <p:nvPr/>
          </p:nvSpPr>
          <p:spPr bwMode="auto">
            <a:xfrm>
              <a:off x="1247992" y="3191502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 dirty="0"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endParaRPr lang="zh-CN" altLang="en-US" sz="100" b="0" dirty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39" name="Rectangle 61"/>
            <p:cNvSpPr>
              <a:spLocks noChangeArrowheads="1"/>
            </p:cNvSpPr>
            <p:nvPr/>
          </p:nvSpPr>
          <p:spPr bwMode="auto">
            <a:xfrm>
              <a:off x="1233824" y="3482234"/>
              <a:ext cx="48935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0" name="Rectangle 62"/>
            <p:cNvSpPr>
              <a:spLocks noChangeArrowheads="1"/>
            </p:cNvSpPr>
            <p:nvPr/>
          </p:nvSpPr>
          <p:spPr bwMode="auto">
            <a:xfrm>
              <a:off x="1247992" y="3497536"/>
              <a:ext cx="461022" cy="28403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1" name="Rectangle 63"/>
            <p:cNvSpPr>
              <a:spLocks noChangeArrowheads="1"/>
            </p:cNvSpPr>
            <p:nvPr/>
          </p:nvSpPr>
          <p:spPr bwMode="auto">
            <a:xfrm>
              <a:off x="1247992" y="3804526"/>
              <a:ext cx="461022" cy="27734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设施维护和运行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2" name="Rectangle 65"/>
            <p:cNvSpPr>
              <a:spLocks noChangeArrowheads="1"/>
            </p:cNvSpPr>
            <p:nvPr/>
          </p:nvSpPr>
          <p:spPr bwMode="auto">
            <a:xfrm>
              <a:off x="1247992" y="4105778"/>
              <a:ext cx="461022" cy="24865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3" name="Rectangle 121"/>
            <p:cNvSpPr>
              <a:spLocks noChangeArrowheads="1"/>
            </p:cNvSpPr>
            <p:nvPr/>
          </p:nvSpPr>
          <p:spPr bwMode="auto">
            <a:xfrm>
              <a:off x="1726723" y="1707238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4" name="Rectangle 122"/>
            <p:cNvSpPr>
              <a:spLocks noChangeArrowheads="1"/>
            </p:cNvSpPr>
            <p:nvPr/>
          </p:nvSpPr>
          <p:spPr bwMode="auto">
            <a:xfrm>
              <a:off x="1740890" y="1722540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业务战略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5" name="Rectangle 123"/>
            <p:cNvSpPr>
              <a:spLocks noChangeArrowheads="1"/>
            </p:cNvSpPr>
            <p:nvPr/>
          </p:nvSpPr>
          <p:spPr bwMode="auto">
            <a:xfrm>
              <a:off x="1740890" y="2013272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业务规划和预算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6" name="Rectangle 124"/>
            <p:cNvSpPr>
              <a:spLocks noChangeArrowheads="1"/>
            </p:cNvSpPr>
            <p:nvPr/>
          </p:nvSpPr>
          <p:spPr bwMode="auto">
            <a:xfrm>
              <a:off x="1740890" y="2304004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业务规定和制度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7" name="Rectangle 125"/>
            <p:cNvSpPr>
              <a:spLocks noChangeArrowheads="1"/>
            </p:cNvSpPr>
            <p:nvPr/>
          </p:nvSpPr>
          <p:spPr bwMode="auto">
            <a:xfrm>
              <a:off x="1726723" y="2594736"/>
              <a:ext cx="489356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8" name="Rectangle 126"/>
            <p:cNvSpPr>
              <a:spLocks noChangeArrowheads="1"/>
            </p:cNvSpPr>
            <p:nvPr/>
          </p:nvSpPr>
          <p:spPr bwMode="auto">
            <a:xfrm>
              <a:off x="1740890" y="2610038"/>
              <a:ext cx="460432" cy="14249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采购厂商管理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9" name="Rectangle 129"/>
            <p:cNvSpPr>
              <a:spLocks noChangeArrowheads="1"/>
            </p:cNvSpPr>
            <p:nvPr/>
          </p:nvSpPr>
          <p:spPr bwMode="auto">
            <a:xfrm>
              <a:off x="1740890" y="3690720"/>
              <a:ext cx="460432" cy="10328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固定资产管理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0" name="Rectangle 131"/>
            <p:cNvSpPr>
              <a:spLocks noChangeArrowheads="1"/>
            </p:cNvSpPr>
            <p:nvPr/>
          </p:nvSpPr>
          <p:spPr bwMode="auto">
            <a:xfrm>
              <a:off x="1740890" y="2917984"/>
              <a:ext cx="460432" cy="16162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审计管理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法律合规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1" name="Rectangle 133"/>
            <p:cNvSpPr>
              <a:spLocks noChangeArrowheads="1"/>
            </p:cNvSpPr>
            <p:nvPr/>
          </p:nvSpPr>
          <p:spPr bwMode="auto">
            <a:xfrm>
              <a:off x="1740890" y="3499448"/>
              <a:ext cx="460432" cy="17692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财务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(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应收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应付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总帐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税务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)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2" name="Rectangle 137"/>
            <p:cNvSpPr>
              <a:spLocks noChangeArrowheads="1"/>
            </p:cNvSpPr>
            <p:nvPr/>
          </p:nvSpPr>
          <p:spPr bwMode="auto">
            <a:xfrm>
              <a:off x="1740890" y="3811220"/>
              <a:ext cx="460432" cy="27447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人力资源（薪酬、福利、招聘、绩效）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3" name="Rectangle 139"/>
            <p:cNvSpPr>
              <a:spLocks noChangeArrowheads="1"/>
            </p:cNvSpPr>
            <p:nvPr/>
          </p:nvSpPr>
          <p:spPr bwMode="auto">
            <a:xfrm>
              <a:off x="1740890" y="3142728"/>
              <a:ext cx="460432" cy="1023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公共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投资关系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4" name="Rectangle 140"/>
            <p:cNvSpPr>
              <a:spLocks noChangeArrowheads="1"/>
            </p:cNvSpPr>
            <p:nvPr/>
          </p:nvSpPr>
          <p:spPr bwMode="auto">
            <a:xfrm>
              <a:off x="1740890" y="3311047"/>
              <a:ext cx="460432" cy="12145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安全管理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5" name="Rectangle 141"/>
            <p:cNvSpPr>
              <a:spLocks noChangeArrowheads="1"/>
            </p:cNvSpPr>
            <p:nvPr/>
          </p:nvSpPr>
          <p:spPr bwMode="auto">
            <a:xfrm>
              <a:off x="1740890" y="4112473"/>
              <a:ext cx="460432" cy="24195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培训和知识管理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6" name="Rectangle 68"/>
            <p:cNvSpPr>
              <a:spLocks noChangeArrowheads="1"/>
            </p:cNvSpPr>
            <p:nvPr/>
          </p:nvSpPr>
          <p:spPr bwMode="auto">
            <a:xfrm>
              <a:off x="745649" y="1707238"/>
              <a:ext cx="49112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7" name="Rectangle 69"/>
            <p:cNvSpPr>
              <a:spLocks noChangeArrowheads="1"/>
            </p:cNvSpPr>
            <p:nvPr/>
          </p:nvSpPr>
          <p:spPr bwMode="auto">
            <a:xfrm>
              <a:off x="768080" y="1722540"/>
              <a:ext cx="453938" cy="420796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系统维护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8" name="Rectangle 76"/>
            <p:cNvSpPr>
              <a:spLocks noChangeArrowheads="1"/>
            </p:cNvSpPr>
            <p:nvPr/>
          </p:nvSpPr>
          <p:spPr bwMode="auto">
            <a:xfrm>
              <a:off x="745649" y="3482234"/>
              <a:ext cx="49112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9" name="Rectangle 77"/>
            <p:cNvSpPr>
              <a:spLocks noChangeArrowheads="1"/>
            </p:cNvSpPr>
            <p:nvPr/>
          </p:nvSpPr>
          <p:spPr bwMode="auto">
            <a:xfrm>
              <a:off x="768080" y="3497536"/>
              <a:ext cx="453938" cy="20944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用户反馈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0" name="Rectangle 80"/>
            <p:cNvSpPr>
              <a:spLocks noChangeArrowheads="1"/>
            </p:cNvSpPr>
            <p:nvPr/>
          </p:nvSpPr>
          <p:spPr bwMode="auto">
            <a:xfrm>
              <a:off x="768080" y="3730886"/>
              <a:ext cx="453938" cy="31177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1" name="Rectangle 81"/>
            <p:cNvSpPr>
              <a:spLocks noChangeArrowheads="1"/>
            </p:cNvSpPr>
            <p:nvPr/>
          </p:nvSpPr>
          <p:spPr bwMode="auto">
            <a:xfrm>
              <a:off x="768080" y="4063698"/>
              <a:ext cx="453938" cy="29073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系统支持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2" name="Rectangle 22"/>
            <p:cNvSpPr>
              <a:spLocks noChangeArrowheads="1"/>
            </p:cNvSpPr>
            <p:nvPr/>
          </p:nvSpPr>
          <p:spPr bwMode="auto">
            <a:xfrm>
              <a:off x="-218897" y="1707238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3" name="Rectangle 23"/>
            <p:cNvSpPr>
              <a:spLocks noChangeArrowheads="1"/>
            </p:cNvSpPr>
            <p:nvPr/>
          </p:nvSpPr>
          <p:spPr bwMode="auto">
            <a:xfrm>
              <a:off x="-208862" y="1722540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4" name="Rectangle 26"/>
            <p:cNvSpPr>
              <a:spLocks noChangeArrowheads="1"/>
            </p:cNvSpPr>
            <p:nvPr/>
          </p:nvSpPr>
          <p:spPr bwMode="auto">
            <a:xfrm>
              <a:off x="-218897" y="2594736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5" name="Rectangle 31"/>
            <p:cNvSpPr>
              <a:spLocks noChangeArrowheads="1"/>
            </p:cNvSpPr>
            <p:nvPr/>
          </p:nvSpPr>
          <p:spPr bwMode="auto">
            <a:xfrm>
              <a:off x="-218897" y="3482234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6" name="Rectangle 32"/>
            <p:cNvSpPr>
              <a:spLocks noChangeArrowheads="1"/>
            </p:cNvSpPr>
            <p:nvPr/>
          </p:nvSpPr>
          <p:spPr bwMode="auto">
            <a:xfrm>
              <a:off x="-201778" y="3496580"/>
              <a:ext cx="453348" cy="221874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订单处理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7" name="Rectangle 34"/>
            <p:cNvSpPr>
              <a:spLocks noChangeArrowheads="1"/>
            </p:cNvSpPr>
            <p:nvPr/>
          </p:nvSpPr>
          <p:spPr bwMode="auto">
            <a:xfrm>
              <a:off x="-201778" y="3730886"/>
              <a:ext cx="453348" cy="340463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安装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实施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8" name="Rectangle 35"/>
            <p:cNvSpPr>
              <a:spLocks noChangeArrowheads="1"/>
            </p:cNvSpPr>
            <p:nvPr/>
          </p:nvSpPr>
          <p:spPr bwMode="auto">
            <a:xfrm>
              <a:off x="-201778" y="4088563"/>
              <a:ext cx="453348" cy="26778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问题处理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69" name="Rectangle 22"/>
            <p:cNvSpPr>
              <a:spLocks noChangeArrowheads="1"/>
            </p:cNvSpPr>
            <p:nvPr/>
          </p:nvSpPr>
          <p:spPr bwMode="auto">
            <a:xfrm>
              <a:off x="268689" y="1707238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0" name="Rectangle 23"/>
            <p:cNvSpPr>
              <a:spLocks noChangeArrowheads="1"/>
            </p:cNvSpPr>
            <p:nvPr/>
          </p:nvSpPr>
          <p:spPr bwMode="auto">
            <a:xfrm>
              <a:off x="282856" y="1797135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产品策略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1" name="Rectangle 24"/>
            <p:cNvSpPr>
              <a:spLocks noChangeArrowheads="1"/>
            </p:cNvSpPr>
            <p:nvPr/>
          </p:nvSpPr>
          <p:spPr bwMode="auto">
            <a:xfrm>
              <a:off x="1249763" y="2145249"/>
              <a:ext cx="460432" cy="33281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应用组合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2" name="Rectangle 31"/>
            <p:cNvSpPr>
              <a:spLocks noChangeArrowheads="1"/>
            </p:cNvSpPr>
            <p:nvPr/>
          </p:nvSpPr>
          <p:spPr bwMode="auto">
            <a:xfrm>
              <a:off x="268689" y="3482234"/>
              <a:ext cx="489947" cy="88749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105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3" name="Rectangle 36"/>
            <p:cNvSpPr>
              <a:spLocks noChangeArrowheads="1"/>
            </p:cNvSpPr>
            <p:nvPr/>
          </p:nvSpPr>
          <p:spPr bwMode="auto">
            <a:xfrm>
              <a:off x="279314" y="4051266"/>
              <a:ext cx="460432" cy="23335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变更</a:t>
              </a: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/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版本实施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4" name="Rectangle 36"/>
            <p:cNvSpPr>
              <a:spLocks noChangeArrowheads="1"/>
            </p:cNvSpPr>
            <p:nvPr/>
          </p:nvSpPr>
          <p:spPr bwMode="auto">
            <a:xfrm>
              <a:off x="281085" y="3690720"/>
              <a:ext cx="458661" cy="1606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系统开发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5" name="Rectangle 43"/>
            <p:cNvSpPr>
              <a:spLocks noChangeArrowheads="1"/>
            </p:cNvSpPr>
            <p:nvPr/>
          </p:nvSpPr>
          <p:spPr bwMode="auto">
            <a:xfrm>
              <a:off x="-208862" y="2610038"/>
              <a:ext cx="461022" cy="28308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服务请求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6" name="Rectangle 44"/>
            <p:cNvSpPr>
              <a:spLocks noChangeArrowheads="1"/>
            </p:cNvSpPr>
            <p:nvPr/>
          </p:nvSpPr>
          <p:spPr bwMode="auto">
            <a:xfrm>
              <a:off x="-208862" y="2908421"/>
              <a:ext cx="46102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服务水平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协议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7" name="Rectangle 45"/>
            <p:cNvSpPr>
              <a:spLocks noChangeArrowheads="1"/>
            </p:cNvSpPr>
            <p:nvPr/>
          </p:nvSpPr>
          <p:spPr bwMode="auto">
            <a:xfrm>
              <a:off x="-208862" y="3201065"/>
              <a:ext cx="461022" cy="26778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服务厂商管理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8" name="Rectangle 34"/>
            <p:cNvSpPr>
              <a:spLocks noChangeArrowheads="1"/>
            </p:cNvSpPr>
            <p:nvPr/>
          </p:nvSpPr>
          <p:spPr bwMode="auto">
            <a:xfrm>
              <a:off x="281085" y="3863820"/>
              <a:ext cx="458661" cy="17310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系统测试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9" name="Rectangle 126"/>
            <p:cNvSpPr>
              <a:spLocks noChangeArrowheads="1"/>
            </p:cNvSpPr>
            <p:nvPr/>
          </p:nvSpPr>
          <p:spPr bwMode="auto">
            <a:xfrm>
              <a:off x="1745612" y="2770705"/>
              <a:ext cx="447445" cy="119545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流程管理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0" name="Rectangle 84"/>
            <p:cNvSpPr>
              <a:spLocks noChangeArrowheads="1"/>
            </p:cNvSpPr>
            <p:nvPr/>
          </p:nvSpPr>
          <p:spPr bwMode="auto">
            <a:xfrm>
              <a:off x="1252124" y="1722540"/>
              <a:ext cx="456890" cy="357677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00" b="0"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1" name="Rectangle 80"/>
            <p:cNvSpPr>
              <a:spLocks noChangeArrowheads="1"/>
            </p:cNvSpPr>
            <p:nvPr/>
          </p:nvSpPr>
          <p:spPr bwMode="auto">
            <a:xfrm>
              <a:off x="282265" y="2847214"/>
              <a:ext cx="449806" cy="191271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开发工具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2" name="Rectangle 81"/>
            <p:cNvSpPr>
              <a:spLocks noChangeArrowheads="1"/>
            </p:cNvSpPr>
            <p:nvPr/>
          </p:nvSpPr>
          <p:spPr bwMode="auto">
            <a:xfrm>
              <a:off x="282265" y="3065263"/>
              <a:ext cx="450987" cy="18170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版本管理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3" name="Rectangle 77"/>
            <p:cNvSpPr>
              <a:spLocks noChangeArrowheads="1"/>
            </p:cNvSpPr>
            <p:nvPr/>
          </p:nvSpPr>
          <p:spPr bwMode="auto">
            <a:xfrm>
              <a:off x="282265" y="2613863"/>
              <a:ext cx="449806" cy="209442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产品架构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4" name="Rectangle 23"/>
            <p:cNvSpPr>
              <a:spLocks noChangeArrowheads="1"/>
            </p:cNvSpPr>
            <p:nvPr/>
          </p:nvSpPr>
          <p:spPr bwMode="auto">
            <a:xfrm>
              <a:off x="286988" y="2129947"/>
              <a:ext cx="460432" cy="275430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开发策略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5" name="Rectangle 36"/>
            <p:cNvSpPr>
              <a:spLocks noChangeArrowheads="1"/>
            </p:cNvSpPr>
            <p:nvPr/>
          </p:nvSpPr>
          <p:spPr bwMode="auto">
            <a:xfrm>
              <a:off x="281085" y="3507099"/>
              <a:ext cx="458661" cy="16066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需求分析</a:t>
              </a:r>
              <a:endParaRPr lang="zh-CN" altLang="en-US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6" name="Rectangle 81"/>
            <p:cNvSpPr>
              <a:spLocks noChangeArrowheads="1"/>
            </p:cNvSpPr>
            <p:nvPr/>
          </p:nvSpPr>
          <p:spPr bwMode="auto">
            <a:xfrm>
              <a:off x="286398" y="3277574"/>
              <a:ext cx="450397" cy="181708"/>
            </a:xfrm>
            <a:prstGeom prst="rect">
              <a:avLst/>
            </a:prstGeom>
            <a:solidFill>
              <a:srgbClr val="EAEAEA"/>
            </a:solidFill>
            <a:ln w="6350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100" b="0">
                  <a:ea typeface="宋体" panose="02010600030101010101" pitchFamily="2" charset="-122"/>
                  <a:cs typeface="Arial" panose="020B0604020202020204" pitchFamily="34" charset="0"/>
                </a:rPr>
                <a:t>项目管理</a:t>
              </a:r>
              <a:endParaRPr lang="en-US" altLang="zh-CN" sz="100" b="0"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7" name="Rectangle 37"/>
            <p:cNvSpPr>
              <a:spLocks noChangeArrowheads="1"/>
            </p:cNvSpPr>
            <p:nvPr/>
          </p:nvSpPr>
          <p:spPr bwMode="auto">
            <a:xfrm>
              <a:off x="-704712" y="1534138"/>
              <a:ext cx="489357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销售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54"/>
            <p:cNvSpPr>
              <a:spLocks noChangeArrowheads="1"/>
            </p:cNvSpPr>
            <p:nvPr/>
          </p:nvSpPr>
          <p:spPr bwMode="auto">
            <a:xfrm>
              <a:off x="1233824" y="1534138"/>
              <a:ext cx="489357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IT</a:t>
              </a: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支持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89" name="Rectangle 67"/>
            <p:cNvSpPr>
              <a:spLocks noChangeArrowheads="1"/>
            </p:cNvSpPr>
            <p:nvPr/>
          </p:nvSpPr>
          <p:spPr bwMode="auto">
            <a:xfrm>
              <a:off x="745649" y="1534138"/>
              <a:ext cx="491127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产品支持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0" name="Rectangle 21"/>
            <p:cNvSpPr>
              <a:spLocks noChangeArrowheads="1"/>
            </p:cNvSpPr>
            <p:nvPr/>
          </p:nvSpPr>
          <p:spPr bwMode="auto">
            <a:xfrm>
              <a:off x="-218897" y="1534138"/>
              <a:ext cx="489947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服务管理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1" name="Rectangle 21"/>
            <p:cNvSpPr>
              <a:spLocks noChangeArrowheads="1"/>
            </p:cNvSpPr>
            <p:nvPr/>
          </p:nvSpPr>
          <p:spPr bwMode="auto">
            <a:xfrm>
              <a:off x="268689" y="1534138"/>
              <a:ext cx="489947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开发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2" name="Rectangle 120"/>
            <p:cNvSpPr>
              <a:spLocks noChangeArrowheads="1"/>
            </p:cNvSpPr>
            <p:nvPr/>
          </p:nvSpPr>
          <p:spPr bwMode="auto">
            <a:xfrm>
              <a:off x="1726723" y="1534138"/>
              <a:ext cx="489356" cy="19127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 dirty="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企业职能</a:t>
              </a:r>
              <a:endParaRPr lang="zh-CN" altLang="en-US" sz="300" dirty="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3" name="Rectangle 5"/>
            <p:cNvSpPr>
              <a:spLocks noChangeArrowheads="1"/>
            </p:cNvSpPr>
            <p:nvPr/>
          </p:nvSpPr>
          <p:spPr bwMode="auto">
            <a:xfrm>
              <a:off x="-1097259" y="1707238"/>
              <a:ext cx="396089" cy="887498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战略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规划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4" name="Rectangle 6"/>
            <p:cNvSpPr>
              <a:spLocks noChangeArrowheads="1"/>
            </p:cNvSpPr>
            <p:nvPr/>
          </p:nvSpPr>
          <p:spPr bwMode="auto">
            <a:xfrm>
              <a:off x="-1097259" y="2594736"/>
              <a:ext cx="396089" cy="887498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管理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控制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95" name="Rectangle 7"/>
            <p:cNvSpPr>
              <a:spLocks noChangeArrowheads="1"/>
            </p:cNvSpPr>
            <p:nvPr/>
          </p:nvSpPr>
          <p:spPr bwMode="auto">
            <a:xfrm>
              <a:off x="-1097259" y="3482234"/>
              <a:ext cx="396089" cy="887498"/>
            </a:xfrm>
            <a:prstGeom prst="rect">
              <a:avLst/>
            </a:prstGeom>
            <a:solidFill>
              <a:srgbClr val="0070C0"/>
            </a:solidFill>
            <a:ln w="6350" algn="ctr">
              <a:solidFill>
                <a:schemeClr val="bg1"/>
              </a:solidFill>
              <a:miter lim="800000"/>
            </a:ln>
          </p:spPr>
          <p:txBody>
            <a:bodyPr lIns="31750" tIns="31750" rIns="31750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操作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00">
                  <a:solidFill>
                    <a:schemeClr val="bg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执行</a:t>
              </a:r>
              <a:endParaRPr lang="zh-CN" altLang="en-US" sz="300">
                <a:solidFill>
                  <a:schemeClr val="bg1"/>
                </a:solidFill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1143647" y="3646908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7" name="Rectangle 196"/>
            <p:cNvSpPr/>
            <p:nvPr/>
          </p:nvSpPr>
          <p:spPr bwMode="auto">
            <a:xfrm>
              <a:off x="1377141" y="3880817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8" name="Rectangle 197"/>
            <p:cNvSpPr/>
            <p:nvPr/>
          </p:nvSpPr>
          <p:spPr bwMode="auto">
            <a:xfrm>
              <a:off x="747581" y="3916377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9" name="Rectangle 198"/>
            <p:cNvSpPr/>
            <p:nvPr/>
          </p:nvSpPr>
          <p:spPr bwMode="auto">
            <a:xfrm>
              <a:off x="981075" y="4150286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1641512" y="4129495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1" name="Rectangle 200"/>
            <p:cNvSpPr/>
            <p:nvPr/>
          </p:nvSpPr>
          <p:spPr bwMode="auto">
            <a:xfrm>
              <a:off x="1936642" y="3778834"/>
              <a:ext cx="138912" cy="114143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Tx/>
                <a:buFont typeface="Wingdings" panose="05000000000000000000" pitchFamily="2" charset="2"/>
                <a:buChar char="§"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7569200" cy="939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针对现有流程（</a:t>
            </a:r>
            <a:r>
              <a:rPr lang="en-US" altLang="zh-CN" dirty="0"/>
              <a:t>L3-4</a:t>
            </a:r>
            <a:r>
              <a:rPr lang="zh-CN" altLang="en-US" dirty="0"/>
              <a:t>）关键环节进行现状分析</a:t>
            </a:r>
            <a:endParaRPr lang="en-US" altLang="zh-CN" dirty="0"/>
          </a:p>
        </p:txBody>
      </p:sp>
      <p:graphicFrame>
        <p:nvGraphicFramePr>
          <p:cNvPr id="80896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166812" y="1419226"/>
          <a:ext cx="7569200" cy="458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7586980" imgH="4596765" progId="Visio.Drawing.11">
                  <p:embed/>
                </p:oleObj>
              </mc:Choice>
              <mc:Fallback>
                <p:oleObj name="Visio" r:id="rId1" imgW="7586980" imgH="459676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2" y="1419226"/>
                        <a:ext cx="7569200" cy="458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 rot="1911192">
            <a:off x="7957663" y="1554347"/>
            <a:ext cx="1156944" cy="26161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GB" sz="1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tar: 5 Points 1"/>
          <p:cNvSpPr/>
          <p:nvPr/>
        </p:nvSpPr>
        <p:spPr bwMode="auto">
          <a:xfrm>
            <a:off x="1855068" y="1916832"/>
            <a:ext cx="144016" cy="13756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tar: 5 Points 7"/>
          <p:cNvSpPr/>
          <p:nvPr/>
        </p:nvSpPr>
        <p:spPr bwMode="auto">
          <a:xfrm>
            <a:off x="4591372" y="2420888"/>
            <a:ext cx="144016" cy="13756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tar: 5 Points 8"/>
          <p:cNvSpPr/>
          <p:nvPr/>
        </p:nvSpPr>
        <p:spPr bwMode="auto">
          <a:xfrm>
            <a:off x="4591372" y="4797152"/>
            <a:ext cx="144016" cy="13756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tar: 5 Points 9"/>
          <p:cNvSpPr/>
          <p:nvPr/>
        </p:nvSpPr>
        <p:spPr bwMode="auto">
          <a:xfrm>
            <a:off x="5023420" y="3140968"/>
            <a:ext cx="144016" cy="13756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tar: 5 Points 2"/>
          <p:cNvSpPr/>
          <p:nvPr/>
        </p:nvSpPr>
        <p:spPr bwMode="auto">
          <a:xfrm>
            <a:off x="8952507" y="2645630"/>
            <a:ext cx="144016" cy="13756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79034" y="257849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改进点</a:t>
            </a:r>
            <a:endParaRPr lang="en-GB" sz="1200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4818299" y="2995255"/>
            <a:ext cx="427633" cy="216024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463580" y="3496692"/>
            <a:ext cx="427633" cy="216024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3727276" y="4875455"/>
            <a:ext cx="427633" cy="216024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751612" y="5263108"/>
            <a:ext cx="427633" cy="216024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774458" y="2924944"/>
            <a:ext cx="427633" cy="216024"/>
          </a:xfrm>
          <a:prstGeom prst="rect">
            <a:avLst/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02091" y="291531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系统支持</a:t>
            </a:r>
            <a:endParaRPr lang="en-GB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45684" y="358861"/>
            <a:ext cx="8321675" cy="685800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从流程操作</a:t>
            </a:r>
            <a:r>
              <a:rPr lang="en-US" altLang="zh-CN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人员</a:t>
            </a:r>
            <a:r>
              <a:rPr lang="en-US" altLang="zh-CN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技术等维度</a:t>
            </a:r>
            <a:r>
              <a:rPr lang="zh-CN" altLang="en-GB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评估</a:t>
            </a:r>
            <a:r>
              <a:rPr lang="zh-CN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rPr>
              <a:t>并提出改进点</a:t>
            </a:r>
            <a:endParaRPr lang="zh-CN" altLang="en-GB" sz="2800" b="1" dirty="0">
              <a:solidFill>
                <a:srgbClr val="0A4F8D"/>
              </a:solidFill>
              <a:latin typeface="Impact" panose="020B0806030902050204" charset="0"/>
              <a:ea typeface="微软雅黑" panose="020B0503020204020204" pitchFamily="34" charset="-122"/>
            </a:endParaRPr>
          </a:p>
        </p:txBody>
      </p:sp>
      <p:pic>
        <p:nvPicPr>
          <p:cNvPr id="17" name="tab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66" y="1410240"/>
            <a:ext cx="8458200" cy="5062157"/>
          </a:xfrm>
          <a:prstGeom prst="rect">
            <a:avLst/>
          </a:prstGeom>
        </p:spPr>
      </p:pic>
      <p:sp>
        <p:nvSpPr>
          <p:cNvPr id="18" name="Text Box 41"/>
          <p:cNvSpPr txBox="1">
            <a:spLocks noChangeArrowheads="1"/>
          </p:cNvSpPr>
          <p:nvPr/>
        </p:nvSpPr>
        <p:spPr bwMode="blackWhite">
          <a:xfrm rot="16231728">
            <a:off x="-40871" y="5579551"/>
            <a:ext cx="77311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FF3300"/>
              </a:buClr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42"/>
          <p:cNvSpPr txBox="1">
            <a:spLocks noChangeArrowheads="1"/>
          </p:cNvSpPr>
          <p:nvPr/>
        </p:nvSpPr>
        <p:spPr bwMode="blackWhite">
          <a:xfrm rot="16231728">
            <a:off x="-40872" y="3955539"/>
            <a:ext cx="773113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FF3300"/>
              </a:buClr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43"/>
          <p:cNvSpPr txBox="1">
            <a:spLocks noChangeArrowheads="1"/>
          </p:cNvSpPr>
          <p:nvPr/>
        </p:nvSpPr>
        <p:spPr bwMode="blackWhite">
          <a:xfrm rot="16231728">
            <a:off x="-40871" y="2210876"/>
            <a:ext cx="77311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  <a:buClr>
                <a:srgbClr val="FF3300"/>
              </a:buClr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47"/>
          <p:cNvSpPr>
            <a:spLocks noChangeShapeType="1"/>
          </p:cNvSpPr>
          <p:nvPr/>
        </p:nvSpPr>
        <p:spPr bwMode="auto">
          <a:xfrm flipH="1">
            <a:off x="4656821" y="2690590"/>
            <a:ext cx="255308" cy="125436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endParaRPr lang="en-GB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48"/>
          <p:cNvSpPr>
            <a:spLocks noChangeShapeType="1"/>
          </p:cNvSpPr>
          <p:nvPr/>
        </p:nvSpPr>
        <p:spPr bwMode="auto">
          <a:xfrm>
            <a:off x="4627966" y="4153440"/>
            <a:ext cx="1524000" cy="1371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endParaRPr lang="en-GB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50"/>
          <p:cNvSpPr txBox="1">
            <a:spLocks noChangeArrowheads="1"/>
          </p:cNvSpPr>
          <p:nvPr/>
        </p:nvSpPr>
        <p:spPr bwMode="auto">
          <a:xfrm>
            <a:off x="4381097" y="6509830"/>
            <a:ext cx="1219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wdDnDiag">
                  <a:fgClr>
                    <a:srgbClr val="3366FF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9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现在所处位置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Star: 5 Points 13"/>
          <p:cNvSpPr/>
          <p:nvPr/>
        </p:nvSpPr>
        <p:spPr bwMode="auto">
          <a:xfrm>
            <a:off x="4784475" y="2423542"/>
            <a:ext cx="255307" cy="205834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Star: 5 Points 14"/>
          <p:cNvSpPr/>
          <p:nvPr/>
        </p:nvSpPr>
        <p:spPr bwMode="auto">
          <a:xfrm>
            <a:off x="4543966" y="3944955"/>
            <a:ext cx="255307" cy="205834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Star: 5 Points 15"/>
          <p:cNvSpPr/>
          <p:nvPr/>
        </p:nvSpPr>
        <p:spPr bwMode="auto">
          <a:xfrm>
            <a:off x="6024312" y="5395407"/>
            <a:ext cx="255307" cy="205834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Star: 5 Points 27"/>
          <p:cNvSpPr/>
          <p:nvPr/>
        </p:nvSpPr>
        <p:spPr bwMode="auto">
          <a:xfrm>
            <a:off x="4136837" y="6500344"/>
            <a:ext cx="255307" cy="205834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240"/>
          <p:cNvSpPr txBox="1">
            <a:spLocks noChangeArrowheads="1"/>
          </p:cNvSpPr>
          <p:nvPr/>
        </p:nvSpPr>
        <p:spPr bwMode="auto">
          <a:xfrm rot="1324605">
            <a:off x="2682349" y="3141515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从财务维度</a:t>
            </a:r>
            <a:r>
              <a:rPr lang="zh-CN" altLang="en-GB" sz="2800" dirty="0"/>
              <a:t>评估</a:t>
            </a:r>
            <a:r>
              <a:rPr lang="zh-CN" altLang="en-US" sz="2800" dirty="0"/>
              <a:t>并提出改进点</a:t>
            </a:r>
            <a:endParaRPr lang="en-GB" sz="28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1118741" y="1895463"/>
            <a:ext cx="7848873" cy="4743450"/>
            <a:chOff x="533399" y="1198563"/>
            <a:chExt cx="8763000" cy="5360987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199" y="2730500"/>
              <a:ext cx="3433763" cy="3006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609599" y="1470025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dirty="0">
                  <a:latin typeface="Arial" panose="020B0604020202020204" pitchFamily="34" charset="0"/>
                </a:rPr>
                <a:t>理赔管理支持活动发生的差旅</a:t>
              </a:r>
              <a:r>
                <a:rPr lang="en-US" altLang="zh-CN" sz="1000" dirty="0">
                  <a:latin typeface="Arial" panose="020B0604020202020204" pitchFamily="34" charset="0"/>
                </a:rPr>
                <a:t>\</a:t>
              </a:r>
              <a:r>
                <a:rPr lang="zh-CN" altLang="en-US" sz="1000" dirty="0">
                  <a:latin typeface="Arial" panose="020B0604020202020204" pitchFamily="34" charset="0"/>
                </a:rPr>
                <a:t>会议</a:t>
              </a:r>
              <a:r>
                <a:rPr lang="en-US" altLang="zh-CN" sz="1000" dirty="0">
                  <a:latin typeface="Arial" panose="020B0604020202020204" pitchFamily="34" charset="0"/>
                </a:rPr>
                <a:t>\</a:t>
              </a:r>
              <a:r>
                <a:rPr lang="zh-CN" altLang="en-US" sz="1000" dirty="0">
                  <a:latin typeface="Arial" panose="020B0604020202020204" pitchFamily="34" charset="0"/>
                </a:rPr>
                <a:t>招待等成本占比</a:t>
              </a:r>
              <a:r>
                <a:rPr lang="en-US" altLang="zh-CN" sz="1000" dirty="0">
                  <a:solidFill>
                    <a:srgbClr val="FF9900"/>
                  </a:solidFill>
                  <a:latin typeface="Arial" panose="020B0604020202020204" pitchFamily="34" charset="0"/>
                </a:rPr>
                <a:t>2.8%</a:t>
              </a:r>
              <a:endParaRPr lang="en-US" altLang="zh-CN" sz="1000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868487" y="1776413"/>
              <a:ext cx="758825" cy="45704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868487" y="1774825"/>
              <a:ext cx="758825" cy="381000"/>
            </a:xfrm>
            <a:prstGeom prst="rect">
              <a:avLst/>
            </a:prstGeom>
            <a:pattFill prst="ltDnDiag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68487" y="3298825"/>
              <a:ext cx="758825" cy="914400"/>
            </a:xfrm>
            <a:prstGeom prst="rect">
              <a:avLst/>
            </a:prstGeom>
            <a:pattFill prst="pct75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868487" y="1852613"/>
              <a:ext cx="758825" cy="1462087"/>
            </a:xfrm>
            <a:prstGeom prst="rect">
              <a:avLst/>
            </a:prstGeom>
            <a:pattFill prst="diagBrick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685799" y="5283200"/>
              <a:ext cx="990600" cy="6956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dirty="0">
                  <a:latin typeface="Arial" panose="020B0604020202020204" pitchFamily="34" charset="0"/>
                </a:rPr>
                <a:t>本部人力成本只占车险理赔流程总成本的</a:t>
              </a:r>
              <a:r>
                <a:rPr lang="en-US" altLang="zh-CN" sz="1000" dirty="0">
                  <a:solidFill>
                    <a:srgbClr val="FF9900"/>
                  </a:solidFill>
                  <a:latin typeface="Arial" panose="020B0604020202020204" pitchFamily="34" charset="0"/>
                </a:rPr>
                <a:t>45.8%</a:t>
              </a:r>
              <a:endParaRPr lang="en-US" altLang="zh-CN" sz="1000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09599" y="3603625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>
                  <a:latin typeface="Arial" panose="020B0604020202020204" pitchFamily="34" charset="0"/>
                </a:rPr>
                <a:t>职场和设备成本占比</a:t>
              </a:r>
              <a:r>
                <a:rPr lang="en-US" altLang="zh-CN" sz="1000">
                  <a:solidFill>
                    <a:srgbClr val="FF9900"/>
                  </a:solidFill>
                  <a:latin typeface="Arial" panose="020B0604020202020204" pitchFamily="34" charset="0"/>
                </a:rPr>
                <a:t>19.5%</a:t>
              </a:r>
              <a:endParaRPr lang="en-US" altLang="zh-CN" sz="100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 flipV="1">
              <a:off x="2590799" y="3146425"/>
              <a:ext cx="18288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2666999" y="5280025"/>
              <a:ext cx="25908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4876799" y="3603625"/>
              <a:ext cx="68580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200">
                  <a:latin typeface="Arial" panose="020B0604020202020204" pitchFamily="34" charset="0"/>
                </a:rPr>
                <a:t>管理支持</a:t>
              </a:r>
              <a:r>
                <a:rPr lang="en-US" altLang="zh-CN" sz="1200">
                  <a:latin typeface="Arial" panose="020B0604020202020204" pitchFamily="34" charset="0"/>
                </a:rPr>
                <a:t>10.0%</a:t>
              </a:r>
              <a:endParaRPr lang="en-US" altLang="zh-CN" sz="1200">
                <a:latin typeface="Arial" panose="020B0604020202020204" pitchFamily="34" charset="0"/>
              </a:endParaRP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4267199" y="4670425"/>
              <a:ext cx="68580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200">
                  <a:latin typeface="Arial" panose="020B0604020202020204" pitchFamily="34" charset="0"/>
                </a:rPr>
                <a:t>查勘定损</a:t>
              </a:r>
              <a:r>
                <a:rPr lang="en-US" altLang="zh-CN" sz="1200">
                  <a:latin typeface="Arial" panose="020B0604020202020204" pitchFamily="34" charset="0"/>
                </a:rPr>
                <a:t>23.1%</a:t>
              </a:r>
              <a:endParaRPr lang="en-US" altLang="zh-CN" sz="1200">
                <a:latin typeface="Arial" panose="020B0604020202020204" pitchFamily="34" charset="0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962399" y="3527425"/>
              <a:ext cx="685800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lnSpc>
                  <a:spcPct val="130000"/>
                </a:lnSpc>
                <a:spcBef>
                  <a:spcPct val="50000"/>
                </a:spcBef>
                <a:buSzPct val="80000"/>
                <a:buFont typeface="Arial" panose="020B0604020202020204" pitchFamily="34" charset="0"/>
                <a:buNone/>
              </a:pPr>
              <a:r>
                <a:rPr lang="zh-CN" altLang="en-US" sz="1200">
                  <a:latin typeface="Arial" panose="020B0604020202020204" pitchFamily="34" charset="0"/>
                </a:rPr>
                <a:t>缮制</a:t>
              </a:r>
              <a:r>
                <a:rPr lang="en-US" altLang="zh-CN" sz="1200">
                  <a:latin typeface="Arial" panose="020B0604020202020204" pitchFamily="34" charset="0"/>
                </a:rPr>
                <a:t>9.4%</a:t>
              </a:r>
              <a:endParaRPr lang="en-US" altLang="zh-CN" sz="1200">
                <a:latin typeface="Arial" panose="020B0604020202020204" pitchFamily="34" charset="0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1676399" y="6346825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126287" y="1776413"/>
              <a:ext cx="758825" cy="457041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7126287" y="2003425"/>
              <a:ext cx="758825" cy="585788"/>
            </a:xfrm>
            <a:prstGeom prst="rect">
              <a:avLst/>
            </a:prstGeom>
            <a:pattFill prst="dkHorz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7126287" y="2613025"/>
              <a:ext cx="758825" cy="822325"/>
            </a:xfrm>
            <a:prstGeom prst="rect">
              <a:avLst/>
            </a:prstGeom>
            <a:pattFill prst="ltVert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6934199" y="6346825"/>
              <a:ext cx="1143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8000999" y="4670425"/>
              <a:ext cx="10382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b="1">
                  <a:latin typeface="Arial" panose="020B0604020202020204" pitchFamily="34" charset="0"/>
                </a:rPr>
                <a:t>查勘定损</a:t>
              </a:r>
              <a:r>
                <a:rPr lang="zh-CN" altLang="en-US" sz="1000">
                  <a:latin typeface="Arial" panose="020B0604020202020204" pitchFamily="34" charset="0"/>
                </a:rPr>
                <a:t>环节总成本占比为</a:t>
              </a:r>
              <a:r>
                <a:rPr lang="en-US" altLang="zh-CN" sz="1000">
                  <a:solidFill>
                    <a:srgbClr val="FF9900"/>
                  </a:solidFill>
                  <a:latin typeface="Arial" panose="020B0604020202020204" pitchFamily="34" charset="0"/>
                </a:rPr>
                <a:t>63.1%</a:t>
              </a:r>
              <a:endParaRPr lang="en-US" altLang="zh-CN" sz="100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8000999" y="2079625"/>
              <a:ext cx="10382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b="1">
                  <a:latin typeface="Arial" panose="020B0604020202020204" pitchFamily="34" charset="0"/>
                </a:rPr>
                <a:t>管理环节</a:t>
              </a:r>
              <a:r>
                <a:rPr lang="zh-CN" altLang="en-US" sz="1000">
                  <a:latin typeface="Arial" panose="020B0604020202020204" pitchFamily="34" charset="0"/>
                </a:rPr>
                <a:t>总成本占比为</a:t>
              </a:r>
              <a:r>
                <a:rPr lang="en-US" altLang="zh-CN" sz="1000">
                  <a:solidFill>
                    <a:srgbClr val="FF9900"/>
                  </a:solidFill>
                  <a:latin typeface="Arial" panose="020B0604020202020204" pitchFamily="34" charset="0"/>
                </a:rPr>
                <a:t>14.9%</a:t>
              </a:r>
              <a:endParaRPr lang="en-US" altLang="zh-CN" sz="100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8000999" y="2841625"/>
              <a:ext cx="12192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b="1">
                  <a:latin typeface="Arial" panose="020B0604020202020204" pitchFamily="34" charset="0"/>
                </a:rPr>
                <a:t>缮制环节</a:t>
              </a:r>
              <a:r>
                <a:rPr lang="zh-CN" altLang="en-US" sz="1000">
                  <a:latin typeface="Arial" panose="020B0604020202020204" pitchFamily="34" charset="0"/>
                </a:rPr>
                <a:t>总成本占比</a:t>
              </a:r>
              <a:r>
                <a:rPr lang="en-US" altLang="zh-CN" sz="1000">
                  <a:solidFill>
                    <a:srgbClr val="FF9900"/>
                  </a:solidFill>
                  <a:latin typeface="Arial" panose="020B0604020202020204" pitchFamily="34" charset="0"/>
                </a:rPr>
                <a:t>17.2%</a:t>
              </a:r>
              <a:endParaRPr lang="en-US" altLang="zh-CN" sz="100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AutoShape 24"/>
            <p:cNvSpPr/>
            <p:nvPr/>
          </p:nvSpPr>
          <p:spPr bwMode="auto">
            <a:xfrm>
              <a:off x="8000999" y="1198563"/>
              <a:ext cx="1295400" cy="834829"/>
            </a:xfrm>
            <a:prstGeom prst="accentCallout1">
              <a:avLst>
                <a:gd name="adj1" fmla="val 15449"/>
                <a:gd name="adj2" fmla="val -5884"/>
                <a:gd name="adj3" fmla="val 90560"/>
                <a:gd name="adj4" fmla="val -37866"/>
              </a:avLst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200" dirty="0">
                  <a:latin typeface="Arial" panose="020B0604020202020204" pitchFamily="34" charset="0"/>
                </a:rPr>
                <a:t>接保修</a:t>
              </a:r>
              <a:r>
                <a:rPr lang="en-US" altLang="zh-CN" sz="1200" dirty="0">
                  <a:latin typeface="Arial" panose="020B0604020202020204" pitchFamily="34" charset="0"/>
                </a:rPr>
                <a:t>0.9%</a:t>
              </a:r>
              <a:br>
                <a:rPr lang="en-US" altLang="zh-CN" sz="1200" dirty="0">
                  <a:latin typeface="Arial" panose="020B0604020202020204" pitchFamily="34" charset="0"/>
                </a:rPr>
              </a:br>
              <a:r>
                <a:rPr lang="zh-CN" altLang="en-US" sz="1200" dirty="0">
                  <a:latin typeface="Arial" panose="020B0604020202020204" pitchFamily="34" charset="0"/>
                </a:rPr>
                <a:t>调度</a:t>
              </a:r>
              <a:r>
                <a:rPr lang="en-US" altLang="zh-CN" sz="1200" dirty="0">
                  <a:latin typeface="Arial" panose="020B0604020202020204" pitchFamily="34" charset="0"/>
                </a:rPr>
                <a:t>1.5%</a:t>
              </a:r>
              <a:br>
                <a:rPr lang="en-US" altLang="zh-CN" sz="1200" dirty="0">
                  <a:latin typeface="Arial" panose="020B0604020202020204" pitchFamily="34" charset="0"/>
                </a:rPr>
              </a:br>
              <a:r>
                <a:rPr lang="zh-CN" altLang="en-US" sz="1200" dirty="0">
                  <a:latin typeface="Arial" panose="020B0604020202020204" pitchFamily="34" charset="0"/>
                </a:rPr>
                <a:t>复核</a:t>
              </a:r>
              <a:r>
                <a:rPr lang="en-US" altLang="zh-CN" sz="1200" dirty="0">
                  <a:latin typeface="Arial" panose="020B0604020202020204" pitchFamily="34" charset="0"/>
                </a:rPr>
                <a:t>0.9%</a:t>
              </a:r>
              <a:br>
                <a:rPr lang="en-US" altLang="zh-CN" sz="1200" dirty="0">
                  <a:latin typeface="Arial" panose="020B0604020202020204" pitchFamily="34" charset="0"/>
                </a:rPr>
              </a:br>
              <a:r>
                <a:rPr lang="zh-CN" altLang="en-US" sz="1200" dirty="0">
                  <a:latin typeface="Arial" panose="020B0604020202020204" pitchFamily="34" charset="0"/>
                </a:rPr>
                <a:t>追偿</a:t>
              </a:r>
              <a:r>
                <a:rPr lang="en-US" altLang="zh-CN" sz="1200" dirty="0">
                  <a:latin typeface="Arial" panose="020B0604020202020204" pitchFamily="34" charset="0"/>
                </a:rPr>
                <a:t>1.5%</a:t>
              </a:r>
              <a:endParaRPr lang="en-US" altLang="zh-CN" sz="1200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1676399" y="6346825"/>
              <a:ext cx="1146175" cy="21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en-US" altLang="zh-CN" sz="1400">
                  <a:latin typeface="Arial" panose="020B0604020202020204" pitchFamily="34" charset="0"/>
                </a:rPr>
                <a:t>100%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6934199" y="6346825"/>
              <a:ext cx="1146175" cy="212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en-US" altLang="zh-CN" sz="1400">
                  <a:latin typeface="Arial" panose="020B0604020202020204" pitchFamily="34" charset="0"/>
                </a:rPr>
                <a:t>100%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533399" y="2155825"/>
              <a:ext cx="1219200" cy="869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buSzPct val="80000"/>
                <a:buFont typeface="Arial" panose="020B0604020202020204" pitchFamily="34" charset="0"/>
                <a:buNone/>
              </a:pPr>
              <a:r>
                <a:rPr lang="zh-CN" altLang="en-US" sz="1000" dirty="0">
                  <a:latin typeface="Arial" panose="020B0604020202020204" pitchFamily="34" charset="0"/>
                </a:rPr>
                <a:t>委托公估和编内查勘员同时进行现场查勘发生的电信</a:t>
              </a:r>
              <a:r>
                <a:rPr lang="en-US" altLang="zh-CN" sz="1000" dirty="0">
                  <a:latin typeface="Arial" panose="020B0604020202020204" pitchFamily="34" charset="0"/>
                </a:rPr>
                <a:t>\</a:t>
              </a:r>
              <a:r>
                <a:rPr lang="zh-CN" altLang="en-US" sz="1000" dirty="0">
                  <a:latin typeface="Arial" panose="020B0604020202020204" pitchFamily="34" charset="0"/>
                </a:rPr>
                <a:t>直接查勘</a:t>
              </a:r>
              <a:r>
                <a:rPr lang="en-US" altLang="zh-CN" sz="1000" dirty="0">
                  <a:latin typeface="Arial" panose="020B0604020202020204" pitchFamily="34" charset="0"/>
                </a:rPr>
                <a:t>\</a:t>
              </a:r>
              <a:r>
                <a:rPr lang="zh-CN" altLang="en-US" sz="1000" dirty="0">
                  <a:latin typeface="Arial" panose="020B0604020202020204" pitchFamily="34" charset="0"/>
                </a:rPr>
                <a:t>燃油等成本占比为</a:t>
              </a:r>
              <a:r>
                <a:rPr lang="en-US" altLang="zh-CN" sz="1000" dirty="0">
                  <a:solidFill>
                    <a:srgbClr val="FF9900"/>
                  </a:solidFill>
                  <a:latin typeface="Arial" panose="020B0604020202020204" pitchFamily="34" charset="0"/>
                </a:rPr>
                <a:t>31.9%</a:t>
              </a:r>
              <a:endParaRPr lang="en-US" altLang="zh-CN" sz="1000" dirty="0">
                <a:solidFill>
                  <a:srgbClr val="FF99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5858446" y="3821247"/>
              <a:ext cx="1219200" cy="616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lnSpc>
                  <a:spcPct val="130000"/>
                </a:lnSpc>
                <a:spcBef>
                  <a:spcPct val="50000"/>
                </a:spcBef>
                <a:buSzPct val="80000"/>
                <a:buFont typeface="Arial" panose="020B0604020202020204" pitchFamily="34" charset="0"/>
                <a:buNone/>
              </a:pPr>
              <a:r>
                <a:rPr lang="zh-CN" altLang="en-US" sz="1200" dirty="0">
                  <a:latin typeface="Arial" panose="020B0604020202020204" pitchFamily="34" charset="0"/>
                </a:rPr>
                <a:t>接保修</a:t>
              </a:r>
              <a:r>
                <a:rPr lang="en-US" altLang="zh-CN" sz="1200" dirty="0">
                  <a:latin typeface="Arial" panose="020B0604020202020204" pitchFamily="34" charset="0"/>
                </a:rPr>
                <a:t>1.1%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l">
                <a:lnSpc>
                  <a:spcPct val="130000"/>
                </a:lnSpc>
                <a:spcBef>
                  <a:spcPct val="50000"/>
                </a:spcBef>
                <a:buSzPct val="80000"/>
                <a:buFont typeface="Arial" panose="020B0604020202020204" pitchFamily="34" charset="0"/>
                <a:buNone/>
              </a:pPr>
              <a:r>
                <a:rPr lang="zh-CN" altLang="en-US" sz="1200" dirty="0">
                  <a:latin typeface="Arial" panose="020B0604020202020204" pitchFamily="34" charset="0"/>
                </a:rPr>
                <a:t>调度</a:t>
              </a:r>
              <a:r>
                <a:rPr lang="en-US" altLang="zh-CN" sz="1200" dirty="0">
                  <a:latin typeface="Arial" panose="020B0604020202020204" pitchFamily="34" charset="0"/>
                </a:rPr>
                <a:t>0.5%</a:t>
              </a:r>
              <a:endParaRPr lang="en-US" altLang="zh-CN" sz="1200" dirty="0">
                <a:latin typeface="Arial" panose="020B0604020202020204" pitchFamily="34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7126287" y="1774825"/>
              <a:ext cx="758825" cy="201613"/>
            </a:xfrm>
            <a:prstGeom prst="rect">
              <a:avLst/>
            </a:prstGeom>
            <a:pattFill prst="sphere">
              <a:fgClr>
                <a:schemeClr val="tx1"/>
              </a:fgClr>
              <a:bgClr>
                <a:srgbClr val="FFFFFF"/>
              </a:bgClr>
            </a:patt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auto">
            <a:xfrm>
              <a:off x="3124199" y="3908425"/>
              <a:ext cx="533400" cy="476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lnSpc>
                  <a:spcPct val="130000"/>
                </a:lnSpc>
                <a:spcBef>
                  <a:spcPct val="50000"/>
                </a:spcBef>
                <a:buSzPct val="80000"/>
                <a:buFont typeface="Arial" panose="020B0604020202020204" pitchFamily="34" charset="0"/>
                <a:buNone/>
              </a:pPr>
              <a:r>
                <a:rPr lang="zh-CN" altLang="en-US" sz="1200">
                  <a:latin typeface="Arial" panose="020B0604020202020204" pitchFamily="34" charset="0"/>
                </a:rPr>
                <a:t>复核</a:t>
              </a:r>
              <a:r>
                <a:rPr lang="en-US" altLang="zh-CN" sz="1200">
                  <a:latin typeface="Arial" panose="020B0604020202020204" pitchFamily="34" charset="0"/>
                </a:rPr>
                <a:t>0.7%</a:t>
              </a:r>
              <a:endParaRPr lang="en-US" altLang="zh-CN" sz="1200">
                <a:latin typeface="Arial" panose="020B0604020202020204" pitchFamily="34" charset="0"/>
              </a:endParaRPr>
            </a:p>
          </p:txBody>
        </p:sp>
        <p:sp>
          <p:nvSpPr>
            <p:cNvPr id="39" name="Text Box 37"/>
            <p:cNvSpPr txBox="1">
              <a:spLocks noChangeArrowheads="1"/>
            </p:cNvSpPr>
            <p:nvPr/>
          </p:nvSpPr>
          <p:spPr bwMode="auto">
            <a:xfrm>
              <a:off x="4190999" y="2841625"/>
              <a:ext cx="1066800" cy="238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sz="900" kern="12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defRPr>
              </a:lvl9pPr>
            </a:lstStyle>
            <a:p>
              <a:pPr algn="l">
                <a:lnSpc>
                  <a:spcPct val="130000"/>
                </a:lnSpc>
                <a:spcBef>
                  <a:spcPct val="50000"/>
                </a:spcBef>
                <a:buSzPct val="80000"/>
                <a:buFont typeface="Arial" panose="020B0604020202020204" pitchFamily="34" charset="0"/>
                <a:buNone/>
              </a:pPr>
              <a:r>
                <a:rPr lang="zh-CN" altLang="en-US" sz="1200">
                  <a:latin typeface="Arial" panose="020B0604020202020204" pitchFamily="34" charset="0"/>
                </a:rPr>
                <a:t>追偿</a:t>
              </a:r>
              <a:r>
                <a:rPr lang="en-US" altLang="zh-CN" sz="1200">
                  <a:latin typeface="Arial" panose="020B0604020202020204" pitchFamily="34" charset="0"/>
                </a:rPr>
                <a:t>1.1%</a:t>
              </a:r>
              <a:endParaRPr lang="en-US" altLang="zh-CN" sz="1200">
                <a:latin typeface="Arial" panose="020B0604020202020204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359124" y="5013176"/>
            <a:ext cx="595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人力</a:t>
            </a:r>
            <a:endParaRPr lang="en-US" altLang="zh-CN" sz="1600" dirty="0"/>
          </a:p>
          <a:p>
            <a:pPr algn="ctr"/>
            <a:r>
              <a:rPr lang="zh-CN" altLang="en-US" sz="1600" dirty="0"/>
              <a:t>成本</a:t>
            </a:r>
            <a:endParaRPr lang="en-US" altLang="zh-CN" sz="1600" dirty="0"/>
          </a:p>
          <a:p>
            <a:pPr algn="ctr"/>
            <a:r>
              <a:rPr lang="zh-CN" altLang="en-US" sz="1600" dirty="0"/>
              <a:t>占比</a:t>
            </a:r>
            <a:endParaRPr lang="en-GB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2274820" y="1812977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/>
              <a:t>总理赔</a:t>
            </a:r>
            <a:endParaRPr lang="en-US" altLang="zh-CN" sz="1600" dirty="0"/>
          </a:p>
          <a:p>
            <a:pPr algn="ctr"/>
            <a:r>
              <a:rPr lang="zh-CN" altLang="en-US" sz="1600" dirty="0"/>
              <a:t>成本</a:t>
            </a:r>
            <a:endParaRPr lang="en-GB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6786980" y="162298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/>
              <a:t>流程环节</a:t>
            </a:r>
            <a:endParaRPr lang="en-US" altLang="zh-CN" sz="1600" dirty="0"/>
          </a:p>
          <a:p>
            <a:pPr algn="ctr"/>
            <a:r>
              <a:rPr lang="zh-CN" altLang="en-US" sz="1600" dirty="0"/>
              <a:t>成本</a:t>
            </a:r>
            <a:endParaRPr lang="en-GB" sz="1600" dirty="0"/>
          </a:p>
        </p:txBody>
      </p:sp>
      <p:sp>
        <p:nvSpPr>
          <p:cNvPr id="44" name="Text Box 240"/>
          <p:cNvSpPr txBox="1">
            <a:spLocks noChangeArrowheads="1"/>
          </p:cNvSpPr>
          <p:nvPr/>
        </p:nvSpPr>
        <p:spPr bwMode="auto">
          <a:xfrm rot="1324605">
            <a:off x="3077038" y="4167835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3048000" y="6613525"/>
            <a:ext cx="3581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r>
              <a:rPr lang="zh-CN" altLang="en-US"/>
              <a:t>机密 </a:t>
            </a:r>
            <a:r>
              <a:rPr lang="en-US" altLang="zh-CN"/>
              <a:t>|  </a:t>
            </a:r>
            <a:r>
              <a:rPr lang="zh-CN" altLang="en-US"/>
              <a:t>未经许可 严禁外传 </a:t>
            </a:r>
            <a:r>
              <a:rPr lang="en-US" altLang="zh-CN"/>
              <a:t>| </a:t>
            </a:r>
            <a:r>
              <a:rPr lang="zh-CN" altLang="en-US"/>
              <a:t>2008年5月</a:t>
            </a:r>
            <a:endParaRPr lang="en-US" altLang="zh-CN"/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7696200" y="6613525"/>
            <a:ext cx="1219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fld id="{BF98D4FD-8BE1-41C4-95F9-52660F3FBA77}" type="slidenum">
              <a:rPr lang="en-US" altLang="zh-CN" smtClean="0"/>
            </a:fld>
            <a:endParaRPr lang="en-US" altLang="zh-CN"/>
          </a:p>
        </p:txBody>
      </p:sp>
      <p:sp>
        <p:nvSpPr>
          <p:cNvPr id="182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3005" y="204469"/>
            <a:ext cx="7772400" cy="86836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</a:rPr>
              <a:t>案例：</a:t>
            </a:r>
            <a:r>
              <a:rPr lang="zh-CN" altLang="en-GB" dirty="0">
                <a:latin typeface="黑体" panose="02010609060101010101" pitchFamily="49" charset="-122"/>
              </a:rPr>
              <a:t>对</a:t>
            </a:r>
            <a:r>
              <a:rPr lang="zh-CN" altLang="en-US" dirty="0">
                <a:latin typeface="黑体" panose="02010609060101010101" pitchFamily="49" charset="-122"/>
              </a:rPr>
              <a:t>关键</a:t>
            </a:r>
            <a:r>
              <a:rPr lang="zh-CN" altLang="en-GB" dirty="0">
                <a:latin typeface="黑体" panose="02010609060101010101" pitchFamily="49" charset="-122"/>
              </a:rPr>
              <a:t>流程的</a:t>
            </a:r>
            <a:r>
              <a:rPr lang="zh-CN" altLang="en-US" dirty="0">
                <a:latin typeface="黑体" panose="02010609060101010101" pitchFamily="49" charset="-122"/>
              </a:rPr>
              <a:t>每个环节做了</a:t>
            </a:r>
            <a:r>
              <a:rPr lang="en-US" altLang="zh-CN" dirty="0">
                <a:latin typeface="黑体" panose="02010609060101010101" pitchFamily="49" charset="-122"/>
              </a:rPr>
              <a:t>PTP</a:t>
            </a:r>
            <a:r>
              <a:rPr lang="zh-CN" altLang="en-US" dirty="0">
                <a:latin typeface="黑体" panose="02010609060101010101" pitchFamily="49" charset="-122"/>
              </a:rPr>
              <a:t>问题分析，并找出潜在的改进机会点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━</a:t>
            </a:r>
            <a:r>
              <a:rPr lang="zh-CN" altLang="en-US" dirty="0">
                <a:latin typeface="黑体" panose="02010609060101010101" pitchFamily="49" charset="-122"/>
              </a:rPr>
              <a:t> 客户服务环节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  <p:graphicFrame>
        <p:nvGraphicFramePr>
          <p:cNvPr id="1825795" name="Group 3"/>
          <p:cNvGraphicFramePr>
            <a:graphicFrameLocks noGrp="1"/>
          </p:cNvGraphicFramePr>
          <p:nvPr>
            <p:ph idx="1"/>
          </p:nvPr>
        </p:nvGraphicFramePr>
        <p:xfrm>
          <a:off x="836612" y="1455739"/>
          <a:ext cx="8229600" cy="4094099"/>
        </p:xfrm>
        <a:graphic>
          <a:graphicData uri="http://schemas.openxmlformats.org/drawingml/2006/table">
            <a:tbl>
              <a:tblPr/>
              <a:tblGrid>
                <a:gridCol w="1371600"/>
                <a:gridCol w="2779713"/>
                <a:gridCol w="2020887"/>
                <a:gridCol w="2057400"/>
              </a:tblGrid>
              <a:tr h="284163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问题类型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问题列表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数据支持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可能的改进点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1930400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流程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Process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0" indent="-635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63500" marR="0" lvl="0" indent="-63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集中的接保修无法适应各地区的方言和文化要求，导致客户体验不佳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63500" marR="0" lvl="0" indent="-63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接保修环节的问题太多，导致客户情绪烦燥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63500" marR="0" lvl="0" indent="-63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63500" marR="0" lvl="0" indent="-635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None/>
                      </a:pP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14300" indent="-1143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重庆客户在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7:00-8:00AM, 7:00-8:00PM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时间段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保修通常需要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分钟以上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0" indent="-635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marL="292100" indent="-1143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63500" marR="0" lvl="0" indent="-63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95000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电话中心作相应调整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292100" marR="0" lvl="1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宋体" panose="02010600030101010101" pitchFamily="2" charset="-122"/>
                        <a:buChar char="-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强化座席方言和地区文化培训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设立一些小语种队列，通过转接提供特殊方言服务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292100" marR="0" lvl="1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宋体" panose="02010600030101010101" pitchFamily="2" charset="-122"/>
                        <a:buChar char="-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缩短换班时间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292100" marR="0" lvl="1" indent="-114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宋体" panose="02010600030101010101" pitchFamily="2" charset="-122"/>
                        <a:buChar char="-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细化区域划分应对方言差异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63500" marR="0" lvl="0" indent="-635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80000"/>
                        <a:buFont typeface="Wingdings" panose="05000000000000000000" pitchFamily="2" charset="2"/>
                        <a:buChar char="Ø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对于在第一现场的客户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有些基于风险考虑的问题可以在之后的环节补充，应顾及客户当时的情绪和感受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41388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技术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Technology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系统在操作支持和知识支持方面较弱</a:t>
                      </a: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接保修没有专门的客服系统，目前在理赔系统中进行操作，效率较低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知识库支持很弱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不能满足座席提供咨询服务所需要的信息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0" indent="-635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63500" marR="0" lvl="0" indent="-635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开发客服系统，提供接保修功能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63500" marR="0" lvl="0" indent="-635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提高座席的技能或提供信息全面而使用方便的知识库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5500"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人力资源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People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63500" indent="-635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63500" marR="0" lvl="0" indent="-635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座席技能不足，导致保修页面的登记准确度不高或者发生电话转接错误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None/>
                      </a:pPr>
                      <a:endParaRPr kumimoji="0" lang="zh-CN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14300" indent="-114300"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1pPr>
                      <a:lvl2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2pPr>
                      <a:lvl3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3pPr>
                      <a:lvl4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4pPr>
                      <a:lvl5pPr algn="l">
                        <a:lnSpc>
                          <a:spcPct val="120000"/>
                        </a:lnSpc>
                        <a:spcAft>
                          <a:spcPct val="10000"/>
                        </a:spcAft>
                        <a:buSzPct val="6000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SzPct val="6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114300" marR="0" lvl="0" indent="-1143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强化座席人员的培训，制定严格的接保修上岗资格考试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114300" marR="0" lvl="0" indent="-1143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10000"/>
                        </a:spcAft>
                        <a:buClrTx/>
                        <a:buSzPct val="60000"/>
                        <a:buFont typeface="Arial" panose="020B0604020202020204" pitchFamily="34" charset="0"/>
                        <a:buChar char="►"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优化保修页面，简化登记信息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240"/>
          <p:cNvSpPr txBox="1">
            <a:spLocks noChangeArrowheads="1"/>
          </p:cNvSpPr>
          <p:nvPr/>
        </p:nvSpPr>
        <p:spPr bwMode="auto">
          <a:xfrm rot="1324605">
            <a:off x="2682349" y="3141515"/>
            <a:ext cx="394894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>
                <a:lumMod val="95000"/>
                <a:lumOff val="5000"/>
              </a:schemeClr>
            </a:solidFill>
            <a:miter lim="800000"/>
          </a:ln>
          <a:effectLst/>
        </p:spPr>
        <p:txBody>
          <a:bodyPr wrap="none" anchor="ctr"/>
          <a:lstStyle>
            <a:defPPr>
              <a:defRPr lang="en-US"/>
            </a:defPPr>
            <a:lvl1pPr algn="ctr" eaLnBrk="1" hangingPunct="1">
              <a:buClr>
                <a:schemeClr val="accent1"/>
              </a:buClr>
              <a:buFont typeface="Wingdings" panose="05000000000000000000" pitchFamily="2" charset="2"/>
              <a:buNone/>
              <a:defRPr kumimoji="1" sz="2000">
                <a:solidFill>
                  <a:srgbClr val="FF0000"/>
                </a:solidFill>
                <a:ea typeface="华文楷体" panose="02010600040101010101" pitchFamily="2" charset="-122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561181"/>
            <a:ext cx="8915400" cy="360363"/>
          </a:xfr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如何发现业务流程中的问题（</a:t>
            </a:r>
            <a:r>
              <a:rPr lang="en-US" altLang="zh-CN" sz="2800" dirty="0"/>
              <a:t>5W1H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  <p:graphicFrame>
        <p:nvGraphicFramePr>
          <p:cNvPr id="168963" name="Group 3"/>
          <p:cNvGraphicFramePr>
            <a:graphicFrameLocks noGrp="1"/>
          </p:cNvGraphicFramePr>
          <p:nvPr>
            <p:ph idx="1"/>
          </p:nvPr>
        </p:nvGraphicFramePr>
        <p:xfrm>
          <a:off x="571500" y="1268413"/>
          <a:ext cx="8839200" cy="4627564"/>
        </p:xfrm>
        <a:graphic>
          <a:graphicData uri="http://schemas.openxmlformats.org/drawingml/2006/table">
            <a:tbl>
              <a:tblPr/>
              <a:tblGrid>
                <a:gridCol w="4390377"/>
                <a:gridCol w="2284578"/>
                <a:gridCol w="2164245"/>
              </a:tblGrid>
              <a:tr h="45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措施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(WHY)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－为什么有这部分工作，有无必要，为什么？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说明为什么必须这样做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删除不必要环节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(WHAT)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－做什么？有必要吗？有遗漏吗？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确定工作内容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增加某些必需环节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(WHEN)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－何时做？是否必须此时做？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指定工作时间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改进部分不良环节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地点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(WHERE)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－何处做？是否定在此地做？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指定工作岗位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人员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(WHO)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－由谁做？别人能否做得更好？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标明执行者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695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(HOW)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－怎么做？有无更好的手段？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D200"/>
                        </a:buClr>
                        <a:buSzPct val="75000"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确定工作方法与程序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3381" marR="93381" marT="43124" marB="43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AutoShape 2"/>
          <p:cNvSpPr>
            <a:spLocks noChangeArrowheads="1"/>
          </p:cNvSpPr>
          <p:nvPr/>
        </p:nvSpPr>
        <p:spPr bwMode="auto">
          <a:xfrm>
            <a:off x="188913" y="18494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67" name="AutoShape 3"/>
          <p:cNvSpPr>
            <a:spLocks noChangeArrowheads="1"/>
          </p:cNvSpPr>
          <p:nvPr/>
        </p:nvSpPr>
        <p:spPr bwMode="auto">
          <a:xfrm>
            <a:off x="3476625" y="18494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68" name="AutoShape 4"/>
          <p:cNvSpPr>
            <a:spLocks noChangeArrowheads="1"/>
          </p:cNvSpPr>
          <p:nvPr/>
        </p:nvSpPr>
        <p:spPr bwMode="auto">
          <a:xfrm>
            <a:off x="6750050" y="18494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69" name="AutoShape 5"/>
          <p:cNvSpPr>
            <a:spLocks noChangeArrowheads="1"/>
          </p:cNvSpPr>
          <p:nvPr/>
        </p:nvSpPr>
        <p:spPr bwMode="auto">
          <a:xfrm>
            <a:off x="6750050" y="41227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8494713" y="459263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6900863" y="459263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8494713" y="236378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6900863" y="236378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5208588" y="236378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3616325" y="2363788"/>
            <a:ext cx="1087438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1941513" y="2363788"/>
            <a:ext cx="1087437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347663" y="2363788"/>
            <a:ext cx="1087437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8" name="AutoShape 14"/>
          <p:cNvSpPr>
            <a:spLocks noChangeArrowheads="1"/>
          </p:cNvSpPr>
          <p:nvPr/>
        </p:nvSpPr>
        <p:spPr bwMode="auto">
          <a:xfrm>
            <a:off x="3476625" y="41227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79" name="Rectangle 15"/>
          <p:cNvSpPr>
            <a:spLocks noChangeArrowheads="1"/>
          </p:cNvSpPr>
          <p:nvPr/>
        </p:nvSpPr>
        <p:spPr bwMode="auto">
          <a:xfrm>
            <a:off x="5221288" y="4592638"/>
            <a:ext cx="1089025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0" name="Rectangle 16"/>
          <p:cNvSpPr>
            <a:spLocks noChangeArrowheads="1"/>
          </p:cNvSpPr>
          <p:nvPr/>
        </p:nvSpPr>
        <p:spPr bwMode="auto">
          <a:xfrm>
            <a:off x="3616325" y="4592638"/>
            <a:ext cx="1087438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1" name="Text Box 17"/>
          <p:cNvSpPr txBox="1">
            <a:spLocks noChangeArrowheads="1"/>
          </p:cNvSpPr>
          <p:nvPr/>
        </p:nvSpPr>
        <p:spPr bwMode="auto">
          <a:xfrm>
            <a:off x="3895725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082" name="Text Box 18"/>
          <p:cNvSpPr txBox="1">
            <a:spLocks noChangeArrowheads="1"/>
          </p:cNvSpPr>
          <p:nvPr/>
        </p:nvSpPr>
        <p:spPr bwMode="auto">
          <a:xfrm>
            <a:off x="5622925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083" name="AutoShape 19"/>
          <p:cNvSpPr>
            <a:spLocks noChangeArrowheads="1"/>
          </p:cNvSpPr>
          <p:nvPr/>
        </p:nvSpPr>
        <p:spPr bwMode="auto">
          <a:xfrm>
            <a:off x="4778375" y="4938713"/>
            <a:ext cx="365125" cy="204787"/>
          </a:xfrm>
          <a:prstGeom prst="rightArrow">
            <a:avLst>
              <a:gd name="adj1" fmla="val 50000"/>
              <a:gd name="adj2" fmla="val 41156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4" name="AutoShape 20"/>
          <p:cNvSpPr>
            <a:spLocks noChangeArrowheads="1"/>
          </p:cNvSpPr>
          <p:nvPr/>
        </p:nvSpPr>
        <p:spPr bwMode="auto">
          <a:xfrm>
            <a:off x="188913" y="4122738"/>
            <a:ext cx="2987675" cy="2143125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5" name="Rectangle 21"/>
          <p:cNvSpPr>
            <a:spLocks noChangeArrowheads="1"/>
          </p:cNvSpPr>
          <p:nvPr/>
        </p:nvSpPr>
        <p:spPr bwMode="auto">
          <a:xfrm>
            <a:off x="1941513" y="4592638"/>
            <a:ext cx="1087437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6" name="Rectangle 22"/>
          <p:cNvSpPr>
            <a:spLocks noChangeArrowheads="1"/>
          </p:cNvSpPr>
          <p:nvPr/>
        </p:nvSpPr>
        <p:spPr bwMode="auto">
          <a:xfrm>
            <a:off x="347663" y="4592638"/>
            <a:ext cx="1087437" cy="1033462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087" name="Rectangle 23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dirty="0"/>
              <a:t>通过优化流程来降低业务活动的成本</a:t>
            </a:r>
            <a:endParaRPr lang="zh-CN" altLang="en-US" dirty="0"/>
          </a:p>
        </p:txBody>
      </p:sp>
      <p:sp>
        <p:nvSpPr>
          <p:cNvPr id="88088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665163" y="3562350"/>
            <a:ext cx="2336800" cy="515938"/>
          </a:xfrm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350" indent="-6350" algn="ctr">
              <a:spcBef>
                <a:spcPct val="60000"/>
              </a:spcBef>
              <a:tabLst>
                <a:tab pos="971550" algn="l"/>
              </a:tabLst>
            </a:pPr>
            <a:r>
              <a:rPr lang="zh-CN" altLang="en-US" sz="1200">
                <a:ea typeface="宋体" panose="02010600030101010101" pitchFamily="2" charset="-122"/>
              </a:rPr>
              <a:t>消除没有价值的活动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89" name="Rectangle 25"/>
          <p:cNvSpPr>
            <a:spLocks noChangeArrowheads="1"/>
          </p:cNvSpPr>
          <p:nvPr/>
        </p:nvSpPr>
        <p:spPr bwMode="auto">
          <a:xfrm>
            <a:off x="477838" y="1352550"/>
            <a:ext cx="8912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流程优化的方法</a:t>
            </a:r>
            <a:endParaRPr lang="zh-CN" altLang="en-US" sz="2000">
              <a:ea typeface="宋体" panose="02010600030101010101" pitchFamily="2" charset="-122"/>
            </a:endParaRPr>
          </a:p>
        </p:txBody>
      </p:sp>
      <p:sp>
        <p:nvSpPr>
          <p:cNvPr id="88090" name="Rectangle 26"/>
          <p:cNvSpPr>
            <a:spLocks noChangeArrowheads="1"/>
          </p:cNvSpPr>
          <p:nvPr/>
        </p:nvSpPr>
        <p:spPr bwMode="auto">
          <a:xfrm>
            <a:off x="3805238" y="3479800"/>
            <a:ext cx="2465387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 marL="6350" indent="-6350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</a:rPr>
              <a:t>合并重复的活动，减低成本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91" name="Rectangle 27"/>
          <p:cNvSpPr>
            <a:spLocks noChangeArrowheads="1"/>
          </p:cNvSpPr>
          <p:nvPr/>
        </p:nvSpPr>
        <p:spPr bwMode="auto">
          <a:xfrm>
            <a:off x="7031038" y="3479800"/>
            <a:ext cx="2465387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 marL="6350" indent="-6350"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</a:rPr>
              <a:t>对于手工工作自动化，提供效率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92" name="Rectangle 28"/>
          <p:cNvSpPr>
            <a:spLocks noChangeArrowheads="1"/>
          </p:cNvSpPr>
          <p:nvPr/>
        </p:nvSpPr>
        <p:spPr bwMode="auto">
          <a:xfrm>
            <a:off x="3805238" y="5756275"/>
            <a:ext cx="2465387" cy="78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</a:rPr>
              <a:t>工作转移到低成本的地方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93" name="Rectangle 29"/>
          <p:cNvSpPr>
            <a:spLocks noChangeArrowheads="1"/>
          </p:cNvSpPr>
          <p:nvPr/>
        </p:nvSpPr>
        <p:spPr bwMode="auto">
          <a:xfrm>
            <a:off x="6904038" y="5756275"/>
            <a:ext cx="2747962" cy="78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</a:rPr>
              <a:t>协调并行处理，提高速度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94" name="Rectangle 30"/>
          <p:cNvSpPr>
            <a:spLocks noChangeArrowheads="1"/>
          </p:cNvSpPr>
          <p:nvPr/>
        </p:nvSpPr>
        <p:spPr bwMode="auto">
          <a:xfrm>
            <a:off x="296863" y="5670550"/>
            <a:ext cx="2725737" cy="782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r>
              <a:rPr lang="zh-CN" altLang="en-US" sz="1200">
                <a:ea typeface="宋体" panose="02010600030101010101" pitchFamily="2" charset="-122"/>
              </a:rPr>
              <a:t>在作业中心集中操作，体现经济规模效益</a:t>
            </a:r>
            <a:endParaRPr lang="zh-CN" altLang="en-US" sz="1200">
              <a:ea typeface="宋体" panose="02010600030101010101" pitchFamily="2" charset="-122"/>
            </a:endParaRPr>
          </a:p>
        </p:txBody>
      </p:sp>
      <p:sp>
        <p:nvSpPr>
          <p:cNvPr id="88095" name="Rectangle 31"/>
          <p:cNvSpPr>
            <a:spLocks noChangeArrowheads="1"/>
          </p:cNvSpPr>
          <p:nvPr/>
        </p:nvSpPr>
        <p:spPr bwMode="auto">
          <a:xfrm>
            <a:off x="1198563" y="1892300"/>
            <a:ext cx="969962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1300">
                <a:ea typeface="宋体" panose="02010600030101010101" pitchFamily="2" charset="-122"/>
              </a:rPr>
              <a:t>消除</a:t>
            </a:r>
            <a:endParaRPr lang="zh-CN" altLang="en-US" sz="1300" b="0">
              <a:ea typeface="宋体" panose="02010600030101010101" pitchFamily="2" charset="-122"/>
            </a:endParaRPr>
          </a:p>
        </p:txBody>
      </p:sp>
      <p:sp>
        <p:nvSpPr>
          <p:cNvPr id="88096" name="Rectangle 32"/>
          <p:cNvSpPr>
            <a:spLocks noChangeArrowheads="1"/>
          </p:cNvSpPr>
          <p:nvPr/>
        </p:nvSpPr>
        <p:spPr bwMode="auto">
          <a:xfrm>
            <a:off x="4325938" y="1892300"/>
            <a:ext cx="1290637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1300">
                <a:ea typeface="宋体" panose="02010600030101010101" pitchFamily="2" charset="-122"/>
              </a:rPr>
              <a:t>合并</a:t>
            </a:r>
            <a:endParaRPr lang="zh-CN" altLang="en-US" sz="1300" b="0">
              <a:ea typeface="宋体" panose="02010600030101010101" pitchFamily="2" charset="-122"/>
            </a:endParaRPr>
          </a:p>
        </p:txBody>
      </p:sp>
      <p:sp>
        <p:nvSpPr>
          <p:cNvPr id="88097" name="Rectangle 33"/>
          <p:cNvSpPr>
            <a:spLocks noChangeArrowheads="1"/>
          </p:cNvSpPr>
          <p:nvPr/>
        </p:nvSpPr>
        <p:spPr bwMode="auto">
          <a:xfrm>
            <a:off x="7599363" y="1892300"/>
            <a:ext cx="1290637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1300">
                <a:ea typeface="宋体" panose="02010600030101010101" pitchFamily="2" charset="-122"/>
              </a:rPr>
              <a:t>自动化</a:t>
            </a:r>
            <a:endParaRPr lang="zh-CN" altLang="en-US" sz="1300" b="0">
              <a:ea typeface="宋体" panose="02010600030101010101" pitchFamily="2" charset="-122"/>
            </a:endParaRPr>
          </a:p>
        </p:txBody>
      </p:sp>
      <p:sp>
        <p:nvSpPr>
          <p:cNvPr id="88098" name="Rectangle 34"/>
          <p:cNvSpPr>
            <a:spLocks noChangeArrowheads="1"/>
          </p:cNvSpPr>
          <p:nvPr/>
        </p:nvSpPr>
        <p:spPr bwMode="auto">
          <a:xfrm>
            <a:off x="7599363" y="4200525"/>
            <a:ext cx="12906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tabLst>
                <a:tab pos="971550" algn="l"/>
              </a:tabLst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tabLst>
                <a:tab pos="9715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155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60000"/>
              </a:spcBef>
              <a:spcAft>
                <a:spcPct val="0"/>
              </a:spcAft>
              <a:buSzTx/>
              <a:buFont typeface="Wingdings" panose="05000000000000000000" pitchFamily="2" charset="2"/>
              <a:buNone/>
            </a:pPr>
            <a:r>
              <a:rPr lang="zh-CN" altLang="en-US" sz="1500">
                <a:ea typeface="宋体" panose="02010600030101010101" pitchFamily="2" charset="-122"/>
              </a:rPr>
              <a:t>协调</a:t>
            </a:r>
            <a:endParaRPr lang="zh-CN" altLang="en-US" sz="1500" b="0">
              <a:ea typeface="宋体" panose="02010600030101010101" pitchFamily="2" charset="-122"/>
            </a:endParaRPr>
          </a:p>
        </p:txBody>
      </p:sp>
      <p:sp>
        <p:nvSpPr>
          <p:cNvPr id="88099" name="Rectangle 35"/>
          <p:cNvSpPr>
            <a:spLocks noChangeArrowheads="1"/>
          </p:cNvSpPr>
          <p:nvPr/>
        </p:nvSpPr>
        <p:spPr bwMode="auto">
          <a:xfrm>
            <a:off x="4572000" y="4200525"/>
            <a:ext cx="7985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转移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88100" name="Rectangle 36"/>
          <p:cNvSpPr>
            <a:spLocks noChangeArrowheads="1"/>
          </p:cNvSpPr>
          <p:nvPr/>
        </p:nvSpPr>
        <p:spPr bwMode="auto">
          <a:xfrm>
            <a:off x="254000" y="4200525"/>
            <a:ext cx="2860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集中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88101" name="Oval 37"/>
          <p:cNvSpPr>
            <a:spLocks noChangeArrowheads="1"/>
          </p:cNvSpPr>
          <p:nvPr/>
        </p:nvSpPr>
        <p:spPr bwMode="auto">
          <a:xfrm>
            <a:off x="514350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2" name="Oval 38"/>
          <p:cNvSpPr>
            <a:spLocks noChangeArrowheads="1"/>
          </p:cNvSpPr>
          <p:nvPr/>
        </p:nvSpPr>
        <p:spPr bwMode="auto">
          <a:xfrm>
            <a:off x="981075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3" name="Oval 39"/>
          <p:cNvSpPr>
            <a:spLocks noChangeArrowheads="1"/>
          </p:cNvSpPr>
          <p:nvPr/>
        </p:nvSpPr>
        <p:spPr bwMode="auto">
          <a:xfrm>
            <a:off x="2338388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4" name="Oval 40"/>
          <p:cNvSpPr>
            <a:spLocks noChangeArrowheads="1"/>
          </p:cNvSpPr>
          <p:nvPr/>
        </p:nvSpPr>
        <p:spPr bwMode="auto">
          <a:xfrm>
            <a:off x="3705225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5" name="Oval 41"/>
          <p:cNvSpPr>
            <a:spLocks noChangeArrowheads="1"/>
          </p:cNvSpPr>
          <p:nvPr/>
        </p:nvSpPr>
        <p:spPr bwMode="auto">
          <a:xfrm>
            <a:off x="4221163" y="2660650"/>
            <a:ext cx="325437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6" name="Oval 42"/>
          <p:cNvSpPr>
            <a:spLocks noChangeArrowheads="1"/>
          </p:cNvSpPr>
          <p:nvPr/>
        </p:nvSpPr>
        <p:spPr bwMode="auto">
          <a:xfrm>
            <a:off x="7477125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7" name="Oval 43"/>
          <p:cNvSpPr>
            <a:spLocks noChangeArrowheads="1"/>
          </p:cNvSpPr>
          <p:nvPr/>
        </p:nvSpPr>
        <p:spPr bwMode="auto">
          <a:xfrm>
            <a:off x="7024688" y="26606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8" name="Oval 44"/>
          <p:cNvSpPr>
            <a:spLocks noChangeArrowheads="1"/>
          </p:cNvSpPr>
          <p:nvPr/>
        </p:nvSpPr>
        <p:spPr bwMode="auto">
          <a:xfrm>
            <a:off x="7024688" y="489108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09" name="Oval 45"/>
          <p:cNvSpPr>
            <a:spLocks noChangeArrowheads="1"/>
          </p:cNvSpPr>
          <p:nvPr/>
        </p:nvSpPr>
        <p:spPr bwMode="auto">
          <a:xfrm>
            <a:off x="7477125" y="489108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0" name="Oval 46"/>
          <p:cNvSpPr>
            <a:spLocks noChangeArrowheads="1"/>
          </p:cNvSpPr>
          <p:nvPr/>
        </p:nvSpPr>
        <p:spPr bwMode="auto">
          <a:xfrm>
            <a:off x="8883650" y="4752975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1" name="Oval 47"/>
          <p:cNvSpPr>
            <a:spLocks noChangeArrowheads="1"/>
          </p:cNvSpPr>
          <p:nvPr/>
        </p:nvSpPr>
        <p:spPr bwMode="auto">
          <a:xfrm>
            <a:off x="8883650" y="5010150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2" name="Oval 48"/>
          <p:cNvSpPr>
            <a:spLocks noChangeArrowheads="1"/>
          </p:cNvSpPr>
          <p:nvPr/>
        </p:nvSpPr>
        <p:spPr bwMode="auto">
          <a:xfrm>
            <a:off x="3705225" y="489108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3" name="Oval 49"/>
          <p:cNvSpPr>
            <a:spLocks noChangeArrowheads="1"/>
          </p:cNvSpPr>
          <p:nvPr/>
        </p:nvSpPr>
        <p:spPr bwMode="auto">
          <a:xfrm>
            <a:off x="4221163" y="4891088"/>
            <a:ext cx="325437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4" name="Oval 50"/>
          <p:cNvSpPr>
            <a:spLocks noChangeArrowheads="1"/>
          </p:cNvSpPr>
          <p:nvPr/>
        </p:nvSpPr>
        <p:spPr bwMode="auto">
          <a:xfrm>
            <a:off x="5807075" y="4721225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5" name="Oval 51"/>
          <p:cNvSpPr>
            <a:spLocks noChangeArrowheads="1"/>
          </p:cNvSpPr>
          <p:nvPr/>
        </p:nvSpPr>
        <p:spPr bwMode="auto">
          <a:xfrm>
            <a:off x="5392738" y="507523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6" name="Oval 52"/>
          <p:cNvSpPr>
            <a:spLocks noChangeArrowheads="1"/>
          </p:cNvSpPr>
          <p:nvPr/>
        </p:nvSpPr>
        <p:spPr bwMode="auto">
          <a:xfrm>
            <a:off x="514350" y="489108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7" name="Oval 53"/>
          <p:cNvSpPr>
            <a:spLocks noChangeArrowheads="1"/>
          </p:cNvSpPr>
          <p:nvPr/>
        </p:nvSpPr>
        <p:spPr bwMode="auto">
          <a:xfrm>
            <a:off x="981075" y="4891088"/>
            <a:ext cx="327025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18" name="Text Box 54"/>
          <p:cNvSpPr txBox="1">
            <a:spLocks noChangeArrowheads="1"/>
          </p:cNvSpPr>
          <p:nvPr/>
        </p:nvSpPr>
        <p:spPr bwMode="auto">
          <a:xfrm>
            <a:off x="615950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19" name="Text Box 55"/>
          <p:cNvSpPr txBox="1">
            <a:spLocks noChangeArrowheads="1"/>
          </p:cNvSpPr>
          <p:nvPr/>
        </p:nvSpPr>
        <p:spPr bwMode="auto">
          <a:xfrm>
            <a:off x="2343150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20" name="Oval 56"/>
          <p:cNvSpPr>
            <a:spLocks noChangeArrowheads="1"/>
          </p:cNvSpPr>
          <p:nvPr/>
        </p:nvSpPr>
        <p:spPr bwMode="auto">
          <a:xfrm>
            <a:off x="2306638" y="4848225"/>
            <a:ext cx="427037" cy="3937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21" name="Oval 57"/>
          <p:cNvSpPr>
            <a:spLocks noChangeArrowheads="1"/>
          </p:cNvSpPr>
          <p:nvPr/>
        </p:nvSpPr>
        <p:spPr bwMode="auto">
          <a:xfrm>
            <a:off x="5484813" y="2660650"/>
            <a:ext cx="325437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22" name="Oval 58"/>
          <p:cNvSpPr>
            <a:spLocks noChangeArrowheads="1"/>
          </p:cNvSpPr>
          <p:nvPr/>
        </p:nvSpPr>
        <p:spPr bwMode="auto">
          <a:xfrm>
            <a:off x="5670550" y="2660650"/>
            <a:ext cx="325438" cy="301625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zh-CN" altLang="en-US" sz="12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8123" name="AutoShape 59"/>
          <p:cNvSpPr>
            <a:spLocks noChangeArrowheads="1"/>
          </p:cNvSpPr>
          <p:nvPr/>
        </p:nvSpPr>
        <p:spPr bwMode="auto">
          <a:xfrm>
            <a:off x="1512888" y="4938713"/>
            <a:ext cx="366712" cy="204787"/>
          </a:xfrm>
          <a:prstGeom prst="rightArrow">
            <a:avLst>
              <a:gd name="adj1" fmla="val 50000"/>
              <a:gd name="adj2" fmla="val 4133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24" name="Text Box 60"/>
          <p:cNvSpPr txBox="1">
            <a:spLocks noChangeArrowheads="1"/>
          </p:cNvSpPr>
          <p:nvPr/>
        </p:nvSpPr>
        <p:spPr bwMode="auto">
          <a:xfrm>
            <a:off x="7169150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25" name="Text Box 61"/>
          <p:cNvSpPr txBox="1">
            <a:spLocks noChangeArrowheads="1"/>
          </p:cNvSpPr>
          <p:nvPr/>
        </p:nvSpPr>
        <p:spPr bwMode="auto">
          <a:xfrm>
            <a:off x="8896350" y="539591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26" name="AutoShape 62"/>
          <p:cNvSpPr>
            <a:spLocks noChangeArrowheads="1"/>
          </p:cNvSpPr>
          <p:nvPr/>
        </p:nvSpPr>
        <p:spPr bwMode="auto">
          <a:xfrm>
            <a:off x="8066088" y="4938713"/>
            <a:ext cx="366712" cy="204787"/>
          </a:xfrm>
          <a:prstGeom prst="rightArrow">
            <a:avLst>
              <a:gd name="adj1" fmla="val 50000"/>
              <a:gd name="adj2" fmla="val 4133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27" name="Text Box 63"/>
          <p:cNvSpPr txBox="1">
            <a:spLocks noChangeArrowheads="1"/>
          </p:cNvSpPr>
          <p:nvPr/>
        </p:nvSpPr>
        <p:spPr bwMode="auto">
          <a:xfrm>
            <a:off x="7169150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28" name="Text Box 64"/>
          <p:cNvSpPr txBox="1">
            <a:spLocks noChangeArrowheads="1"/>
          </p:cNvSpPr>
          <p:nvPr/>
        </p:nvSpPr>
        <p:spPr bwMode="auto">
          <a:xfrm>
            <a:off x="8896350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29" name="AutoShape 65"/>
          <p:cNvSpPr>
            <a:spLocks noChangeArrowheads="1"/>
          </p:cNvSpPr>
          <p:nvPr/>
        </p:nvSpPr>
        <p:spPr bwMode="auto">
          <a:xfrm>
            <a:off x="8066088" y="2709863"/>
            <a:ext cx="366712" cy="204787"/>
          </a:xfrm>
          <a:prstGeom prst="rightArrow">
            <a:avLst>
              <a:gd name="adj1" fmla="val 50000"/>
              <a:gd name="adj2" fmla="val 4133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30" name="Text Box 66"/>
          <p:cNvSpPr txBox="1">
            <a:spLocks noChangeArrowheads="1"/>
          </p:cNvSpPr>
          <p:nvPr/>
        </p:nvSpPr>
        <p:spPr bwMode="auto">
          <a:xfrm>
            <a:off x="3883025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31" name="Text Box 67"/>
          <p:cNvSpPr txBox="1">
            <a:spLocks noChangeArrowheads="1"/>
          </p:cNvSpPr>
          <p:nvPr/>
        </p:nvSpPr>
        <p:spPr bwMode="auto">
          <a:xfrm>
            <a:off x="5611813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32" name="AutoShape 68"/>
          <p:cNvSpPr>
            <a:spLocks noChangeArrowheads="1"/>
          </p:cNvSpPr>
          <p:nvPr/>
        </p:nvSpPr>
        <p:spPr bwMode="auto">
          <a:xfrm>
            <a:off x="4765675" y="2709863"/>
            <a:ext cx="366713" cy="204787"/>
          </a:xfrm>
          <a:prstGeom prst="rightArrow">
            <a:avLst>
              <a:gd name="adj1" fmla="val 50000"/>
              <a:gd name="adj2" fmla="val 4133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33" name="Text Box 69"/>
          <p:cNvSpPr txBox="1">
            <a:spLocks noChangeArrowheads="1"/>
          </p:cNvSpPr>
          <p:nvPr/>
        </p:nvSpPr>
        <p:spPr bwMode="auto">
          <a:xfrm>
            <a:off x="615950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之前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34" name="Text Box 70"/>
          <p:cNvSpPr txBox="1">
            <a:spLocks noChangeArrowheads="1"/>
          </p:cNvSpPr>
          <p:nvPr/>
        </p:nvSpPr>
        <p:spPr bwMode="auto">
          <a:xfrm>
            <a:off x="2343150" y="3167063"/>
            <a:ext cx="307975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1200" b="0">
                <a:ea typeface="宋体" panose="02010600030101010101" pitchFamily="2" charset="-122"/>
              </a:rPr>
              <a:t>之后</a:t>
            </a:r>
            <a:endParaRPr lang="zh-CN" altLang="en-US" sz="1200" b="0">
              <a:ea typeface="宋体" panose="02010600030101010101" pitchFamily="2" charset="-122"/>
            </a:endParaRPr>
          </a:p>
        </p:txBody>
      </p:sp>
      <p:sp>
        <p:nvSpPr>
          <p:cNvPr id="88135" name="AutoShape 71"/>
          <p:cNvSpPr>
            <a:spLocks noChangeArrowheads="1"/>
          </p:cNvSpPr>
          <p:nvPr/>
        </p:nvSpPr>
        <p:spPr bwMode="auto">
          <a:xfrm>
            <a:off x="1512888" y="2709863"/>
            <a:ext cx="366712" cy="204787"/>
          </a:xfrm>
          <a:prstGeom prst="rightArrow">
            <a:avLst>
              <a:gd name="adj1" fmla="val 50000"/>
              <a:gd name="adj2" fmla="val 41335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36" name="Rectangle 72"/>
          <p:cNvSpPr>
            <a:spLocks noChangeArrowheads="1"/>
          </p:cNvSpPr>
          <p:nvPr/>
        </p:nvSpPr>
        <p:spPr bwMode="auto">
          <a:xfrm>
            <a:off x="8758238" y="2716213"/>
            <a:ext cx="204787" cy="18891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  <p:sp>
        <p:nvSpPr>
          <p:cNvPr id="88137" name="Rectangle 73"/>
          <p:cNvSpPr>
            <a:spLocks noChangeArrowheads="1"/>
          </p:cNvSpPr>
          <p:nvPr/>
        </p:nvSpPr>
        <p:spPr bwMode="auto">
          <a:xfrm>
            <a:off x="9129713" y="2716213"/>
            <a:ext cx="204787" cy="18891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spcBef>
                <a:spcPct val="70000"/>
              </a:spcBef>
              <a:spcAft>
                <a:spcPct val="10000"/>
              </a:spcAft>
              <a:buClr>
                <a:schemeClr val="accent1"/>
              </a:buClr>
              <a:buSzPct val="50000"/>
              <a:buFont typeface="Monotype Sorts" pitchFamily="2" charset="2"/>
              <a:defRPr sz="2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spcAft>
                <a:spcPct val="10000"/>
              </a:spcAft>
              <a:buClr>
                <a:schemeClr val="accent1"/>
              </a:buClr>
              <a:buSzPct val="75000"/>
              <a:buChar char="—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§"/>
            </a:pPr>
            <a:endParaRPr lang="zh-CN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414908" y="503455"/>
            <a:ext cx="6610828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设计</a:t>
            </a:r>
            <a:r>
              <a:rPr lang="en-US" altLang="zh-CN" dirty="0"/>
              <a:t>L3 - L4</a:t>
            </a:r>
            <a:r>
              <a:rPr lang="zh-CN" altLang="en-US" dirty="0"/>
              <a:t>流程，使用统一的设计要素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4" name="TextBox 5"/>
          <p:cNvSpPr txBox="1"/>
          <p:nvPr>
            <p:custDataLst>
              <p:tags r:id="rId1"/>
            </p:custDataLst>
          </p:nvPr>
        </p:nvSpPr>
        <p:spPr>
          <a:xfrm>
            <a:off x="1305993" y="1588785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流程名称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5" name="TextBox 32"/>
          <p:cNvSpPr txBox="1"/>
          <p:nvPr>
            <p:custDataLst>
              <p:tags r:id="rId2"/>
            </p:custDataLst>
          </p:nvPr>
        </p:nvSpPr>
        <p:spPr>
          <a:xfrm>
            <a:off x="1305993" y="2208960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流程编号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305993" y="2830629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业务目标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7" name="TextBox 5"/>
          <p:cNvSpPr txBox="1"/>
          <p:nvPr>
            <p:custDataLst>
              <p:tags r:id="rId4"/>
            </p:custDataLst>
          </p:nvPr>
        </p:nvSpPr>
        <p:spPr>
          <a:xfrm>
            <a:off x="1305993" y="3460923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输入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8" name="Rectangle 45"/>
          <p:cNvSpPr txBox="1"/>
          <p:nvPr>
            <p:custDataLst>
              <p:tags r:id="rId5"/>
            </p:custDataLst>
          </p:nvPr>
        </p:nvSpPr>
        <p:spPr>
          <a:xfrm>
            <a:off x="3353272" y="1710043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流程在企业内部的标准命名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cxnSp>
        <p:nvCxnSpPr>
          <p:cNvPr id="9" name="AutoShape 249"/>
          <p:cNvCxnSpPr>
            <a:cxnSpLocks noChangeShapeType="1"/>
            <a:stCxn id="10" idx="4"/>
            <a:endCxn id="10" idx="6"/>
          </p:cNvCxnSpPr>
          <p:nvPr/>
        </p:nvCxnSpPr>
        <p:spPr bwMode="auto">
          <a:xfrm>
            <a:off x="3201699" y="1538266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AutoShape 250"/>
          <p:cNvSpPr>
            <a:spLocks noChangeArrowheads="1"/>
          </p:cNvSpPr>
          <p:nvPr/>
        </p:nvSpPr>
        <p:spPr bwMode="auto">
          <a:xfrm>
            <a:off x="3201699" y="1292537"/>
            <a:ext cx="5104432" cy="245729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6975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85" b="1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描述</a:t>
            </a:r>
            <a:endParaRPr lang="en-US" sz="1485" dirty="0">
              <a:solidFill>
                <a:srgbClr val="80808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11" name="TextBox 5"/>
          <p:cNvSpPr txBox="1"/>
          <p:nvPr>
            <p:custDataLst>
              <p:tags r:id="rId6"/>
            </p:custDataLst>
          </p:nvPr>
        </p:nvSpPr>
        <p:spPr>
          <a:xfrm>
            <a:off x="1305993" y="4080613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输出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12" name="TextBox 39"/>
          <p:cNvSpPr txBox="1"/>
          <p:nvPr>
            <p:custDataLst>
              <p:tags r:id="rId7"/>
            </p:custDataLst>
          </p:nvPr>
        </p:nvSpPr>
        <p:spPr>
          <a:xfrm>
            <a:off x="1305993" y="4700788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主要活动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13" name="TextBox 5"/>
          <p:cNvSpPr txBox="1"/>
          <p:nvPr>
            <p:custDataLst>
              <p:tags r:id="rId8"/>
            </p:custDataLst>
          </p:nvPr>
        </p:nvSpPr>
        <p:spPr>
          <a:xfrm>
            <a:off x="1305993" y="5322457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关键业务逻辑规则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14" name="TextBox 5"/>
          <p:cNvSpPr txBox="1"/>
          <p:nvPr>
            <p:custDataLst>
              <p:tags r:id="rId9"/>
            </p:custDataLst>
          </p:nvPr>
        </p:nvSpPr>
        <p:spPr>
          <a:xfrm>
            <a:off x="1305993" y="5952752"/>
            <a:ext cx="1801040" cy="5592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808080"/>
            </a:solidFill>
          </a:ln>
          <a:effectLst/>
        </p:spPr>
        <p:txBody>
          <a:bodyPr vert="horz" wrap="square" lIns="72168" tIns="72168" rIns="72168" bIns="72168" numCol="1" anchor="ctr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defRPr/>
            </a:pPr>
            <a:r>
              <a:rPr lang="en-US" altLang="zh-CN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IT</a:t>
            </a:r>
            <a:r>
              <a:rPr lang="zh-CN" altLang="en-US" sz="1485" b="1" kern="0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系统</a:t>
            </a:r>
            <a:endParaRPr lang="en-US" sz="1485" b="1" kern="0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grpSp>
        <p:nvGrpSpPr>
          <p:cNvPr id="15" name="Group 6"/>
          <p:cNvGrpSpPr/>
          <p:nvPr/>
        </p:nvGrpSpPr>
        <p:grpSpPr bwMode="auto">
          <a:xfrm>
            <a:off x="1322301" y="1298727"/>
            <a:ext cx="1784731" cy="246213"/>
            <a:chOff x="915" y="907"/>
            <a:chExt cx="2686" cy="123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07"/>
              <a:ext cx="2686" cy="123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16975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85" b="1" kern="0" dirty="0">
                  <a:solidFill>
                    <a:srgbClr val="000000"/>
                  </a:solidFill>
                  <a:latin typeface="Arial" panose="020B0604020202020204"/>
                  <a:ea typeface="华文楷体" panose="02010600040101010101" pitchFamily="2" charset="-122"/>
                </a:rPr>
                <a:t>要素</a:t>
              </a:r>
              <a:endParaRPr lang="en-US" sz="1485" kern="0" dirty="0">
                <a:solidFill>
                  <a:srgbClr val="808080"/>
                </a:solidFill>
                <a:latin typeface="Arial" panose="020B0604020202020204"/>
                <a:ea typeface="华文楷体" panose="02010600040101010101" pitchFamily="2" charset="-122"/>
              </a:endParaRPr>
            </a:p>
          </p:txBody>
        </p:sp>
      </p:grpSp>
      <p:sp>
        <p:nvSpPr>
          <p:cNvPr id="18" name="Rectangle 45"/>
          <p:cNvSpPr txBox="1"/>
          <p:nvPr>
            <p:custDataLst>
              <p:tags r:id="rId10"/>
            </p:custDataLst>
          </p:nvPr>
        </p:nvSpPr>
        <p:spPr>
          <a:xfrm>
            <a:off x="3353272" y="2361713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流程有且唯一的代号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19" name="Rectangle 45"/>
          <p:cNvSpPr txBox="1"/>
          <p:nvPr>
            <p:custDataLst>
              <p:tags r:id="rId11"/>
            </p:custDataLst>
          </p:nvPr>
        </p:nvSpPr>
        <p:spPr>
          <a:xfrm>
            <a:off x="3353272" y="2983382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对流程需要完成的业务功能的总结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0" name="Rectangle 45"/>
          <p:cNvSpPr txBox="1"/>
          <p:nvPr>
            <p:custDataLst>
              <p:tags r:id="rId12"/>
            </p:custDataLst>
          </p:nvPr>
        </p:nvSpPr>
        <p:spPr>
          <a:xfrm>
            <a:off x="3353272" y="3613677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流程运行所需要的数据、文档输入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1" name="Rectangle 45"/>
          <p:cNvSpPr txBox="1"/>
          <p:nvPr>
            <p:custDataLst>
              <p:tags r:id="rId13"/>
            </p:custDataLst>
          </p:nvPr>
        </p:nvSpPr>
        <p:spPr>
          <a:xfrm>
            <a:off x="3353272" y="4233367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作为流程运行的结果，输出的数据或文档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2" name="Rectangle 45"/>
          <p:cNvSpPr txBox="1"/>
          <p:nvPr>
            <p:custDataLst>
              <p:tags r:id="rId14"/>
            </p:custDataLst>
          </p:nvPr>
        </p:nvSpPr>
        <p:spPr>
          <a:xfrm>
            <a:off x="3353272" y="4853541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流程链路上，主要进行的业务操作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3" name="Rectangle 45"/>
          <p:cNvSpPr txBox="1"/>
          <p:nvPr>
            <p:custDataLst>
              <p:tags r:id="rId15"/>
            </p:custDataLst>
          </p:nvPr>
        </p:nvSpPr>
        <p:spPr>
          <a:xfrm>
            <a:off x="3353272" y="5443715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流程执行过程中，关键节点进行逻辑判断所依赖的规则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4" name="Rectangle 45"/>
          <p:cNvSpPr txBox="1"/>
          <p:nvPr>
            <p:custDataLst>
              <p:tags r:id="rId16"/>
            </p:custDataLst>
          </p:nvPr>
        </p:nvSpPr>
        <p:spPr>
          <a:xfrm>
            <a:off x="3353272" y="6105505"/>
            <a:ext cx="5104431" cy="228588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9pPr>
          </a:lstStyle>
          <a:p>
            <a:pPr marL="265430" indent="-265430">
              <a:buClr>
                <a:srgbClr val="002960"/>
              </a:buClr>
              <a:buFont typeface="Wingdings" panose="05000000000000000000" pitchFamily="2" charset="2"/>
              <a:buChar char="§"/>
            </a:pP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承载流程运行的后台</a:t>
            </a:r>
            <a:r>
              <a:rPr lang="en-US" altLang="zh-CN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IT</a:t>
            </a:r>
            <a:r>
              <a:rPr lang="zh-CN" altLang="en-US" sz="1485" dirty="0">
                <a:solidFill>
                  <a:srgbClr val="000000"/>
                </a:solidFill>
                <a:latin typeface="Arial" panose="020B0604020202020204"/>
                <a:ea typeface="华文楷体" panose="02010600040101010101" pitchFamily="2" charset="-122"/>
              </a:rPr>
              <a:t>系统</a:t>
            </a:r>
            <a:endParaRPr lang="zh-CN" altLang="en-US" sz="1485" dirty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sp>
        <p:nvSpPr>
          <p:cNvPr id="25" name="Rectangle 2"/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1071258" y="1233714"/>
            <a:ext cx="7760308" cy="5354692"/>
          </a:xfrm>
          <a:prstGeom prst="rect">
            <a:avLst/>
          </a:prstGeom>
          <a:noFill/>
          <a:ln w="19050" algn="ctr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115" kern="0">
              <a:solidFill>
                <a:srgbClr val="000000"/>
              </a:solidFill>
              <a:latin typeface="Arial" panose="020B0604020202020204"/>
              <a:ea typeface="华文楷体" panose="02010600040101010101" pitchFamily="2" charset="-122"/>
            </a:endParaRPr>
          </a:p>
        </p:txBody>
      </p:sp>
      <p:cxnSp>
        <p:nvCxnSpPr>
          <p:cNvPr id="26" name="AutoShape 249"/>
          <p:cNvCxnSpPr>
            <a:cxnSpLocks noChangeShapeType="1"/>
          </p:cNvCxnSpPr>
          <p:nvPr/>
        </p:nvCxnSpPr>
        <p:spPr bwMode="auto">
          <a:xfrm>
            <a:off x="3201699" y="2171668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249"/>
          <p:cNvCxnSpPr>
            <a:cxnSpLocks noChangeShapeType="1"/>
          </p:cNvCxnSpPr>
          <p:nvPr/>
        </p:nvCxnSpPr>
        <p:spPr bwMode="auto">
          <a:xfrm>
            <a:off x="3220152" y="2805175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249"/>
          <p:cNvCxnSpPr>
            <a:cxnSpLocks noChangeShapeType="1"/>
          </p:cNvCxnSpPr>
          <p:nvPr/>
        </p:nvCxnSpPr>
        <p:spPr bwMode="auto">
          <a:xfrm>
            <a:off x="3238606" y="3450982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249"/>
          <p:cNvCxnSpPr>
            <a:cxnSpLocks noChangeShapeType="1"/>
          </p:cNvCxnSpPr>
          <p:nvPr/>
        </p:nvCxnSpPr>
        <p:spPr bwMode="auto">
          <a:xfrm>
            <a:off x="3257059" y="4072187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249"/>
          <p:cNvCxnSpPr>
            <a:cxnSpLocks noChangeShapeType="1"/>
          </p:cNvCxnSpPr>
          <p:nvPr/>
        </p:nvCxnSpPr>
        <p:spPr bwMode="auto">
          <a:xfrm>
            <a:off x="3275513" y="4693392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249"/>
          <p:cNvCxnSpPr>
            <a:cxnSpLocks noChangeShapeType="1"/>
          </p:cNvCxnSpPr>
          <p:nvPr/>
        </p:nvCxnSpPr>
        <p:spPr bwMode="auto">
          <a:xfrm>
            <a:off x="3293966" y="5314597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249"/>
          <p:cNvCxnSpPr>
            <a:cxnSpLocks noChangeShapeType="1"/>
          </p:cNvCxnSpPr>
          <p:nvPr/>
        </p:nvCxnSpPr>
        <p:spPr bwMode="auto">
          <a:xfrm>
            <a:off x="3312420" y="5935802"/>
            <a:ext cx="5104432" cy="0"/>
          </a:xfrm>
          <a:prstGeom prst="straightConnector1">
            <a:avLst/>
          </a:prstGeom>
          <a:noFill/>
          <a:ln w="9525">
            <a:solidFill>
              <a:srgbClr val="80808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07665" y="558904"/>
            <a:ext cx="6610828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L4</a:t>
            </a:r>
            <a:r>
              <a:rPr lang="zh-CN" altLang="en-US" dirty="0">
                <a:sym typeface="Arial" panose="020B0604020202020204" pitchFamily="34" charset="0"/>
              </a:rPr>
              <a:t>流程串接 </a:t>
            </a:r>
            <a:r>
              <a:rPr lang="en-US" altLang="zh-CN" dirty="0">
                <a:sym typeface="Arial" panose="020B0604020202020204" pitchFamily="34" charset="0"/>
              </a:rPr>
              <a:t>- </a:t>
            </a:r>
            <a:r>
              <a:rPr lang="zh-CN" altLang="en-US" dirty="0">
                <a:sym typeface="Arial" panose="020B0604020202020204" pitchFamily="34" charset="0"/>
              </a:rPr>
              <a:t>建立业务流程视图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41967" y="4941599"/>
            <a:ext cx="3579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流程视图是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业务和</a:t>
            </a: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IT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分析的重要输入</a:t>
            </a:r>
            <a:endParaRPr lang="en-US" altLang="zh-CN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874124" y="1911659"/>
            <a:ext cx="2187686" cy="552403"/>
          </a:xfrm>
          <a:prstGeom prst="roundRect">
            <a:avLst>
              <a:gd name="adj" fmla="val 1775"/>
            </a:avLst>
          </a:prstGeom>
          <a:solidFill>
            <a:schemeClr val="bg1">
              <a:lumMod val="75000"/>
            </a:schemeClr>
          </a:solidFill>
          <a:ln w="12700">
            <a:noFill/>
            <a:miter lim="800000"/>
          </a:ln>
          <a:effectLst/>
        </p:spPr>
        <p:txBody>
          <a:bodyPr lIns="83995" tIns="41260" rIns="83995" bIns="41260" anchor="ctr"/>
          <a:lstStyle/>
          <a:p>
            <a:pPr indent="-176530" algn="ctr">
              <a:lnSpc>
                <a:spcPct val="90000"/>
              </a:lnSpc>
              <a:spcBef>
                <a:spcPct val="100000"/>
              </a:spcBef>
            </a:pPr>
            <a:r>
              <a:rPr lang="zh-CN" altLang="en-US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总体业务流程视图</a:t>
            </a:r>
            <a:endParaRPr lang="zh-CN" altLang="en-US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3983" y="2515425"/>
            <a:ext cx="2197827" cy="21479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65430" indent="-265430"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以管理诉求与业务痛点为主线进行跨业务领域端到端流程串接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buFont typeface="Arial" panose="020B0604020202020204" pitchFamily="34" charset="0"/>
              <a:buChar char="•"/>
            </a:pP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直观展现端到端业务活动全景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buFont typeface="Arial" panose="020B0604020202020204" pitchFamily="34" charset="0"/>
              <a:buChar char="•"/>
            </a:pP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突出业务主线，明确业务活动关联关系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232" y="1911658"/>
            <a:ext cx="2724029" cy="2746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/>
          <p:cNvCxnSpPr/>
          <p:nvPr/>
        </p:nvCxnSpPr>
        <p:spPr>
          <a:xfrm>
            <a:off x="3839975" y="2467167"/>
            <a:ext cx="0" cy="184599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839976" y="2572133"/>
            <a:ext cx="351529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10800000">
            <a:off x="3853398" y="3638169"/>
            <a:ext cx="351529" cy="184599"/>
            <a:chOff x="3872342" y="4174635"/>
            <a:chExt cx="378705" cy="198869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3872342" y="4174635"/>
              <a:ext cx="0" cy="198869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872342" y="4287717"/>
              <a:ext cx="378705" cy="0"/>
            </a:xfrm>
            <a:prstGeom prst="straightConnector1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 rot="8359126">
            <a:off x="4659757" y="3453602"/>
            <a:ext cx="351529" cy="184599"/>
            <a:chOff x="3872342" y="4174635"/>
            <a:chExt cx="378705" cy="198869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3872342" y="4174635"/>
              <a:ext cx="0" cy="198869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3872342" y="4287717"/>
              <a:ext cx="378705" cy="0"/>
            </a:xfrm>
            <a:prstGeom prst="straightConnector1">
              <a:avLst/>
            </a:prstGeom>
            <a:ln w="38100">
              <a:solidFill>
                <a:srgbClr val="92D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箭头连接符 15"/>
          <p:cNvCxnSpPr/>
          <p:nvPr/>
        </p:nvCxnSpPr>
        <p:spPr>
          <a:xfrm>
            <a:off x="3639453" y="3229327"/>
            <a:ext cx="313324" cy="11505"/>
          </a:xfrm>
          <a:prstGeom prst="straightConnector1">
            <a:avLst/>
          </a:prstGeom>
          <a:ln w="3810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等腰三角形 16"/>
          <p:cNvSpPr/>
          <p:nvPr/>
        </p:nvSpPr>
        <p:spPr>
          <a:xfrm rot="5400000">
            <a:off x="2174987" y="3512718"/>
            <a:ext cx="2043893" cy="16691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356450" y="1290095"/>
            <a:ext cx="2538569" cy="14291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聚焦业务主线流程拉通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清晰展示业务衔接、边界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帮助业务断点和影响分析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促进业务改进提升分析</a:t>
            </a:r>
            <a:endParaRPr lang="en-GB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6356450" y="4620676"/>
            <a:ext cx="2538569" cy="7444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基于业务活动的</a:t>
            </a:r>
            <a:r>
              <a:rPr lang="en-US" altLang="zh-CN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IT</a:t>
            </a: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功能和边界分析</a:t>
            </a:r>
            <a:endParaRPr lang="en-GB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356450" y="4325959"/>
            <a:ext cx="2538569" cy="294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</a:ln>
          <a:effectLst/>
        </p:spPr>
        <p:txBody>
          <a:bodyPr lIns="83995" tIns="41260" rIns="83995" bIns="41260" anchor="ctr"/>
          <a:lstStyle/>
          <a:p>
            <a:pPr indent="-176530" algn="ctr" defTabSz="848360" fontAlgn="auto">
              <a:lnSpc>
                <a:spcPct val="90000"/>
              </a:lnSpc>
              <a:spcBef>
                <a:spcPct val="100000"/>
              </a:spcBef>
              <a:spcAft>
                <a:spcPts val="0"/>
              </a:spcAft>
              <a:defRPr/>
            </a:pPr>
            <a:r>
              <a:rPr lang="en-US" altLang="zh-CN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IT</a:t>
            </a:r>
            <a:r>
              <a:rPr lang="zh-CN" altLang="en-US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方案</a:t>
            </a:r>
            <a:endParaRPr lang="en-GB" altLang="zh-CN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1" name="Group 12"/>
          <p:cNvGrpSpPr/>
          <p:nvPr/>
        </p:nvGrpSpPr>
        <p:grpSpPr bwMode="auto">
          <a:xfrm>
            <a:off x="5285617" y="2080085"/>
            <a:ext cx="977393" cy="761904"/>
            <a:chOff x="2309" y="2236"/>
            <a:chExt cx="1310" cy="757"/>
          </a:xfrm>
          <a:gradFill flip="none" rotWithShape="1">
            <a:gsLst>
              <a:gs pos="0">
                <a:srgbClr val="3333FF">
                  <a:tint val="66000"/>
                  <a:satMod val="160000"/>
                </a:srgbClr>
              </a:gs>
              <a:gs pos="50000">
                <a:srgbClr val="3333FF">
                  <a:tint val="44500"/>
                  <a:satMod val="160000"/>
                </a:srgbClr>
              </a:gs>
              <a:gs pos="100000">
                <a:srgbClr val="3333FF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22" name="Freeform 10"/>
            <p:cNvSpPr/>
            <p:nvPr/>
          </p:nvSpPr>
          <p:spPr bwMode="auto">
            <a:xfrm>
              <a:off x="3362" y="2236"/>
              <a:ext cx="257" cy="204"/>
            </a:xfrm>
            <a:custGeom>
              <a:avLst/>
              <a:gdLst/>
              <a:ahLst/>
              <a:cxnLst>
                <a:cxn ang="0">
                  <a:pos x="0" y="37"/>
                </a:cxn>
                <a:cxn ang="0">
                  <a:pos x="28" y="85"/>
                </a:cxn>
                <a:cxn ang="0">
                  <a:pos x="68" y="155"/>
                </a:cxn>
                <a:cxn ang="0">
                  <a:pos x="96" y="203"/>
                </a:cxn>
                <a:cxn ang="0">
                  <a:pos x="256" y="0"/>
                </a:cxn>
                <a:cxn ang="0">
                  <a:pos x="0" y="37"/>
                </a:cxn>
              </a:cxnLst>
              <a:rect l="0" t="0" r="r" b="b"/>
              <a:pathLst>
                <a:path w="257" h="204">
                  <a:moveTo>
                    <a:pt x="0" y="37"/>
                  </a:moveTo>
                  <a:lnTo>
                    <a:pt x="28" y="85"/>
                  </a:lnTo>
                  <a:lnTo>
                    <a:pt x="68" y="155"/>
                  </a:lnTo>
                  <a:lnTo>
                    <a:pt x="96" y="203"/>
                  </a:lnTo>
                  <a:lnTo>
                    <a:pt x="256" y="0"/>
                  </a:lnTo>
                  <a:lnTo>
                    <a:pt x="0" y="37"/>
                  </a:lnTo>
                </a:path>
              </a:pathLst>
            </a:custGeom>
            <a:grpFill/>
            <a:ln w="9525" cap="rnd">
              <a:noFill/>
              <a:round/>
            </a:ln>
            <a:effectLst/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3" name="Freeform 11"/>
            <p:cNvSpPr/>
            <p:nvPr/>
          </p:nvSpPr>
          <p:spPr bwMode="auto">
            <a:xfrm>
              <a:off x="2309" y="2308"/>
              <a:ext cx="1131" cy="685"/>
            </a:xfrm>
            <a:custGeom>
              <a:avLst/>
              <a:gdLst/>
              <a:ahLst/>
              <a:cxnLst>
                <a:cxn ang="0">
                  <a:pos x="1074" y="0"/>
                </a:cxn>
                <a:cxn ang="0">
                  <a:pos x="1090" y="28"/>
                </a:cxn>
                <a:cxn ang="0">
                  <a:pos x="1113" y="68"/>
                </a:cxn>
                <a:cxn ang="0">
                  <a:pos x="1130" y="96"/>
                </a:cxn>
                <a:cxn ang="0">
                  <a:pos x="0" y="684"/>
                </a:cxn>
                <a:cxn ang="0">
                  <a:pos x="1074" y="0"/>
                </a:cxn>
              </a:cxnLst>
              <a:rect l="0" t="0" r="r" b="b"/>
              <a:pathLst>
                <a:path w="1131" h="685">
                  <a:moveTo>
                    <a:pt x="1074" y="0"/>
                  </a:moveTo>
                  <a:lnTo>
                    <a:pt x="1090" y="28"/>
                  </a:lnTo>
                  <a:lnTo>
                    <a:pt x="1113" y="68"/>
                  </a:lnTo>
                  <a:lnTo>
                    <a:pt x="1130" y="96"/>
                  </a:lnTo>
                  <a:lnTo>
                    <a:pt x="0" y="684"/>
                  </a:lnTo>
                  <a:lnTo>
                    <a:pt x="1074" y="0"/>
                  </a:lnTo>
                </a:path>
              </a:pathLst>
            </a:custGeom>
            <a:grpFill/>
            <a:ln w="9525" cap="rnd">
              <a:noFill/>
              <a:round/>
            </a:ln>
            <a:effectLst/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24" name="Group 15"/>
          <p:cNvGrpSpPr/>
          <p:nvPr/>
        </p:nvGrpSpPr>
        <p:grpSpPr bwMode="auto">
          <a:xfrm>
            <a:off x="5265411" y="3684265"/>
            <a:ext cx="1089658" cy="761904"/>
            <a:chOff x="2309" y="3004"/>
            <a:chExt cx="1310" cy="757"/>
          </a:xfrm>
          <a:gradFill flip="none" rotWithShape="1">
            <a:gsLst>
              <a:gs pos="0">
                <a:srgbClr val="3333FF">
                  <a:tint val="66000"/>
                  <a:satMod val="160000"/>
                </a:srgbClr>
              </a:gs>
              <a:gs pos="50000">
                <a:srgbClr val="3333FF">
                  <a:tint val="44500"/>
                  <a:satMod val="160000"/>
                </a:srgbClr>
              </a:gs>
              <a:gs pos="100000">
                <a:srgbClr val="3333FF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25" name="Freeform 13"/>
            <p:cNvSpPr/>
            <p:nvPr/>
          </p:nvSpPr>
          <p:spPr bwMode="auto">
            <a:xfrm>
              <a:off x="3362" y="3557"/>
              <a:ext cx="257" cy="204"/>
            </a:xfrm>
            <a:custGeom>
              <a:avLst/>
              <a:gdLst/>
              <a:ahLst/>
              <a:cxnLst>
                <a:cxn ang="0">
                  <a:pos x="0" y="166"/>
                </a:cxn>
                <a:cxn ang="0">
                  <a:pos x="28" y="118"/>
                </a:cxn>
                <a:cxn ang="0">
                  <a:pos x="68" y="48"/>
                </a:cxn>
                <a:cxn ang="0">
                  <a:pos x="96" y="0"/>
                </a:cxn>
                <a:cxn ang="0">
                  <a:pos x="256" y="203"/>
                </a:cxn>
                <a:cxn ang="0">
                  <a:pos x="0" y="166"/>
                </a:cxn>
              </a:cxnLst>
              <a:rect l="0" t="0" r="r" b="b"/>
              <a:pathLst>
                <a:path w="257" h="204">
                  <a:moveTo>
                    <a:pt x="0" y="166"/>
                  </a:moveTo>
                  <a:lnTo>
                    <a:pt x="28" y="118"/>
                  </a:lnTo>
                  <a:lnTo>
                    <a:pt x="68" y="48"/>
                  </a:lnTo>
                  <a:lnTo>
                    <a:pt x="96" y="0"/>
                  </a:lnTo>
                  <a:lnTo>
                    <a:pt x="256" y="203"/>
                  </a:lnTo>
                  <a:lnTo>
                    <a:pt x="0" y="166"/>
                  </a:lnTo>
                </a:path>
              </a:pathLst>
            </a:custGeom>
            <a:grpFill/>
            <a:ln w="9525" cap="rnd">
              <a:noFill/>
              <a:round/>
            </a:ln>
            <a:effectLst/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6" name="Freeform 14"/>
            <p:cNvSpPr/>
            <p:nvPr/>
          </p:nvSpPr>
          <p:spPr bwMode="auto">
            <a:xfrm>
              <a:off x="2309" y="3004"/>
              <a:ext cx="1131" cy="685"/>
            </a:xfrm>
            <a:custGeom>
              <a:avLst/>
              <a:gdLst/>
              <a:ahLst/>
              <a:cxnLst>
                <a:cxn ang="0">
                  <a:pos x="1074" y="684"/>
                </a:cxn>
                <a:cxn ang="0">
                  <a:pos x="1090" y="656"/>
                </a:cxn>
                <a:cxn ang="0">
                  <a:pos x="1113" y="616"/>
                </a:cxn>
                <a:cxn ang="0">
                  <a:pos x="1130" y="588"/>
                </a:cxn>
                <a:cxn ang="0">
                  <a:pos x="0" y="0"/>
                </a:cxn>
                <a:cxn ang="0">
                  <a:pos x="1074" y="684"/>
                </a:cxn>
              </a:cxnLst>
              <a:rect l="0" t="0" r="r" b="b"/>
              <a:pathLst>
                <a:path w="1131" h="685">
                  <a:moveTo>
                    <a:pt x="1074" y="684"/>
                  </a:moveTo>
                  <a:lnTo>
                    <a:pt x="1090" y="656"/>
                  </a:lnTo>
                  <a:lnTo>
                    <a:pt x="1113" y="616"/>
                  </a:lnTo>
                  <a:lnTo>
                    <a:pt x="1130" y="588"/>
                  </a:lnTo>
                  <a:lnTo>
                    <a:pt x="0" y="0"/>
                  </a:lnTo>
                  <a:lnTo>
                    <a:pt x="1074" y="684"/>
                  </a:lnTo>
                </a:path>
              </a:pathLst>
            </a:custGeom>
            <a:grpFill/>
            <a:ln w="9525" cap="rnd">
              <a:noFill/>
              <a:round/>
            </a:ln>
            <a:effectLst/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6355069" y="3350703"/>
            <a:ext cx="2538569" cy="6622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65430" indent="-2654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建立业务活动的数据分析</a:t>
            </a:r>
            <a:endParaRPr lang="en-US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65430" indent="-265430">
              <a:buFont typeface="Arial" panose="020B0604020202020204" pitchFamily="34" charset="0"/>
              <a:buChar char="•"/>
            </a:pPr>
            <a:r>
              <a:rPr lang="zh-CN" altLang="en-US" sz="1485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识别流程断点</a:t>
            </a:r>
            <a:endParaRPr lang="en-GB" altLang="zh-CN" sz="1485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6355069" y="3055984"/>
            <a:ext cx="2538569" cy="30650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</a:ln>
          <a:effectLst/>
        </p:spPr>
        <p:txBody>
          <a:bodyPr lIns="83995" tIns="41260" rIns="83995" bIns="41260" anchor="ctr"/>
          <a:lstStyle/>
          <a:p>
            <a:pPr indent="-176530" algn="ctr" defTabSz="848360" fontAlgn="auto">
              <a:lnSpc>
                <a:spcPct val="90000"/>
              </a:lnSpc>
              <a:spcBef>
                <a:spcPct val="100000"/>
              </a:spcBef>
              <a:spcAft>
                <a:spcPts val="0"/>
              </a:spcAft>
              <a:defRPr/>
            </a:pPr>
            <a:r>
              <a:rPr lang="zh-CN" altLang="en-US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数据方案</a:t>
            </a:r>
            <a:endParaRPr lang="en-GB" altLang="zh-CN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右箭头 28"/>
          <p:cNvSpPr/>
          <p:nvPr/>
        </p:nvSpPr>
        <p:spPr>
          <a:xfrm rot="5400000">
            <a:off x="7403212" y="3546699"/>
            <a:ext cx="296646" cy="1232993"/>
          </a:xfrm>
          <a:prstGeom prst="rightArrow">
            <a:avLst/>
          </a:prstGeom>
          <a:solidFill>
            <a:schemeClr val="bg1">
              <a:lumMod val="95000"/>
              <a:alpha val="80000"/>
            </a:schemeClr>
          </a:solidFill>
          <a:ln w="15875">
            <a:noFill/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878" tIns="42439" rIns="84878" bIns="42439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右箭头 29"/>
          <p:cNvSpPr/>
          <p:nvPr/>
        </p:nvSpPr>
        <p:spPr>
          <a:xfrm rot="5400000">
            <a:off x="7424810" y="2300809"/>
            <a:ext cx="296646" cy="1232993"/>
          </a:xfrm>
          <a:prstGeom prst="rightArrow">
            <a:avLst/>
          </a:prstGeom>
          <a:solidFill>
            <a:schemeClr val="bg1">
              <a:lumMod val="95000"/>
              <a:alpha val="80000"/>
            </a:schemeClr>
          </a:solidFill>
          <a:ln w="15875">
            <a:noFill/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878" tIns="42439" rIns="84878" bIns="42439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92588" y="465154"/>
            <a:ext cx="6610828" cy="46166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L1-L4</a:t>
            </a:r>
            <a:r>
              <a:rPr lang="zh-CN" altLang="en-US" dirty="0">
                <a:sym typeface="Arial" panose="020B0604020202020204" pitchFamily="34" charset="0"/>
              </a:rPr>
              <a:t>流程框架示例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54" name="Rectangle 39"/>
          <p:cNvSpPr/>
          <p:nvPr/>
        </p:nvSpPr>
        <p:spPr>
          <a:xfrm>
            <a:off x="4059672" y="4905246"/>
            <a:ext cx="5190700" cy="1260058"/>
          </a:xfrm>
          <a:prstGeom prst="rect">
            <a:avLst/>
          </a:prstGeom>
          <a:solidFill>
            <a:schemeClr val="bg1">
              <a:lumMod val="8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资金管理</a:t>
            </a:r>
            <a:endParaRPr lang="en-US" altLang="en-US" sz="835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45"/>
          <p:cNvSpPr/>
          <p:nvPr/>
        </p:nvSpPr>
        <p:spPr>
          <a:xfrm>
            <a:off x="4110266" y="5173848"/>
            <a:ext cx="1764199" cy="5652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资金计划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1020" dirty="0">
              <a:solidFill>
                <a:schemeClr val="tx1"/>
              </a:solidFill>
              <a:latin typeface="+mn-ea"/>
            </a:endParaRPr>
          </a:p>
          <a:p>
            <a:endParaRPr lang="en-US" altLang="en-US" sz="102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Rectangle 48"/>
          <p:cNvSpPr/>
          <p:nvPr/>
        </p:nvSpPr>
        <p:spPr>
          <a:xfrm>
            <a:off x="5899414" y="5173006"/>
            <a:ext cx="1623613" cy="578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资金结算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1020" dirty="0">
              <a:solidFill>
                <a:schemeClr val="tx1"/>
              </a:solidFill>
              <a:latin typeface="+mn-ea"/>
            </a:endParaRPr>
          </a:p>
          <a:p>
            <a:endParaRPr lang="en-US" sz="102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Rectangle 51"/>
          <p:cNvSpPr/>
          <p:nvPr/>
        </p:nvSpPr>
        <p:spPr>
          <a:xfrm rot="10800000" flipV="1">
            <a:off x="4110266" y="5826115"/>
            <a:ext cx="5043374" cy="3023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现金管理</a:t>
            </a:r>
            <a:endParaRPr 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Rectangle 107"/>
          <p:cNvSpPr/>
          <p:nvPr/>
        </p:nvSpPr>
        <p:spPr>
          <a:xfrm>
            <a:off x="6828085" y="1631276"/>
            <a:ext cx="2443807" cy="2208988"/>
          </a:xfrm>
          <a:prstGeom prst="rect">
            <a:avLst/>
          </a:prstGeom>
          <a:solidFill>
            <a:schemeClr val="bg1">
              <a:lumMod val="8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预算管理</a:t>
            </a:r>
            <a:endParaRPr lang="en-US" altLang="en-US" sz="835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Rectangle 108"/>
          <p:cNvSpPr/>
          <p:nvPr/>
        </p:nvSpPr>
        <p:spPr>
          <a:xfrm>
            <a:off x="6886667" y="1969434"/>
            <a:ext cx="1527670" cy="73117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35" dirty="0">
                <a:solidFill>
                  <a:schemeClr val="tx1"/>
                </a:solidFill>
              </a:rPr>
              <a:t>预算制定</a:t>
            </a:r>
            <a:endParaRPr lang="en-US" altLang="zh-CN" sz="835" dirty="0">
              <a:solidFill>
                <a:schemeClr val="tx1"/>
              </a:solidFill>
            </a:endParaRPr>
          </a:p>
          <a:p>
            <a:endParaRPr lang="en-US" altLang="en-US" sz="1020" dirty="0">
              <a:solidFill>
                <a:schemeClr val="tx1"/>
              </a:solidFill>
            </a:endParaRPr>
          </a:p>
          <a:p>
            <a:endParaRPr lang="en-US" altLang="en-US" sz="1020" dirty="0">
              <a:solidFill>
                <a:schemeClr val="tx1"/>
              </a:solidFill>
            </a:endParaRPr>
          </a:p>
          <a:p>
            <a:endParaRPr lang="en-US" altLang="en-US" sz="1020" dirty="0">
              <a:solidFill>
                <a:schemeClr val="tx1"/>
              </a:solidFill>
            </a:endParaRPr>
          </a:p>
        </p:txBody>
      </p:sp>
      <p:sp>
        <p:nvSpPr>
          <p:cNvPr id="60" name="Rectangle 109"/>
          <p:cNvSpPr/>
          <p:nvPr/>
        </p:nvSpPr>
        <p:spPr>
          <a:xfrm>
            <a:off x="6886667" y="2776454"/>
            <a:ext cx="1527670" cy="9828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35" dirty="0">
                <a:solidFill>
                  <a:schemeClr val="tx1"/>
                </a:solidFill>
              </a:rPr>
              <a:t>预算执行</a:t>
            </a:r>
            <a:endParaRPr lang="en-US" altLang="zh-CN" sz="835" dirty="0">
              <a:solidFill>
                <a:schemeClr val="tx1"/>
              </a:solidFill>
            </a:endParaRPr>
          </a:p>
          <a:p>
            <a:endParaRPr lang="en-US" altLang="zh-CN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</p:txBody>
      </p:sp>
      <p:sp>
        <p:nvSpPr>
          <p:cNvPr id="61" name="Rectangle 110"/>
          <p:cNvSpPr/>
          <p:nvPr/>
        </p:nvSpPr>
        <p:spPr>
          <a:xfrm>
            <a:off x="8491686" y="1979481"/>
            <a:ext cx="689593" cy="17478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35" dirty="0">
                <a:solidFill>
                  <a:schemeClr val="tx1"/>
                </a:solidFill>
              </a:rPr>
              <a:t>分析</a:t>
            </a:r>
            <a:endParaRPr lang="en-US" altLang="zh-CN" sz="835" dirty="0">
              <a:solidFill>
                <a:schemeClr val="tx1"/>
              </a:solidFill>
            </a:endParaRPr>
          </a:p>
          <a:p>
            <a:r>
              <a:rPr lang="zh-CN" altLang="en-US" sz="835" dirty="0">
                <a:solidFill>
                  <a:schemeClr val="tx1"/>
                </a:solidFill>
              </a:rPr>
              <a:t>考核</a:t>
            </a:r>
            <a:endParaRPr lang="en-US" altLang="zh-CN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  <a:p>
            <a:endParaRPr lang="en-US" sz="835" dirty="0">
              <a:solidFill>
                <a:schemeClr val="tx1"/>
              </a:solidFill>
            </a:endParaRPr>
          </a:p>
        </p:txBody>
      </p:sp>
      <p:sp>
        <p:nvSpPr>
          <p:cNvPr id="62" name="Rectangle 135"/>
          <p:cNvSpPr/>
          <p:nvPr/>
        </p:nvSpPr>
        <p:spPr>
          <a:xfrm>
            <a:off x="6828085" y="3914100"/>
            <a:ext cx="2443807" cy="980580"/>
          </a:xfrm>
          <a:prstGeom prst="rect">
            <a:avLst/>
          </a:prstGeom>
          <a:solidFill>
            <a:schemeClr val="bg1">
              <a:lumMod val="8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税务管理</a:t>
            </a:r>
            <a:endParaRPr lang="en-US" altLang="en-US" sz="835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Rectangle 121"/>
          <p:cNvSpPr/>
          <p:nvPr/>
        </p:nvSpPr>
        <p:spPr>
          <a:xfrm>
            <a:off x="1451844" y="1620319"/>
            <a:ext cx="2558274" cy="4544985"/>
          </a:xfrm>
          <a:prstGeom prst="rect">
            <a:avLst/>
          </a:prstGeom>
          <a:solidFill>
            <a:schemeClr val="bg1">
              <a:lumMod val="8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财务会计（</a:t>
            </a:r>
            <a:r>
              <a:rPr lang="en-US" altLang="zh-CN" sz="835" dirty="0">
                <a:solidFill>
                  <a:schemeClr val="tx1"/>
                </a:solidFill>
                <a:latin typeface="+mn-ea"/>
              </a:rPr>
              <a:t>L2</a:t>
            </a:r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）</a:t>
            </a:r>
            <a:endParaRPr lang="en-US" altLang="en-US" sz="835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Rectangle 122"/>
          <p:cNvSpPr/>
          <p:nvPr/>
        </p:nvSpPr>
        <p:spPr>
          <a:xfrm>
            <a:off x="1486506" y="1979482"/>
            <a:ext cx="1459495" cy="1442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应收管理</a:t>
            </a:r>
            <a:r>
              <a:rPr lang="en-US" altLang="zh-CN" sz="650" dirty="0">
                <a:solidFill>
                  <a:schemeClr val="tx1"/>
                </a:solidFill>
                <a:latin typeface="+mn-ea"/>
              </a:rPr>
              <a:t>(L3)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ectangle 125"/>
          <p:cNvSpPr/>
          <p:nvPr/>
        </p:nvSpPr>
        <p:spPr>
          <a:xfrm>
            <a:off x="1484539" y="3484611"/>
            <a:ext cx="706790" cy="12430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总账管理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Rectangle 128"/>
          <p:cNvSpPr/>
          <p:nvPr/>
        </p:nvSpPr>
        <p:spPr>
          <a:xfrm>
            <a:off x="4059672" y="1631276"/>
            <a:ext cx="2716146" cy="3263405"/>
          </a:xfrm>
          <a:prstGeom prst="rect">
            <a:avLst/>
          </a:prstGeom>
          <a:solidFill>
            <a:schemeClr val="bg1">
              <a:lumMod val="8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835" dirty="0">
                <a:solidFill>
                  <a:schemeClr val="tx1"/>
                </a:solidFill>
                <a:latin typeface="+mn-ea"/>
              </a:rPr>
              <a:t>管理会计</a:t>
            </a:r>
            <a:endParaRPr lang="en-US" altLang="en-US" sz="835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Rectangle 129"/>
          <p:cNvSpPr/>
          <p:nvPr/>
        </p:nvSpPr>
        <p:spPr>
          <a:xfrm>
            <a:off x="4101681" y="1979686"/>
            <a:ext cx="1916220" cy="14420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成本管理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Rectangle 129"/>
          <p:cNvSpPr/>
          <p:nvPr/>
        </p:nvSpPr>
        <p:spPr>
          <a:xfrm>
            <a:off x="1555381" y="2472842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收入确认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Rectangle 129"/>
          <p:cNvSpPr/>
          <p:nvPr/>
        </p:nvSpPr>
        <p:spPr>
          <a:xfrm>
            <a:off x="2220095" y="2472842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收款管理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Rectangle 129"/>
          <p:cNvSpPr/>
          <p:nvPr/>
        </p:nvSpPr>
        <p:spPr>
          <a:xfrm>
            <a:off x="1555381" y="2756545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对账管理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Rectangle 129"/>
          <p:cNvSpPr/>
          <p:nvPr/>
        </p:nvSpPr>
        <p:spPr>
          <a:xfrm>
            <a:off x="2212413" y="2756545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坏账管理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Rectangle 129"/>
          <p:cNvSpPr/>
          <p:nvPr/>
        </p:nvSpPr>
        <p:spPr>
          <a:xfrm>
            <a:off x="1555381" y="3054347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应收处置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Rectangle 129"/>
          <p:cNvSpPr/>
          <p:nvPr/>
        </p:nvSpPr>
        <p:spPr>
          <a:xfrm>
            <a:off x="2210445" y="3054347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信用管理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Rectangle 129"/>
          <p:cNvSpPr/>
          <p:nvPr/>
        </p:nvSpPr>
        <p:spPr>
          <a:xfrm>
            <a:off x="1529518" y="3752048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凭证处理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Rectangle 129"/>
          <p:cNvSpPr/>
          <p:nvPr/>
        </p:nvSpPr>
        <p:spPr>
          <a:xfrm>
            <a:off x="1514423" y="4217293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结账处理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Rectangle 125"/>
          <p:cNvSpPr/>
          <p:nvPr/>
        </p:nvSpPr>
        <p:spPr>
          <a:xfrm>
            <a:off x="2239210" y="3471227"/>
            <a:ext cx="706790" cy="12564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关联交易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Rectangle 129"/>
          <p:cNvSpPr/>
          <p:nvPr/>
        </p:nvSpPr>
        <p:spPr>
          <a:xfrm>
            <a:off x="2274632" y="3727346"/>
            <a:ext cx="635948" cy="369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贸易型关联交易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Rectangle 129"/>
          <p:cNvSpPr/>
          <p:nvPr/>
        </p:nvSpPr>
        <p:spPr>
          <a:xfrm>
            <a:off x="2259058" y="4188373"/>
            <a:ext cx="635948" cy="383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非贸易关联交易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Rectangle 129"/>
          <p:cNvSpPr/>
          <p:nvPr/>
        </p:nvSpPr>
        <p:spPr>
          <a:xfrm>
            <a:off x="1555381" y="2191530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开票管理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Rectangle 129"/>
          <p:cNvSpPr/>
          <p:nvPr/>
        </p:nvSpPr>
        <p:spPr>
          <a:xfrm>
            <a:off x="2220095" y="2191530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发票管理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2996765" y="1979483"/>
            <a:ext cx="961726" cy="3378049"/>
            <a:chOff x="2172614" y="1107341"/>
            <a:chExt cx="1192377" cy="3184558"/>
          </a:xfrm>
        </p:grpSpPr>
        <p:sp>
          <p:nvSpPr>
            <p:cNvPr id="82" name="Rectangle 123"/>
            <p:cNvSpPr/>
            <p:nvPr/>
          </p:nvSpPr>
          <p:spPr>
            <a:xfrm>
              <a:off x="2172614" y="1107341"/>
              <a:ext cx="1192377" cy="318455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应付管理</a:t>
              </a:r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3" name="Rectangle 129"/>
            <p:cNvSpPr/>
            <p:nvPr/>
          </p:nvSpPr>
          <p:spPr>
            <a:xfrm>
              <a:off x="2367014" y="2713205"/>
              <a:ext cx="788468" cy="329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供应商</a:t>
              </a:r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费用报销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4" name="Rectangle 129"/>
            <p:cNvSpPr/>
            <p:nvPr/>
          </p:nvSpPr>
          <p:spPr>
            <a:xfrm>
              <a:off x="2374568" y="1307241"/>
              <a:ext cx="788468" cy="2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应计确认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5" name="Rectangle 129"/>
            <p:cNvSpPr/>
            <p:nvPr/>
          </p:nvSpPr>
          <p:spPr>
            <a:xfrm>
              <a:off x="2367014" y="1572440"/>
              <a:ext cx="788468" cy="2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应付确认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6" name="Rectangle 129"/>
            <p:cNvSpPr/>
            <p:nvPr/>
          </p:nvSpPr>
          <p:spPr>
            <a:xfrm>
              <a:off x="2367014" y="1839893"/>
              <a:ext cx="788468" cy="2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付款计划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7" name="Rectangle 129"/>
            <p:cNvSpPr/>
            <p:nvPr/>
          </p:nvSpPr>
          <p:spPr>
            <a:xfrm>
              <a:off x="2367014" y="2376700"/>
              <a:ext cx="788468" cy="312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员工费用报销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8" name="Rectangle 129"/>
            <p:cNvSpPr/>
            <p:nvPr/>
          </p:nvSpPr>
          <p:spPr>
            <a:xfrm>
              <a:off x="2367014" y="2120638"/>
              <a:ext cx="788468" cy="2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付款管理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9" name="Rectangle 129"/>
            <p:cNvSpPr/>
            <p:nvPr/>
          </p:nvSpPr>
          <p:spPr>
            <a:xfrm>
              <a:off x="2367014" y="3063337"/>
              <a:ext cx="788468" cy="2670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押金质保金管理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0" name="Rectangle 129"/>
            <p:cNvSpPr/>
            <p:nvPr/>
          </p:nvSpPr>
          <p:spPr>
            <a:xfrm>
              <a:off x="2367014" y="3371102"/>
              <a:ext cx="788468" cy="2882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罚扣款</a:t>
              </a:r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管理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1" name="Rectangle 129"/>
            <p:cNvSpPr/>
            <p:nvPr/>
          </p:nvSpPr>
          <p:spPr>
            <a:xfrm>
              <a:off x="2367253" y="4027483"/>
              <a:ext cx="788468" cy="226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对账管理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92" name="Rectangle 123"/>
          <p:cNvSpPr/>
          <p:nvPr/>
        </p:nvSpPr>
        <p:spPr>
          <a:xfrm>
            <a:off x="1486506" y="4787149"/>
            <a:ext cx="1459495" cy="134237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Rectangle 129"/>
          <p:cNvSpPr/>
          <p:nvPr/>
        </p:nvSpPr>
        <p:spPr>
          <a:xfrm>
            <a:off x="1518634" y="5051830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资产入账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Rectangle 129"/>
          <p:cNvSpPr/>
          <p:nvPr/>
        </p:nvSpPr>
        <p:spPr>
          <a:xfrm>
            <a:off x="2215087" y="5065658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资产折旧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Rectangle 129"/>
          <p:cNvSpPr/>
          <p:nvPr/>
        </p:nvSpPr>
        <p:spPr>
          <a:xfrm>
            <a:off x="1518634" y="5360206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资产调拨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Rectangle 129"/>
          <p:cNvSpPr/>
          <p:nvPr/>
        </p:nvSpPr>
        <p:spPr>
          <a:xfrm>
            <a:off x="1518634" y="5660470"/>
            <a:ext cx="635948" cy="331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资产盘点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Rectangle 123"/>
          <p:cNvSpPr/>
          <p:nvPr/>
        </p:nvSpPr>
        <p:spPr>
          <a:xfrm>
            <a:off x="2498996" y="5401516"/>
            <a:ext cx="1459495" cy="7269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  <a:p>
            <a:endParaRPr 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Rectangle 129"/>
          <p:cNvSpPr/>
          <p:nvPr/>
        </p:nvSpPr>
        <p:spPr>
          <a:xfrm>
            <a:off x="2215087" y="5360206"/>
            <a:ext cx="635948" cy="24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资产处置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Rectangle 129"/>
          <p:cNvSpPr/>
          <p:nvPr/>
        </p:nvSpPr>
        <p:spPr>
          <a:xfrm>
            <a:off x="2215087" y="5651519"/>
            <a:ext cx="635948" cy="349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资产调整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Rectangle 129"/>
          <p:cNvSpPr/>
          <p:nvPr/>
        </p:nvSpPr>
        <p:spPr>
          <a:xfrm>
            <a:off x="3153560" y="5458338"/>
            <a:ext cx="635948" cy="242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在建工程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Rectangle 129"/>
          <p:cNvSpPr/>
          <p:nvPr/>
        </p:nvSpPr>
        <p:spPr>
          <a:xfrm>
            <a:off x="3153560" y="5751201"/>
            <a:ext cx="635948" cy="270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资产租赁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Rectangle 129"/>
          <p:cNvSpPr/>
          <p:nvPr/>
        </p:nvSpPr>
        <p:spPr>
          <a:xfrm>
            <a:off x="3153560" y="4737910"/>
            <a:ext cx="635948" cy="313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预付款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Rectangle 129"/>
          <p:cNvSpPr/>
          <p:nvPr/>
        </p:nvSpPr>
        <p:spPr>
          <a:xfrm>
            <a:off x="4134737" y="2244557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项目成本预测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4" name="Rectangle 129"/>
          <p:cNvSpPr/>
          <p:nvPr/>
        </p:nvSpPr>
        <p:spPr>
          <a:xfrm>
            <a:off x="4134471" y="2603761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成本定额管理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Rectangle 129"/>
          <p:cNvSpPr/>
          <p:nvPr/>
        </p:nvSpPr>
        <p:spPr>
          <a:xfrm>
            <a:off x="4130415" y="2977147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采购定价管理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Rectangle 129"/>
          <p:cNvSpPr/>
          <p:nvPr/>
        </p:nvSpPr>
        <p:spPr>
          <a:xfrm>
            <a:off x="4806916" y="2240388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项目成本归集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Rectangle 129"/>
          <p:cNvSpPr/>
          <p:nvPr/>
        </p:nvSpPr>
        <p:spPr>
          <a:xfrm>
            <a:off x="4809823" y="2603761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项目成本确认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Rectangle 129"/>
          <p:cNvSpPr/>
          <p:nvPr/>
        </p:nvSpPr>
        <p:spPr>
          <a:xfrm>
            <a:off x="4814700" y="2975413"/>
            <a:ext cx="635948" cy="3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成本维护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Rectangle 129"/>
          <p:cNvSpPr/>
          <p:nvPr/>
        </p:nvSpPr>
        <p:spPr>
          <a:xfrm>
            <a:off x="5511696" y="2240387"/>
            <a:ext cx="387719" cy="516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>
                <a:solidFill>
                  <a:schemeClr val="tx1"/>
                </a:solidFill>
                <a:latin typeface="+mn-ea"/>
              </a:rPr>
              <a:t>成本考核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Rectangle 129"/>
          <p:cNvSpPr/>
          <p:nvPr/>
        </p:nvSpPr>
        <p:spPr>
          <a:xfrm>
            <a:off x="5511696" y="2842400"/>
            <a:ext cx="387719" cy="460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成本分析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1" name="Rectangle 129"/>
          <p:cNvSpPr/>
          <p:nvPr/>
        </p:nvSpPr>
        <p:spPr>
          <a:xfrm>
            <a:off x="6073222" y="1979481"/>
            <a:ext cx="636506" cy="20526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合并报表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Rectangle 129"/>
          <p:cNvSpPr/>
          <p:nvPr/>
        </p:nvSpPr>
        <p:spPr>
          <a:xfrm>
            <a:off x="6135934" y="2240386"/>
            <a:ext cx="491450" cy="516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股权架构合并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Rectangle 129"/>
          <p:cNvSpPr/>
          <p:nvPr/>
        </p:nvSpPr>
        <p:spPr>
          <a:xfrm>
            <a:off x="6135934" y="2816994"/>
            <a:ext cx="491450" cy="516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管理架构合并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Rectangle 129"/>
          <p:cNvSpPr/>
          <p:nvPr/>
        </p:nvSpPr>
        <p:spPr>
          <a:xfrm>
            <a:off x="6136495" y="3421727"/>
            <a:ext cx="490890" cy="541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公司信息披露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Rectangle 129"/>
          <p:cNvSpPr/>
          <p:nvPr/>
        </p:nvSpPr>
        <p:spPr>
          <a:xfrm>
            <a:off x="4096319" y="3486575"/>
            <a:ext cx="1921581" cy="5455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财务分析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  <a:p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Rectangle 129"/>
          <p:cNvSpPr/>
          <p:nvPr/>
        </p:nvSpPr>
        <p:spPr>
          <a:xfrm>
            <a:off x="4174480" y="3679639"/>
            <a:ext cx="470190" cy="29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指标制定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Rectangle 129"/>
          <p:cNvSpPr/>
          <p:nvPr/>
        </p:nvSpPr>
        <p:spPr>
          <a:xfrm>
            <a:off x="4792174" y="3676607"/>
            <a:ext cx="470190" cy="29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数据分析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Rectangle 129"/>
          <p:cNvSpPr/>
          <p:nvPr/>
        </p:nvSpPr>
        <p:spPr>
          <a:xfrm>
            <a:off x="5417745" y="3679639"/>
            <a:ext cx="470190" cy="29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分析报告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4096319" y="4151359"/>
            <a:ext cx="2613407" cy="658909"/>
            <a:chOff x="3581400" y="2680508"/>
            <a:chExt cx="2382434" cy="514286"/>
          </a:xfrm>
        </p:grpSpPr>
        <p:sp>
          <p:nvSpPr>
            <p:cNvPr id="120" name="Rectangle 129"/>
            <p:cNvSpPr/>
            <p:nvPr/>
          </p:nvSpPr>
          <p:spPr>
            <a:xfrm>
              <a:off x="3581400" y="2680508"/>
              <a:ext cx="2382434" cy="5142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财务合规管理</a:t>
              </a:r>
              <a:endParaRPr lang="en-US" altLang="zh-CN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  <a:p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" name="Rectangle 129"/>
            <p:cNvSpPr/>
            <p:nvPr/>
          </p:nvSpPr>
          <p:spPr>
            <a:xfrm>
              <a:off x="3605292" y="2868827"/>
              <a:ext cx="670176" cy="279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财务政策</a:t>
              </a:r>
              <a:r>
                <a:rPr lang="en-US" altLang="zh-CN" sz="650" dirty="0">
                  <a:solidFill>
                    <a:schemeClr val="tx1"/>
                  </a:solidFill>
                  <a:latin typeface="+mn-ea"/>
                </a:rPr>
                <a:t>&amp;</a:t>
              </a:r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规范制定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2" name="Rectangle 129"/>
            <p:cNvSpPr/>
            <p:nvPr/>
          </p:nvSpPr>
          <p:spPr>
            <a:xfrm>
              <a:off x="4309919" y="2868827"/>
              <a:ext cx="582957" cy="279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基础数据维护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3" name="Rectangle 129"/>
            <p:cNvSpPr/>
            <p:nvPr/>
          </p:nvSpPr>
          <p:spPr>
            <a:xfrm>
              <a:off x="4920137" y="2871037"/>
              <a:ext cx="582957" cy="279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50" dirty="0">
                  <a:solidFill>
                    <a:schemeClr val="tx1"/>
                  </a:solidFill>
                  <a:latin typeface="+mn-ea"/>
                </a:rPr>
                <a:t>会计科目制定</a:t>
              </a:r>
              <a:endParaRPr lang="en-US" altLang="en-US" sz="6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24" name="Rectangle 129"/>
          <p:cNvSpPr/>
          <p:nvPr/>
        </p:nvSpPr>
        <p:spPr>
          <a:xfrm>
            <a:off x="6234222" y="4395466"/>
            <a:ext cx="457751" cy="358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会计稽查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5" name="Rectangle 129"/>
          <p:cNvSpPr/>
          <p:nvPr/>
        </p:nvSpPr>
        <p:spPr>
          <a:xfrm>
            <a:off x="4255431" y="5399083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资金计划制定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6" name="Rectangle 129"/>
          <p:cNvSpPr/>
          <p:nvPr/>
        </p:nvSpPr>
        <p:spPr>
          <a:xfrm>
            <a:off x="5068720" y="5399082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资金预测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7" name="Rectangle 129"/>
          <p:cNvSpPr/>
          <p:nvPr/>
        </p:nvSpPr>
        <p:spPr>
          <a:xfrm>
            <a:off x="5938887" y="5403376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资金调拨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Rectangle 129"/>
          <p:cNvSpPr/>
          <p:nvPr/>
        </p:nvSpPr>
        <p:spPr>
          <a:xfrm>
            <a:off x="6709727" y="5401516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资金结算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9" name="Rectangle 48"/>
          <p:cNvSpPr/>
          <p:nvPr/>
        </p:nvSpPr>
        <p:spPr>
          <a:xfrm>
            <a:off x="7675032" y="5160926"/>
            <a:ext cx="1478608" cy="8603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endParaRPr lang="en-US" sz="1020" dirty="0">
              <a:solidFill>
                <a:schemeClr val="tx1"/>
              </a:solidFill>
              <a:latin typeface="+mn-ea"/>
            </a:endParaRPr>
          </a:p>
          <a:p>
            <a:endParaRPr lang="en-US" sz="102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965934" y="5861382"/>
            <a:ext cx="484715" cy="242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信贷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1" name="Rectangle 129"/>
          <p:cNvSpPr/>
          <p:nvPr/>
        </p:nvSpPr>
        <p:spPr>
          <a:xfrm>
            <a:off x="5528475" y="5846924"/>
            <a:ext cx="420381" cy="269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票据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2" name="Rectangle 129"/>
          <p:cNvSpPr/>
          <p:nvPr/>
        </p:nvSpPr>
        <p:spPr>
          <a:xfrm>
            <a:off x="6077223" y="5861382"/>
            <a:ext cx="671959" cy="23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资金账户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</a:t>
            </a:r>
            <a:endParaRPr lang="en-US" altLang="en-US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3" name="Rectangle 129"/>
          <p:cNvSpPr/>
          <p:nvPr/>
        </p:nvSpPr>
        <p:spPr>
          <a:xfrm>
            <a:off x="6894226" y="5869070"/>
            <a:ext cx="603452" cy="222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投融资管理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Rectangle 129"/>
          <p:cNvSpPr/>
          <p:nvPr/>
        </p:nvSpPr>
        <p:spPr>
          <a:xfrm>
            <a:off x="7810884" y="5274815"/>
            <a:ext cx="603452" cy="376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内部融资管理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Rectangle 129"/>
          <p:cNvSpPr/>
          <p:nvPr/>
        </p:nvSpPr>
        <p:spPr>
          <a:xfrm>
            <a:off x="7810884" y="5718398"/>
            <a:ext cx="603452" cy="376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外汇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Rectangle 129"/>
          <p:cNvSpPr/>
          <p:nvPr/>
        </p:nvSpPr>
        <p:spPr>
          <a:xfrm>
            <a:off x="8559434" y="5292370"/>
            <a:ext cx="423755" cy="799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资金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分析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Rectangle 129"/>
          <p:cNvSpPr/>
          <p:nvPr/>
        </p:nvSpPr>
        <p:spPr>
          <a:xfrm>
            <a:off x="6956563" y="2244557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经营目标确认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8" name="Rectangle 129"/>
          <p:cNvSpPr/>
          <p:nvPr/>
        </p:nvSpPr>
        <p:spPr>
          <a:xfrm>
            <a:off x="7675032" y="2255194"/>
            <a:ext cx="635948" cy="301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预算编制与发布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9" name="Rectangle 129"/>
          <p:cNvSpPr/>
          <p:nvPr/>
        </p:nvSpPr>
        <p:spPr>
          <a:xfrm>
            <a:off x="7150020" y="3108943"/>
            <a:ext cx="389113" cy="469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过程管理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0" name="Rectangle 129"/>
          <p:cNvSpPr/>
          <p:nvPr/>
        </p:nvSpPr>
        <p:spPr>
          <a:xfrm>
            <a:off x="7787586" y="3108942"/>
            <a:ext cx="389113" cy="469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预算调整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1" name="Rectangle 129"/>
          <p:cNvSpPr/>
          <p:nvPr/>
        </p:nvSpPr>
        <p:spPr>
          <a:xfrm>
            <a:off x="8641925" y="2410557"/>
            <a:ext cx="389113" cy="469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预算考核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2" name="Rectangle 129"/>
          <p:cNvSpPr/>
          <p:nvPr/>
        </p:nvSpPr>
        <p:spPr>
          <a:xfrm>
            <a:off x="8641925" y="3143147"/>
            <a:ext cx="389113" cy="469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50" dirty="0">
                <a:solidFill>
                  <a:schemeClr val="tx1"/>
                </a:solidFill>
                <a:latin typeface="+mn-ea"/>
              </a:rPr>
              <a:t>预算分析</a:t>
            </a:r>
            <a:endParaRPr lang="en-US" altLang="zh-CN" sz="6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Rectangle 108"/>
          <p:cNvSpPr/>
          <p:nvPr/>
        </p:nvSpPr>
        <p:spPr>
          <a:xfrm>
            <a:off x="6880798" y="4363768"/>
            <a:ext cx="711713" cy="342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税务</a:t>
            </a:r>
            <a:endParaRPr lang="en-US" altLang="zh-CN" sz="835" dirty="0">
              <a:solidFill>
                <a:schemeClr val="tx1"/>
              </a:solidFill>
            </a:endParaRPr>
          </a:p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筹划</a:t>
            </a:r>
            <a:endParaRPr lang="en-US" altLang="zh-CN" sz="835" dirty="0">
              <a:solidFill>
                <a:schemeClr val="tx1"/>
              </a:solidFill>
            </a:endParaRPr>
          </a:p>
        </p:txBody>
      </p:sp>
      <p:sp>
        <p:nvSpPr>
          <p:cNvPr id="144" name="Rectangle 108"/>
          <p:cNvSpPr/>
          <p:nvPr/>
        </p:nvSpPr>
        <p:spPr>
          <a:xfrm>
            <a:off x="7628913" y="4361577"/>
            <a:ext cx="755822" cy="342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纳税</a:t>
            </a:r>
            <a:endParaRPr lang="en-US" altLang="zh-CN" sz="835" dirty="0">
              <a:solidFill>
                <a:schemeClr val="tx1"/>
              </a:solidFill>
            </a:endParaRPr>
          </a:p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申报</a:t>
            </a:r>
            <a:endParaRPr lang="en-US" altLang="zh-CN" sz="835" dirty="0">
              <a:solidFill>
                <a:schemeClr val="tx1"/>
              </a:solidFill>
            </a:endParaRPr>
          </a:p>
        </p:txBody>
      </p:sp>
      <p:sp>
        <p:nvSpPr>
          <p:cNvPr id="145" name="Rectangle 108"/>
          <p:cNvSpPr/>
          <p:nvPr/>
        </p:nvSpPr>
        <p:spPr>
          <a:xfrm>
            <a:off x="8440068" y="4372101"/>
            <a:ext cx="755822" cy="342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税务</a:t>
            </a:r>
            <a:endParaRPr lang="en-US" altLang="zh-CN" sz="835" dirty="0">
              <a:solidFill>
                <a:schemeClr val="tx1"/>
              </a:solidFill>
            </a:endParaRPr>
          </a:p>
          <a:p>
            <a:pPr algn="ctr"/>
            <a:r>
              <a:rPr lang="zh-CN" altLang="en-US" sz="835" dirty="0">
                <a:solidFill>
                  <a:schemeClr val="tx1"/>
                </a:solidFill>
              </a:rPr>
              <a:t>分析</a:t>
            </a:r>
            <a:endParaRPr lang="en-US" altLang="zh-CN" sz="835" dirty="0">
              <a:solidFill>
                <a:schemeClr val="tx1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 rot="2154598">
            <a:off x="8695568" y="1581990"/>
            <a:ext cx="1072090" cy="2511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</a:rPr>
              <a:t>示例</a:t>
            </a:r>
            <a:endParaRPr lang="en-GB" sz="1100" dirty="0">
              <a:solidFill>
                <a:srgbClr val="FF0000"/>
              </a:solidFill>
            </a:endParaRPr>
          </a:p>
        </p:txBody>
      </p:sp>
      <p:grpSp>
        <p:nvGrpSpPr>
          <p:cNvPr id="153" name="Group 152"/>
          <p:cNvGrpSpPr/>
          <p:nvPr/>
        </p:nvGrpSpPr>
        <p:grpSpPr>
          <a:xfrm>
            <a:off x="7236654" y="205003"/>
            <a:ext cx="1032925" cy="914725"/>
            <a:chOff x="2478327" y="2196089"/>
            <a:chExt cx="1680997" cy="1160903"/>
          </a:xfrm>
        </p:grpSpPr>
        <p:sp>
          <p:nvSpPr>
            <p:cNvPr id="154" name="Rectangle 107"/>
            <p:cNvSpPr/>
            <p:nvPr/>
          </p:nvSpPr>
          <p:spPr>
            <a:xfrm>
              <a:off x="2478327" y="2196089"/>
              <a:ext cx="1680997" cy="1160903"/>
            </a:xfrm>
            <a:prstGeom prst="rect">
              <a:avLst/>
            </a:prstGeom>
            <a:solidFill>
              <a:schemeClr val="bg1">
                <a:lumMod val="85000"/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altLang="zh-CN" sz="1100" dirty="0">
                  <a:solidFill>
                    <a:schemeClr val="tx1"/>
                  </a:solidFill>
                  <a:latin typeface="+mn-ea"/>
                </a:rPr>
                <a:t>L2</a:t>
              </a:r>
              <a:endParaRPr lang="en-US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5" name="Rectangle 108"/>
            <p:cNvSpPr/>
            <p:nvPr/>
          </p:nvSpPr>
          <p:spPr>
            <a:xfrm>
              <a:off x="2536908" y="2534247"/>
              <a:ext cx="1527670" cy="73117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zh-CN" sz="1100" dirty="0">
                  <a:solidFill>
                    <a:schemeClr val="tx1"/>
                  </a:solidFill>
                </a:rPr>
                <a:t>L3</a:t>
              </a:r>
              <a:endParaRPr lang="en-US" altLang="zh-CN" sz="1100" dirty="0">
                <a:solidFill>
                  <a:schemeClr val="tx1"/>
                </a:solidFill>
              </a:endParaRPr>
            </a:p>
            <a:p>
              <a:endParaRPr lang="en-US" altLang="en-US" sz="1400" dirty="0">
                <a:solidFill>
                  <a:schemeClr val="tx1"/>
                </a:solidFill>
              </a:endParaRPr>
            </a:p>
            <a:p>
              <a:endParaRPr lang="en-US" altLang="en-US" sz="1400" dirty="0">
                <a:solidFill>
                  <a:schemeClr val="tx1"/>
                </a:solidFill>
              </a:endParaRPr>
            </a:p>
            <a:p>
              <a:endParaRPr lang="en-US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29"/>
            <p:cNvSpPr/>
            <p:nvPr/>
          </p:nvSpPr>
          <p:spPr>
            <a:xfrm>
              <a:off x="2606804" y="2809370"/>
              <a:ext cx="635948" cy="301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+mn-ea"/>
                </a:rPr>
                <a:t>L4</a:t>
              </a:r>
              <a:endParaRPr lang="en-US" altLang="zh-CN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7" name="Rectangle 129"/>
            <p:cNvSpPr/>
            <p:nvPr/>
          </p:nvSpPr>
          <p:spPr>
            <a:xfrm>
              <a:off x="3325273" y="2820007"/>
              <a:ext cx="635948" cy="3014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+mn-ea"/>
                </a:rPr>
                <a:t>L4</a:t>
              </a:r>
              <a:endParaRPr lang="en-US" altLang="zh-CN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58" name="Group 17"/>
          <p:cNvGrpSpPr/>
          <p:nvPr/>
        </p:nvGrpSpPr>
        <p:grpSpPr>
          <a:xfrm>
            <a:off x="520043" y="1620319"/>
            <a:ext cx="627411" cy="4544985"/>
            <a:chOff x="337842" y="2592945"/>
            <a:chExt cx="675914" cy="2762819"/>
          </a:xfrm>
        </p:grpSpPr>
        <p:grpSp>
          <p:nvGrpSpPr>
            <p:cNvPr id="159" name="Group 256"/>
            <p:cNvGrpSpPr/>
            <p:nvPr>
              <p:custDataLst>
                <p:tags r:id="rId1"/>
              </p:custDataLst>
            </p:nvPr>
          </p:nvGrpSpPr>
          <p:grpSpPr>
            <a:xfrm>
              <a:off x="337842" y="4045752"/>
              <a:ext cx="675912" cy="480489"/>
              <a:chOff x="447501" y="2739831"/>
              <a:chExt cx="908730" cy="1834286"/>
            </a:xfrm>
          </p:grpSpPr>
          <p:sp>
            <p:nvSpPr>
              <p:cNvPr id="172" name="AutoShape 18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gray">
              <a:xfrm rot="5400000">
                <a:off x="-15277" y="3202609"/>
                <a:ext cx="1834286" cy="908730"/>
              </a:xfrm>
              <a:prstGeom prst="chevron">
                <a:avLst>
                  <a:gd name="adj" fmla="val 17105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Rectangle 19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gray">
              <a:xfrm>
                <a:off x="464594" y="3825462"/>
                <a:ext cx="874546" cy="4509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售后支持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0" name="Rectangle 2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337842" y="4611196"/>
              <a:ext cx="675912" cy="2867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1" name="Group 58"/>
            <p:cNvGrpSpPr/>
            <p:nvPr>
              <p:custDataLst>
                <p:tags r:id="rId5"/>
              </p:custDataLst>
            </p:nvPr>
          </p:nvGrpSpPr>
          <p:grpSpPr>
            <a:xfrm>
              <a:off x="337842" y="2592945"/>
              <a:ext cx="675912" cy="769620"/>
              <a:chOff x="447500" y="1326271"/>
              <a:chExt cx="908730" cy="584099"/>
            </a:xfrm>
          </p:grpSpPr>
          <p:sp>
            <p:nvSpPr>
              <p:cNvPr id="170" name="AutoShape 1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gray">
              <a:xfrm rot="5400000">
                <a:off x="609815" y="1163956"/>
                <a:ext cx="584099" cy="908730"/>
              </a:xfrm>
              <a:prstGeom prst="homePlate">
                <a:avLst>
                  <a:gd name="adj" fmla="val 32158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zh-CN" alt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Rectangle 15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gray">
              <a:xfrm>
                <a:off x="464593" y="1508635"/>
                <a:ext cx="874546" cy="896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产品研发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" name="Group 75"/>
            <p:cNvGrpSpPr/>
            <p:nvPr>
              <p:custDataLst>
                <p:tags r:id="rId8"/>
              </p:custDataLst>
            </p:nvPr>
          </p:nvGrpSpPr>
          <p:grpSpPr>
            <a:xfrm>
              <a:off x="337842" y="3675986"/>
              <a:ext cx="675912" cy="570298"/>
              <a:chOff x="447501" y="2739831"/>
              <a:chExt cx="908730" cy="1834286"/>
            </a:xfrm>
          </p:grpSpPr>
          <p:sp>
            <p:nvSpPr>
              <p:cNvPr id="168" name="AutoShape 18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gray">
              <a:xfrm rot="5400000">
                <a:off x="-15277" y="3202609"/>
                <a:ext cx="1834286" cy="908730"/>
              </a:xfrm>
              <a:prstGeom prst="chevron">
                <a:avLst>
                  <a:gd name="adj" fmla="val 17105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Rectangle 19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gray">
              <a:xfrm>
                <a:off x="464594" y="3518473"/>
                <a:ext cx="874546" cy="37993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rgbClr val="FFFFFF">
                        <a:lumMod val="5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供应链</a:t>
                </a:r>
                <a:endParaRPr lang="en-US" altLang="zh-CN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3" name="Rectangle 2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gray">
            <a:xfrm>
              <a:off x="337842" y="4953773"/>
              <a:ext cx="675912" cy="242164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Rectangle 2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gray">
            <a:xfrm>
              <a:off x="337842" y="5251717"/>
              <a:ext cx="675912" cy="104047"/>
            </a:xfrm>
            <a:prstGeom prst="rect">
              <a:avLst/>
            </a:prstGeom>
            <a:noFill/>
            <a:ln w="19050">
              <a:solidFill>
                <a:srgbClr val="91B0FF"/>
              </a:solidFill>
              <a:miter lim="800000"/>
            </a:ln>
          </p:spPr>
          <p:txBody>
            <a:bodyPr wrap="square" lIns="25464" tIns="25464" rIns="25464" bIns="25464" anchor="ctr" anchorCtr="0">
              <a:noAutofit/>
            </a:bodyPr>
            <a:lstStyle/>
            <a:p>
              <a:pPr algn="ctr" defTabSz="730250">
                <a:buClr>
                  <a:srgbClr val="000000"/>
                </a:buClr>
                <a:defRPr/>
              </a:pPr>
              <a:r>
                <a:rPr lang="zh-CN" altLang="en-US" sz="740" b="1" kern="0" dirty="0">
                  <a:solidFill>
                    <a:srgbClr val="FFFFFF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</a:t>
              </a:r>
              <a:endParaRPr lang="en-US" altLang="zh-CN" sz="740" b="1" kern="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5" name="Group 72"/>
            <p:cNvGrpSpPr/>
            <p:nvPr>
              <p:custDataLst>
                <p:tags r:id="rId13"/>
              </p:custDataLst>
            </p:nvPr>
          </p:nvGrpSpPr>
          <p:grpSpPr>
            <a:xfrm>
              <a:off x="337844" y="3066754"/>
              <a:ext cx="675912" cy="730547"/>
              <a:chOff x="447503" y="1660284"/>
              <a:chExt cx="908730" cy="1227432"/>
            </a:xfrm>
          </p:grpSpPr>
          <p:sp>
            <p:nvSpPr>
              <p:cNvPr id="166" name="AutoShape 13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gray">
              <a:xfrm rot="5400000">
                <a:off x="288152" y="1819635"/>
                <a:ext cx="1227432" cy="908730"/>
              </a:xfrm>
              <a:prstGeom prst="chevron">
                <a:avLst>
                  <a:gd name="adj" fmla="val 17301"/>
                </a:avLst>
              </a:prstGeom>
              <a:solidFill>
                <a:srgbClr val="FFFFFF"/>
              </a:solidFill>
              <a:ln w="19050">
                <a:solidFill>
                  <a:srgbClr val="91B0FF"/>
                </a:solidFill>
                <a:miter lim="800000"/>
              </a:ln>
            </p:spPr>
            <p:txBody>
              <a:bodyPr rot="10800000" vert="eaVert" wrap="none" lIns="0" tIns="0" rIns="0" bIns="0" anchor="ctr"/>
              <a:lstStyle/>
              <a:p>
                <a:pPr algn="ctr" defTabSz="847725">
                  <a:defRPr/>
                </a:pPr>
                <a:endParaRPr lang="en-US" sz="740" ker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Rectangle 15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64591" y="2157292"/>
                <a:ext cx="874547" cy="1166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 defTabSz="730250">
                  <a:buClr>
                    <a:srgbClr val="000000"/>
                  </a:buClr>
                  <a:defRPr/>
                </a:pPr>
                <a:r>
                  <a:rPr lang="zh-CN" altLang="en-US" sz="740" b="1" kern="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市场营销</a:t>
                </a:r>
                <a:endParaRPr lang="en-US" altLang="zh-CN" sz="740" b="1" kern="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642028" y="132667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L1</a:t>
            </a:r>
            <a:endParaRPr lang="en-GB" sz="1400" dirty="0"/>
          </a:p>
        </p:txBody>
      </p:sp>
      <p:sp>
        <p:nvSpPr>
          <p:cNvPr id="190" name="TextBox 189"/>
          <p:cNvSpPr txBox="1"/>
          <p:nvPr/>
        </p:nvSpPr>
        <p:spPr>
          <a:xfrm>
            <a:off x="1518634" y="1350824"/>
            <a:ext cx="641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L2 - 4</a:t>
            </a:r>
            <a:endParaRPr lang="en-GB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1438"/>
            <a:ext cx="9902825" cy="475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47663" y="509588"/>
            <a:ext cx="8915400" cy="409575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L1-L4</a:t>
            </a:r>
            <a:r>
              <a:rPr lang="zh-CN" altLang="en-US" dirty="0"/>
              <a:t>流程清单（</a:t>
            </a:r>
            <a:r>
              <a:rPr lang="en-US" altLang="zh-CN" dirty="0"/>
              <a:t>process catalog</a:t>
            </a:r>
            <a:r>
              <a:rPr lang="zh-CN" altLang="en-US" dirty="0"/>
              <a:t>）示例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 rot="2154598">
            <a:off x="8695568" y="1581990"/>
            <a:ext cx="1072090" cy="2511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</a:rPr>
              <a:t>示例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310190" y="479534"/>
            <a:ext cx="6610828" cy="523220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L4</a:t>
            </a:r>
            <a:r>
              <a:rPr lang="zh-CN" altLang="en-US" dirty="0">
                <a:sym typeface="Arial" panose="020B0604020202020204" pitchFamily="34" charset="0"/>
              </a:rPr>
              <a:t>流程串接 </a:t>
            </a:r>
            <a:r>
              <a:rPr lang="en-US" altLang="zh-CN" dirty="0">
                <a:sym typeface="Arial" panose="020B0604020202020204" pitchFamily="34" charset="0"/>
              </a:rPr>
              <a:t>– </a:t>
            </a:r>
            <a:r>
              <a:rPr lang="zh-CN" altLang="en-US" dirty="0">
                <a:sym typeface="Arial" panose="020B0604020202020204" pitchFamily="34" charset="0"/>
              </a:rPr>
              <a:t>端到端场景分析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36628" y="2791507"/>
            <a:ext cx="7931208" cy="3676158"/>
            <a:chOff x="14444" y="569858"/>
            <a:chExt cx="9166068" cy="5820490"/>
          </a:xfrm>
        </p:grpSpPr>
        <p:cxnSp>
          <p:nvCxnSpPr>
            <p:cNvPr id="25" name="肘形连接符 24"/>
            <p:cNvCxnSpPr/>
            <p:nvPr/>
          </p:nvCxnSpPr>
          <p:spPr>
            <a:xfrm rot="10800000" flipV="1">
              <a:off x="2411760" y="3059086"/>
              <a:ext cx="3888432" cy="657943"/>
            </a:xfrm>
            <a:prstGeom prst="bentConnector3">
              <a:avLst>
                <a:gd name="adj1" fmla="val 387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8532440" y="5013176"/>
              <a:ext cx="0" cy="288032"/>
            </a:xfrm>
            <a:prstGeom prst="line">
              <a:avLst/>
            </a:prstGeom>
            <a:ln w="38100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5"/>
            <p:cNvSpPr txBox="1"/>
            <p:nvPr/>
          </p:nvSpPr>
          <p:spPr>
            <a:xfrm>
              <a:off x="4067944" y="4736178"/>
              <a:ext cx="2650604" cy="3496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35" dirty="0">
                  <a:solidFill>
                    <a:srgbClr val="FF0000"/>
                  </a:solidFill>
                </a:rPr>
                <a:t>1.4 </a:t>
              </a:r>
              <a:r>
                <a:rPr lang="zh-CN" altLang="en-US" sz="835" dirty="0">
                  <a:solidFill>
                    <a:srgbClr val="FF0000"/>
                  </a:solidFill>
                </a:rPr>
                <a:t>装备到完工及中转</a:t>
              </a:r>
              <a:endParaRPr lang="zh-CN" altLang="en-US" sz="835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6"/>
            <p:cNvSpPr txBox="1"/>
            <p:nvPr/>
          </p:nvSpPr>
          <p:spPr>
            <a:xfrm>
              <a:off x="3037349" y="3398802"/>
              <a:ext cx="3115987" cy="3496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35" dirty="0">
                  <a:solidFill>
                    <a:srgbClr val="FF0000"/>
                  </a:solidFill>
                </a:rPr>
                <a:t>1.2 </a:t>
              </a:r>
              <a:r>
                <a:rPr lang="zh-CN" altLang="en-US" sz="835" dirty="0">
                  <a:solidFill>
                    <a:srgbClr val="FF0000"/>
                  </a:solidFill>
                </a:rPr>
                <a:t>供应商备料与产线配送</a:t>
              </a:r>
              <a:endParaRPr lang="zh-CN" altLang="en-US" sz="835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肘形连接符 28"/>
            <p:cNvCxnSpPr/>
            <p:nvPr/>
          </p:nvCxnSpPr>
          <p:spPr>
            <a:xfrm>
              <a:off x="1331640" y="2132856"/>
              <a:ext cx="2160240" cy="50405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8"/>
            <p:cNvSpPr txBox="1"/>
            <p:nvPr/>
          </p:nvSpPr>
          <p:spPr>
            <a:xfrm>
              <a:off x="755575" y="2348882"/>
              <a:ext cx="3115987" cy="3496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35" dirty="0">
                  <a:solidFill>
                    <a:srgbClr val="FF0000"/>
                  </a:solidFill>
                </a:rPr>
                <a:t>1.1 </a:t>
              </a:r>
              <a:r>
                <a:rPr lang="zh-CN" altLang="en-US" sz="835" dirty="0">
                  <a:solidFill>
                    <a:srgbClr val="FF0000"/>
                  </a:solidFill>
                </a:rPr>
                <a:t>工单发放触发送货通知</a:t>
              </a:r>
              <a:endParaRPr lang="zh-CN" altLang="en-US" sz="835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9"/>
            <p:cNvSpPr txBox="1"/>
            <p:nvPr/>
          </p:nvSpPr>
          <p:spPr>
            <a:xfrm>
              <a:off x="4909560" y="2246674"/>
              <a:ext cx="3115987" cy="349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35" dirty="0">
                  <a:solidFill>
                    <a:srgbClr val="FF0000"/>
                  </a:solidFill>
                </a:rPr>
                <a:t>1.3 </a:t>
              </a:r>
              <a:r>
                <a:rPr lang="zh-CN" altLang="en-US" sz="835" dirty="0">
                  <a:solidFill>
                    <a:srgbClr val="FF0000"/>
                  </a:solidFill>
                </a:rPr>
                <a:t>外租仓补货与产线配送</a:t>
              </a:r>
              <a:endParaRPr lang="zh-CN" altLang="en-US" sz="835" dirty="0">
                <a:solidFill>
                  <a:srgbClr val="FF0000"/>
                </a:solidFill>
              </a:endParaRPr>
            </a:p>
          </p:txBody>
        </p:sp>
        <p:cxnSp>
          <p:nvCxnSpPr>
            <p:cNvPr id="32" name="肘形连接符 31"/>
            <p:cNvCxnSpPr/>
            <p:nvPr/>
          </p:nvCxnSpPr>
          <p:spPr>
            <a:xfrm>
              <a:off x="5148064" y="2276872"/>
              <a:ext cx="1152128" cy="504056"/>
            </a:xfrm>
            <a:prstGeom prst="bentConnector3">
              <a:avLst>
                <a:gd name="adj1" fmla="val 99604"/>
              </a:avLst>
            </a:prstGeom>
            <a:ln w="38100">
              <a:solidFill>
                <a:schemeClr val="accent2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肘形连接符 32"/>
            <p:cNvCxnSpPr/>
            <p:nvPr/>
          </p:nvCxnSpPr>
          <p:spPr>
            <a:xfrm>
              <a:off x="3563888" y="2636912"/>
              <a:ext cx="2736304" cy="432048"/>
            </a:xfrm>
            <a:prstGeom prst="bentConnector3">
              <a:avLst>
                <a:gd name="adj1" fmla="val 79342"/>
              </a:avLst>
            </a:prstGeom>
            <a:ln w="38100">
              <a:solidFill>
                <a:srgbClr val="FF0000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2339752" y="3356992"/>
              <a:ext cx="0" cy="1656184"/>
            </a:xfrm>
            <a:prstGeom prst="line">
              <a:avLst/>
            </a:prstGeom>
            <a:ln w="38100"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2339752" y="5013176"/>
              <a:ext cx="619268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914400" y="1844824"/>
              <a:ext cx="705272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2901008" y="2564904"/>
              <a:ext cx="864096" cy="432047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送货</a:t>
              </a:r>
              <a:endParaRPr lang="en-US" altLang="zh-CN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通知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4845224" y="2132857"/>
              <a:ext cx="1080120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外租仓</a:t>
              </a:r>
              <a:endParaRPr lang="en-US" altLang="zh-CN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540968" y="4725144"/>
              <a:ext cx="936104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完工入</a:t>
              </a:r>
              <a:endParaRPr lang="en-US" altLang="zh-CN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库单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724128" y="3501008"/>
              <a:ext cx="849288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领料单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7869560" y="4869160"/>
              <a:ext cx="705272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中转单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6132984" y="2780928"/>
              <a:ext cx="1088504" cy="504056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4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送货单</a:t>
              </a:r>
              <a:endParaRPr lang="zh-CN" altLang="en-US" sz="74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3" name="Picture 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4" y="569858"/>
              <a:ext cx="9166068" cy="5820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44" name="肘形连接符 43"/>
            <p:cNvCxnSpPr>
              <a:endCxn id="46" idx="3"/>
            </p:cNvCxnSpPr>
            <p:nvPr/>
          </p:nvCxnSpPr>
          <p:spPr>
            <a:xfrm rot="5400000">
              <a:off x="1452601" y="1723864"/>
              <a:ext cx="540060" cy="493949"/>
            </a:xfrm>
            <a:prstGeom prst="bentConnector2">
              <a:avLst/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323528" y="1556792"/>
              <a:ext cx="504055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 机会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115616" y="2132856"/>
              <a:ext cx="360040" cy="216024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DI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99593" y="2852936"/>
              <a:ext cx="864095" cy="17732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FAE-DW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8" name="肘形连接符 47"/>
            <p:cNvCxnSpPr>
              <a:stCxn id="46" idx="2"/>
              <a:endCxn id="47" idx="0"/>
            </p:cNvCxnSpPr>
            <p:nvPr/>
          </p:nvCxnSpPr>
          <p:spPr>
            <a:xfrm rot="16200000" flipH="1">
              <a:off x="1061610" y="2582905"/>
              <a:ext cx="504056" cy="36005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/>
          </p:nvSpPr>
          <p:spPr>
            <a:xfrm>
              <a:off x="2267744" y="908720"/>
              <a:ext cx="1065312" cy="2880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FC</a:t>
              </a:r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267744" y="3480103"/>
              <a:ext cx="1137319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FC</a:t>
              </a:r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评审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1" name="肘形连接符 50"/>
            <p:cNvCxnSpPr>
              <a:stCxn id="50" idx="3"/>
            </p:cNvCxnSpPr>
            <p:nvPr/>
          </p:nvCxnSpPr>
          <p:spPr>
            <a:xfrm>
              <a:off x="3405063" y="3624119"/>
              <a:ext cx="3307286" cy="1209037"/>
            </a:xfrm>
            <a:prstGeom prst="bentConnector3">
              <a:avLst>
                <a:gd name="adj1" fmla="val 100152"/>
              </a:avLst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/>
            <p:cNvSpPr/>
            <p:nvPr/>
          </p:nvSpPr>
          <p:spPr>
            <a:xfrm>
              <a:off x="6444208" y="4869160"/>
              <a:ext cx="536282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979214" y="980728"/>
              <a:ext cx="608290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4971822" y="980728"/>
              <a:ext cx="608290" cy="72008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价格输出</a:t>
              </a:r>
              <a:endParaRPr lang="en-US" altLang="zh-CN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</a:t>
              </a:r>
              <a:endParaRPr lang="en-US" altLang="zh-CN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肘形连接符 54"/>
            <p:cNvCxnSpPr>
              <a:stCxn id="54" idx="1"/>
              <a:endCxn id="53" idx="3"/>
            </p:cNvCxnSpPr>
            <p:nvPr/>
          </p:nvCxnSpPr>
          <p:spPr>
            <a:xfrm rot="10800000">
              <a:off x="4587504" y="1124744"/>
              <a:ext cx="384318" cy="21602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/>
          </p:nvSpPr>
          <p:spPr>
            <a:xfrm>
              <a:off x="4779663" y="4185084"/>
              <a:ext cx="812372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报价处理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7" name="肘形连接符 56"/>
            <p:cNvCxnSpPr>
              <a:stCxn id="56" idx="3"/>
              <a:endCxn id="54" idx="3"/>
            </p:cNvCxnSpPr>
            <p:nvPr/>
          </p:nvCxnSpPr>
          <p:spPr>
            <a:xfrm flipH="1" flipV="1">
              <a:off x="5580112" y="1340768"/>
              <a:ext cx="11923" cy="2988332"/>
            </a:xfrm>
            <a:prstGeom prst="bentConnector3">
              <a:avLst>
                <a:gd name="adj1" fmla="val -1917303"/>
              </a:avLst>
            </a:prstGeom>
            <a:ln w="22225">
              <a:solidFill>
                <a:srgbClr val="FF0000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肘形连接符 57"/>
            <p:cNvCxnSpPr>
              <a:stCxn id="52" idx="3"/>
              <a:endCxn id="59" idx="1"/>
            </p:cNvCxnSpPr>
            <p:nvPr/>
          </p:nvCxnSpPr>
          <p:spPr>
            <a:xfrm flipV="1">
              <a:off x="6980490" y="4653136"/>
              <a:ext cx="919817" cy="360040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5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900307" y="4509120"/>
              <a:ext cx="530509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入库</a:t>
              </a:r>
              <a:endParaRPr lang="en-US" altLang="zh-CN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7956941" y="5445224"/>
              <a:ext cx="530509" cy="28803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出库</a:t>
              </a:r>
              <a:endParaRPr lang="en-US" altLang="zh-CN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1" name="肘形连接符 60"/>
            <p:cNvCxnSpPr>
              <a:stCxn id="47" idx="3"/>
              <a:endCxn id="53" idx="2"/>
            </p:cNvCxnSpPr>
            <p:nvPr/>
          </p:nvCxnSpPr>
          <p:spPr>
            <a:xfrm flipV="1">
              <a:off x="1763688" y="1268760"/>
              <a:ext cx="2519671" cy="1672837"/>
            </a:xfrm>
            <a:prstGeom prst="bentConnector2">
              <a:avLst/>
            </a:prstGeom>
            <a:ln w="22225">
              <a:solidFill>
                <a:srgbClr val="FFFF00"/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>
              <a:stCxn id="54" idx="2"/>
            </p:cNvCxnSpPr>
            <p:nvPr/>
          </p:nvCxnSpPr>
          <p:spPr>
            <a:xfrm rot="5400000">
              <a:off x="4062341" y="2911260"/>
              <a:ext cx="2424078" cy="3175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62"/>
            <p:cNvSpPr/>
            <p:nvPr/>
          </p:nvSpPr>
          <p:spPr>
            <a:xfrm>
              <a:off x="6372200" y="4365104"/>
              <a:ext cx="536282" cy="288032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询价处理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4" name="肘形连接符 63"/>
            <p:cNvCxnSpPr/>
            <p:nvPr/>
          </p:nvCxnSpPr>
          <p:spPr>
            <a:xfrm rot="16200000" flipV="1">
              <a:off x="242259" y="1278022"/>
              <a:ext cx="452950" cy="237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肘形连接符 64"/>
            <p:cNvCxnSpPr>
              <a:stCxn id="45" idx="3"/>
            </p:cNvCxnSpPr>
            <p:nvPr/>
          </p:nvCxnSpPr>
          <p:spPr>
            <a:xfrm>
              <a:off x="827583" y="1700808"/>
              <a:ext cx="1142023" cy="12700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肘形连接符 65"/>
            <p:cNvCxnSpPr/>
            <p:nvPr/>
          </p:nvCxnSpPr>
          <p:spPr>
            <a:xfrm rot="16200000" flipH="1">
              <a:off x="1629177" y="2144545"/>
              <a:ext cx="2299039" cy="475457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肘形连接符 66"/>
            <p:cNvCxnSpPr/>
            <p:nvPr/>
          </p:nvCxnSpPr>
          <p:spPr>
            <a:xfrm rot="10800000">
              <a:off x="4587504" y="1176437"/>
              <a:ext cx="384318" cy="216024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/>
            <p:cNvSpPr/>
            <p:nvPr/>
          </p:nvSpPr>
          <p:spPr>
            <a:xfrm>
              <a:off x="251520" y="984529"/>
              <a:ext cx="1000844" cy="140215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0000"/>
              </a:schemeClr>
            </a:solidFill>
            <a:ln>
              <a:solidFill>
                <a:schemeClr val="accent1">
                  <a:shade val="95000"/>
                  <a:satMod val="105000"/>
                  <a:alpha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55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Sales-DW</a:t>
              </a:r>
              <a:endParaRPr lang="zh-CN" altLang="en-US" sz="55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9" name="肘形连接符 68"/>
            <p:cNvCxnSpPr>
              <a:endCxn id="52" idx="1"/>
            </p:cNvCxnSpPr>
            <p:nvPr/>
          </p:nvCxnSpPr>
          <p:spPr>
            <a:xfrm>
              <a:off x="4845224" y="5013176"/>
              <a:ext cx="1598984" cy="12700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3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肘形连接符 69"/>
            <p:cNvCxnSpPr>
              <a:endCxn id="60" idx="1"/>
            </p:cNvCxnSpPr>
            <p:nvPr/>
          </p:nvCxnSpPr>
          <p:spPr>
            <a:xfrm>
              <a:off x="4845224" y="5589240"/>
              <a:ext cx="3111717" cy="12700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3">
                  <a:lumMod val="75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标注 70"/>
            <p:cNvSpPr/>
            <p:nvPr>
              <p:custDataLst>
                <p:tags r:id="rId2"/>
              </p:custDataLst>
            </p:nvPr>
          </p:nvSpPr>
          <p:spPr>
            <a:xfrm>
              <a:off x="251520" y="3355503"/>
              <a:ext cx="1942911" cy="1153617"/>
            </a:xfrm>
            <a:prstGeom prst="wedgeRectCallout">
              <a:avLst>
                <a:gd name="adj1" fmla="val -14057"/>
                <a:gd name="adj2" fmla="val -92999"/>
              </a:avLst>
            </a:prstGeom>
            <a:solidFill>
              <a:schemeClr val="tx2">
                <a:lumMod val="20000"/>
                <a:lumOff val="80000"/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系统：项目和订单的关联缺失，无法构建项目价值链</a:t>
              </a:r>
              <a:endParaRPr lang="zh-CN" altLang="en-US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业务：项目管理和基于项目过程业务信息缺失；</a:t>
              </a:r>
              <a:endParaRPr lang="en-US" altLang="zh-CN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72" name="肘形连接符 71"/>
            <p:cNvCxnSpPr/>
            <p:nvPr/>
          </p:nvCxnSpPr>
          <p:spPr>
            <a:xfrm>
              <a:off x="5580112" y="4509120"/>
              <a:ext cx="903878" cy="360040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stCxn id="56" idx="1"/>
            </p:cNvCxnSpPr>
            <p:nvPr/>
          </p:nvCxnSpPr>
          <p:spPr>
            <a:xfrm rot="10800000" flipV="1">
              <a:off x="4597479" y="4329099"/>
              <a:ext cx="182184" cy="591743"/>
            </a:xfrm>
            <a:prstGeom prst="bentConnector2">
              <a:avLst/>
            </a:prstGeom>
            <a:ln w="22225">
              <a:solidFill>
                <a:schemeClr val="accent3">
                  <a:lumMod val="75000"/>
                </a:schemeClr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肘形连接符 73"/>
            <p:cNvCxnSpPr>
              <a:stCxn id="53" idx="2"/>
            </p:cNvCxnSpPr>
            <p:nvPr/>
          </p:nvCxnSpPr>
          <p:spPr>
            <a:xfrm rot="16200000" flipH="1">
              <a:off x="2553740" y="2998378"/>
              <a:ext cx="3652085" cy="192847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3">
                  <a:lumMod val="75000"/>
                </a:schemeClr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肘形连接符 74"/>
            <p:cNvCxnSpPr>
              <a:stCxn id="59" idx="0"/>
              <a:endCxn id="49" idx="3"/>
            </p:cNvCxnSpPr>
            <p:nvPr/>
          </p:nvCxnSpPr>
          <p:spPr>
            <a:xfrm rot="16200000" flipV="1">
              <a:off x="4021117" y="364675"/>
              <a:ext cx="3456384" cy="4832506"/>
            </a:xfrm>
            <a:prstGeom prst="bentConnector2">
              <a:avLst/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160"/>
            <p:cNvSpPr txBox="1"/>
            <p:nvPr/>
          </p:nvSpPr>
          <p:spPr>
            <a:xfrm>
              <a:off x="972906" y="1505686"/>
              <a:ext cx="680269" cy="316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7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1.1</a:t>
              </a:r>
              <a:r>
                <a:rPr lang="zh-CN" altLang="en-US" sz="7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项目线</a:t>
              </a:r>
              <a:endParaRPr lang="zh-CN" altLang="en-US" sz="7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7" name="TextBox 161"/>
            <p:cNvSpPr txBox="1"/>
            <p:nvPr/>
          </p:nvSpPr>
          <p:spPr>
            <a:xfrm>
              <a:off x="2487791" y="1392461"/>
              <a:ext cx="1043375" cy="341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1.2 </a:t>
              </a:r>
              <a:r>
                <a:rPr lang="zh-CN" altLang="en-US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业务预测线</a:t>
              </a:r>
              <a:endParaRPr lang="zh-CN" altLang="en-US" sz="8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8" name="TextBox 162"/>
            <p:cNvSpPr txBox="1"/>
            <p:nvPr/>
          </p:nvSpPr>
          <p:spPr>
            <a:xfrm>
              <a:off x="4283357" y="1819853"/>
              <a:ext cx="1400320" cy="341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1.4</a:t>
              </a:r>
              <a:r>
                <a:rPr lang="zh-CN" altLang="en-US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订单线</a:t>
              </a:r>
              <a:endParaRPr lang="zh-CN" altLang="en-US" sz="8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9" name="TextBox 163"/>
            <p:cNvSpPr txBox="1"/>
            <p:nvPr/>
          </p:nvSpPr>
          <p:spPr>
            <a:xfrm>
              <a:off x="2174958" y="2993860"/>
              <a:ext cx="1049546" cy="21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8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1.3</a:t>
              </a:r>
              <a:r>
                <a:rPr lang="zh-CN" altLang="en-US" sz="280" dirty="0">
                  <a:solidFill>
                    <a:srgbClr val="FF0000"/>
                  </a:solidFill>
                  <a:latin typeface="宋体" panose="02010600030101010101" pitchFamily="2" charset="-122"/>
                </a:rPr>
                <a:t>项目关联订单线</a:t>
              </a:r>
              <a:endParaRPr lang="zh-CN" altLang="en-US" sz="28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0" name="TextBox 165"/>
            <p:cNvSpPr txBox="1"/>
            <p:nvPr/>
          </p:nvSpPr>
          <p:spPr>
            <a:xfrm>
              <a:off x="7079778" y="4982688"/>
              <a:ext cx="743921" cy="21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8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1.5</a:t>
              </a:r>
              <a:r>
                <a:rPr lang="zh-CN" altLang="en-US" sz="280" dirty="0">
                  <a:solidFill>
                    <a:srgbClr val="FF0000"/>
                  </a:solidFill>
                  <a:latin typeface="宋体" panose="02010600030101010101" pitchFamily="2" charset="-122"/>
                </a:rPr>
                <a:t>采购线</a:t>
              </a:r>
              <a:endParaRPr lang="zh-CN" altLang="en-US" sz="28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1" name="肘形连接符 80"/>
            <p:cNvCxnSpPr/>
            <p:nvPr/>
          </p:nvCxnSpPr>
          <p:spPr>
            <a:xfrm rot="5400000" flipH="1" flipV="1">
              <a:off x="4355977" y="5301207"/>
              <a:ext cx="288032" cy="2"/>
            </a:xfrm>
            <a:prstGeom prst="bentConnector3">
              <a:avLst>
                <a:gd name="adj1" fmla="val 50000"/>
              </a:avLst>
            </a:prstGeom>
            <a:ln w="22225">
              <a:solidFill>
                <a:schemeClr val="accent3">
                  <a:lumMod val="75000"/>
                </a:schemeClr>
              </a:solidFill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170"/>
            <p:cNvSpPr txBox="1"/>
            <p:nvPr/>
          </p:nvSpPr>
          <p:spPr>
            <a:xfrm>
              <a:off x="5880990" y="2155846"/>
              <a:ext cx="1844865" cy="341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1.6</a:t>
              </a:r>
              <a:r>
                <a:rPr lang="zh-CN" altLang="en-US" sz="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客户询价线</a:t>
              </a:r>
              <a:endParaRPr lang="zh-CN" altLang="en-US" sz="8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矩形标注 82"/>
            <p:cNvSpPr/>
            <p:nvPr>
              <p:custDataLst>
                <p:tags r:id="rId3"/>
              </p:custDataLst>
            </p:nvPr>
          </p:nvSpPr>
          <p:spPr>
            <a:xfrm>
              <a:off x="1709833" y="4005065"/>
              <a:ext cx="2055273" cy="1093083"/>
            </a:xfrm>
            <a:prstGeom prst="wedgeRectCallout">
              <a:avLst>
                <a:gd name="adj1" fmla="val 11063"/>
                <a:gd name="adj2" fmla="val -82866"/>
              </a:avLst>
            </a:prstGeom>
            <a:solidFill>
              <a:srgbClr val="7030A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系统：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FC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、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FC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审批、采购之间信息未实行关联</a:t>
              </a:r>
              <a:endParaRPr lang="en-US" altLang="zh-CN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业务：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FC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业务过程中 销售、市场、采购三者之间缺失清晰的责、权制度；</a:t>
              </a:r>
              <a:endParaRPr lang="zh-CN" altLang="en-US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4" name="矩形标注 83"/>
            <p:cNvSpPr/>
            <p:nvPr>
              <p:custDataLst>
                <p:tags r:id="rId4"/>
              </p:custDataLst>
            </p:nvPr>
          </p:nvSpPr>
          <p:spPr>
            <a:xfrm>
              <a:off x="1763687" y="5219926"/>
              <a:ext cx="2001070" cy="657347"/>
            </a:xfrm>
            <a:prstGeom prst="wedgeRectCallout">
              <a:avLst>
                <a:gd name="adj1" fmla="val 94235"/>
                <a:gd name="adj2" fmla="val -123971"/>
              </a:avLst>
            </a:prstGeom>
            <a:solidFill>
              <a:srgbClr val="92D05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系统：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SAP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中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SO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到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OA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中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OQ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价格匹配缺失；</a:t>
              </a:r>
              <a:endParaRPr lang="en-US" altLang="zh-CN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业务：缺乏审批控制</a:t>
              </a:r>
              <a:endParaRPr lang="zh-CN" altLang="en-US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5" name="矩形标注 84"/>
            <p:cNvSpPr/>
            <p:nvPr>
              <p:custDataLst>
                <p:tags r:id="rId5"/>
              </p:custDataLst>
            </p:nvPr>
          </p:nvSpPr>
          <p:spPr>
            <a:xfrm>
              <a:off x="4892788" y="5694141"/>
              <a:ext cx="2153363" cy="657347"/>
            </a:xfrm>
            <a:prstGeom prst="wedgeRectCallout">
              <a:avLst>
                <a:gd name="adj1" fmla="val 49546"/>
                <a:gd name="adj2" fmla="val -159556"/>
              </a:avLst>
            </a:prstGeom>
            <a:solidFill>
              <a:srgbClr val="92D05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系统：采购评审缺失，没有采购与</a:t>
              </a:r>
              <a:r>
                <a:rPr lang="en-US" altLang="zh-CN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PMSC</a:t>
              </a: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价格控制</a:t>
              </a:r>
              <a:endParaRPr lang="en-US" altLang="zh-CN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业务：时效没有规范，效率低</a:t>
              </a:r>
              <a:endParaRPr lang="zh-CN" altLang="en-US" sz="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27003" y="2362790"/>
            <a:ext cx="106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5540" y="1323708"/>
            <a:ext cx="8156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端到端流程才能真正满足客户的需求，满足客户体验要求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发现部门间和流程间的断点和优化点</a:t>
            </a: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7584082" cy="939800"/>
          </a:xfr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第五级流程图详细说明示例</a:t>
            </a:r>
            <a:endParaRPr lang="zh-CN" altLang="en-US" sz="2800" dirty="0"/>
          </a:p>
        </p:txBody>
      </p:sp>
      <p:graphicFrame>
        <p:nvGraphicFramePr>
          <p:cNvPr id="90115" name="Object 1"/>
          <p:cNvGraphicFramePr>
            <a:graphicFrameLocks noChangeAspect="1"/>
          </p:cNvGraphicFramePr>
          <p:nvPr/>
        </p:nvGraphicFramePr>
        <p:xfrm>
          <a:off x="611188" y="1268413"/>
          <a:ext cx="8732712" cy="5300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13017500" imgH="10883900" progId="">
                  <p:embed/>
                </p:oleObj>
              </mc:Choice>
              <mc:Fallback>
                <p:oleObj name="Visio" r:id="rId1" imgW="13017500" imgH="108839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268413"/>
                        <a:ext cx="8732712" cy="5300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 rot="1981099">
            <a:off x="8616032" y="1276145"/>
            <a:ext cx="1072090" cy="2511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</a:rPr>
              <a:t>示例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21"/>
          <p:cNvSpPr txBox="1">
            <a:spLocks noChangeArrowheads="1"/>
          </p:cNvSpPr>
          <p:nvPr/>
        </p:nvSpPr>
        <p:spPr bwMode="auto">
          <a:xfrm>
            <a:off x="278922" y="145285"/>
            <a:ext cx="8776945" cy="893577"/>
          </a:xfrm>
          <a:prstGeom prst="rect">
            <a:avLst/>
          </a:prstGeo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lang="en-US" altLang="en-US" sz="2800" b="1" dirty="0">
                <a:solidFill>
                  <a:srgbClr val="0A4F8D"/>
                </a:solidFill>
                <a:latin typeface="Impact" panose="020B0806030902050204" charset="0"/>
                <a:ea typeface="微软雅黑" panose="020B0503020204020204" pitchFamily="34" charset="-122"/>
              </a:defRPr>
            </a:lvl1pPr>
            <a:lvl2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ym typeface="Arial" panose="020B0604020202020204" pitchFamily="34" charset="0"/>
              </a:rPr>
              <a:t>L1-L4</a:t>
            </a:r>
            <a:r>
              <a:rPr lang="zh-CN" altLang="en-US" dirty="0">
                <a:sym typeface="Arial" panose="020B0604020202020204" pitchFamily="34" charset="0"/>
              </a:rPr>
              <a:t>流程框架的使用</a:t>
            </a:r>
            <a:r>
              <a:rPr lang="en-US" altLang="zh-CN" dirty="0">
                <a:sym typeface="Arial" panose="020B0604020202020204" pitchFamily="34" charset="0"/>
              </a:rPr>
              <a:t>: </a:t>
            </a:r>
            <a:r>
              <a:rPr lang="zh-CN" altLang="en-US" dirty="0">
                <a:sym typeface="Arial" panose="020B0604020202020204" pitchFamily="34" charset="0"/>
              </a:rPr>
              <a:t>指导流程再造，数字化落地等</a:t>
            </a:r>
            <a:endParaRPr lang="en-US" altLang="zh-CN" dirty="0">
              <a:sym typeface="Arial" panose="020B0604020202020204" pitchFamily="34" charset="0"/>
            </a:endParaRPr>
          </a:p>
          <a:p>
            <a:r>
              <a:rPr lang="zh-CN" altLang="en-US" dirty="0">
                <a:sym typeface="Arial" panose="020B0604020202020204" pitchFamily="34" charset="0"/>
              </a:rPr>
              <a:t>优化落地项目</a:t>
            </a:r>
            <a:endParaRPr lang="zh-CN" altLang="en-US" dirty="0"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41645" y="1259591"/>
            <a:ext cx="7143084" cy="4797656"/>
            <a:chOff x="1125008" y="398967"/>
            <a:chExt cx="6148942" cy="6116635"/>
          </a:xfrm>
        </p:grpSpPr>
        <p:sp>
          <p:nvSpPr>
            <p:cNvPr id="6" name="Rectangle 3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394139" y="6260138"/>
              <a:ext cx="989392" cy="255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业务对</a:t>
              </a:r>
              <a:r>
                <a:rPr lang="en-US" altLang="zh-CN" sz="1300" b="1" dirty="0">
                  <a:latin typeface="+mn-lt"/>
                  <a:ea typeface="华文楷体" panose="02010600040101010101" pitchFamily="2" charset="-122"/>
                </a:rPr>
                <a:t>IT</a:t>
              </a: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依赖度</a:t>
              </a:r>
              <a:endParaRPr lang="zh-CN" altLang="zh-CN" sz="1300" b="1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7" name="Legend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3312944" y="586016"/>
              <a:ext cx="1500612" cy="163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95350"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1pPr>
              <a:lvl2pPr marL="193675" indent="-192405" defTabSz="895350">
                <a:spcAft>
                  <a:spcPct val="0"/>
                </a:spcAft>
                <a:buSzPct val="125000"/>
                <a:buFont typeface="Arial" panose="020B0604020202020204" pitchFamily="34" charset="0"/>
                <a:buChar char="▪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2pPr>
              <a:lvl3pPr marL="457200" indent="-26225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3pPr>
              <a:lvl4pPr marL="614680" indent="-15557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▫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4pPr>
              <a:lvl5pPr marL="746125" indent="-130175" defTabSz="895350">
                <a:spcAft>
                  <a:spcPct val="0"/>
                </a:spcAft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5pPr>
              <a:lvl6pPr marL="12033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6pPr>
              <a:lvl7pPr marL="16605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7pPr>
              <a:lvl8pPr marL="21177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8pPr>
              <a:lvl9pPr marL="25749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9pPr>
            </a:lstStyle>
            <a:p>
              <a:r>
                <a:rPr lang="zh-CN" altLang="en-US" sz="835" dirty="0">
                  <a:solidFill>
                    <a:srgbClr val="000000"/>
                  </a:solidFill>
                  <a:latin typeface="Arial" panose="020B0604020202020204"/>
                </a:rPr>
                <a:t>流程改善对提升业务综合能力影响小 </a:t>
              </a:r>
              <a:endParaRPr lang="ja-JP" altLang="en-US" sz="835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8" name="LegendRectangle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3059274" y="586016"/>
              <a:ext cx="168463" cy="113382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</a:ln>
            <a:effectLst/>
          </p:spPr>
          <p:txBody>
            <a:bodyPr wrap="none" lIns="86601" tIns="43301" rIns="86601" bIns="43301" anchor="ctr">
              <a:noAutofit/>
            </a:bodyPr>
            <a:lstStyle/>
            <a:p>
              <a:endParaRPr lang="en-US" sz="835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Legend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3318448" y="398967"/>
              <a:ext cx="368714" cy="163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95350"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1pPr>
              <a:lvl2pPr marL="193675" indent="-192405" defTabSz="895350">
                <a:spcAft>
                  <a:spcPct val="0"/>
                </a:spcAft>
                <a:buSzPct val="125000"/>
                <a:buFont typeface="Arial" panose="020B0604020202020204" pitchFamily="34" charset="0"/>
                <a:buChar char="▪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2pPr>
              <a:lvl3pPr marL="457200" indent="-26225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3pPr>
              <a:lvl4pPr marL="614680" indent="-15557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▫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4pPr>
              <a:lvl5pPr marL="746125" indent="-130175" defTabSz="895350">
                <a:spcAft>
                  <a:spcPct val="0"/>
                </a:spcAft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5pPr>
              <a:lvl6pPr marL="12033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6pPr>
              <a:lvl7pPr marL="16605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7pPr>
              <a:lvl8pPr marL="21177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8pPr>
              <a:lvl9pPr marL="25749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9pPr>
            </a:lstStyle>
            <a:p>
              <a:r>
                <a:rPr lang="zh-CN" altLang="en-US" sz="835" dirty="0">
                  <a:latin typeface="华文楷体" panose="02010600040101010101" pitchFamily="2" charset="-122"/>
                </a:rPr>
                <a:t>成熟流程</a:t>
              </a:r>
              <a:endParaRPr lang="zh-CN" altLang="en-US" sz="835" b="1" dirty="0">
                <a:latin typeface="华文楷体" panose="02010600040101010101" pitchFamily="2" charset="-122"/>
              </a:endParaRPr>
            </a:p>
          </p:txBody>
        </p:sp>
        <p:sp>
          <p:nvSpPr>
            <p:cNvPr id="10" name="LegendRectangle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gray">
            <a:xfrm>
              <a:off x="3059274" y="420024"/>
              <a:ext cx="168463" cy="113382"/>
            </a:xfrm>
            <a:prstGeom prst="rect">
              <a:avLst/>
            </a:prstGeom>
            <a:solidFill>
              <a:srgbClr val="92D050"/>
            </a:solidFill>
            <a:ln w="9525">
              <a:noFill/>
              <a:miter lim="800000"/>
            </a:ln>
            <a:effectLst/>
          </p:spPr>
          <p:txBody>
            <a:bodyPr wrap="none" lIns="86601" tIns="43301" rIns="86601" bIns="43301" anchor="ctr">
              <a:noAutofit/>
            </a:bodyPr>
            <a:lstStyle/>
            <a:p>
              <a:endParaRPr lang="en-US" sz="835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1" name="Legend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gray">
            <a:xfrm>
              <a:off x="3312944" y="767296"/>
              <a:ext cx="2145861" cy="163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defTabSz="895350"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1pPr>
              <a:lvl2pPr marL="193675" indent="-192405" defTabSz="895350">
                <a:spcAft>
                  <a:spcPct val="0"/>
                </a:spcAft>
                <a:buSzPct val="125000"/>
                <a:buFont typeface="Arial" panose="020B0604020202020204" pitchFamily="34" charset="0"/>
                <a:buChar char="▪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2pPr>
              <a:lvl3pPr marL="457200" indent="-26225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3pPr>
              <a:lvl4pPr marL="614680" indent="-155575" defTabSz="895350">
                <a:spcAft>
                  <a:spcPct val="0"/>
                </a:spcAft>
                <a:buSzPct val="120000"/>
                <a:buFont typeface="Arial" panose="020B0604020202020204" pitchFamily="34" charset="0"/>
                <a:buChar char="▫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4pPr>
              <a:lvl5pPr marL="746125" indent="-130175" defTabSz="895350">
                <a:spcAft>
                  <a:spcPct val="0"/>
                </a:spcAft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5pPr>
              <a:lvl6pPr marL="12033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6pPr>
              <a:lvl7pPr marL="16605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7pPr>
              <a:lvl8pPr marL="21177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8pPr>
              <a:lvl9pPr marL="2574925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华文楷体" panose="02010600040101010101" pitchFamily="2" charset="-122"/>
                </a:defRPr>
              </a:lvl9pPr>
            </a:lstStyle>
            <a:p>
              <a:r>
                <a:rPr lang="zh-CN" altLang="en-US" sz="835" dirty="0">
                  <a:solidFill>
                    <a:srgbClr val="000000"/>
                  </a:solidFill>
                  <a:latin typeface="Arial" panose="020B0604020202020204"/>
                </a:rPr>
                <a:t>流程缺失</a:t>
              </a:r>
              <a:r>
                <a:rPr lang="en-US" altLang="zh-CN" sz="835" dirty="0">
                  <a:solidFill>
                    <a:srgbClr val="000000"/>
                  </a:solidFill>
                  <a:latin typeface="Arial" panose="020B0604020202020204"/>
                </a:rPr>
                <a:t>/</a:t>
              </a:r>
              <a:r>
                <a:rPr lang="zh-CN" altLang="en-US" sz="835" dirty="0">
                  <a:solidFill>
                    <a:srgbClr val="000000"/>
                  </a:solidFill>
                  <a:latin typeface="Arial" panose="020B0604020202020204"/>
                </a:rPr>
                <a:t>与最佳实践设计点差异大，且对业务影响大</a:t>
              </a:r>
              <a:endParaRPr lang="en-US" altLang="ja-JP" sz="835" dirty="0">
                <a:solidFill>
                  <a:srgbClr val="000000"/>
                </a:solidFill>
                <a:latin typeface="Arial" panose="020B0604020202020204"/>
              </a:endParaRPr>
            </a:p>
          </p:txBody>
        </p:sp>
        <p:sp>
          <p:nvSpPr>
            <p:cNvPr id="12" name="LegendRectangle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gray">
            <a:xfrm>
              <a:off x="3059274" y="792413"/>
              <a:ext cx="168463" cy="11338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</a:ln>
            <a:effectLst/>
          </p:spPr>
          <p:txBody>
            <a:bodyPr wrap="none" lIns="86601" tIns="43301" rIns="86601" bIns="43301" anchor="ctr">
              <a:noAutofit/>
            </a:bodyPr>
            <a:lstStyle/>
            <a:p>
              <a:endParaRPr lang="en-US" sz="835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" name="Line 3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 flipV="1">
              <a:off x="1583906" y="1313586"/>
              <a:ext cx="0" cy="4544355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85700" tIns="42097" rIns="85700" bIns="42097" anchor="ctr"/>
            <a:lstStyle/>
            <a:p>
              <a:endParaRPr lang="en-US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4" name="Rectangle 3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25008" y="3047154"/>
              <a:ext cx="229449" cy="12748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流程成熟度</a:t>
              </a:r>
              <a:endParaRPr lang="zh-CN" altLang="en-US" sz="1300" b="1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5" name="Rectangle 33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54457" y="5642497"/>
              <a:ext cx="14369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dirty="0">
                  <a:latin typeface="+mn-lt"/>
                  <a:ea typeface="华文楷体" panose="02010600040101010101" pitchFamily="2" charset="-122"/>
                </a:rPr>
                <a:t>低</a:t>
              </a:r>
              <a:endParaRPr lang="en-US" altLang="zh-CN" sz="13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6" name="Rectangle 3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354457" y="1313586"/>
              <a:ext cx="14369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dirty="0">
                  <a:latin typeface="+mn-lt"/>
                  <a:ea typeface="华文楷体" panose="02010600040101010101" pitchFamily="2" charset="-122"/>
                </a:rPr>
                <a:t>高</a:t>
              </a:r>
              <a:endParaRPr lang="en-US" altLang="zh-CN" sz="13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7" name="Rectangle 3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812838" y="6044694"/>
              <a:ext cx="14369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dirty="0">
                  <a:latin typeface="+mn-lt"/>
                  <a:ea typeface="华文楷体" panose="02010600040101010101" pitchFamily="2" charset="-122"/>
                </a:rPr>
                <a:t>低</a:t>
              </a:r>
              <a:endParaRPr lang="en-US" altLang="zh-CN" sz="1300" dirty="0">
                <a:latin typeface="+mn-lt"/>
                <a:ea typeface="华文楷体" panose="02010600040101010101" pitchFamily="2" charset="-122"/>
              </a:endParaRPr>
            </a:p>
          </p:txBody>
        </p:sp>
        <p:grpSp>
          <p:nvGrpSpPr>
            <p:cNvPr id="18" name="McK Moon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1469181" y="1014300"/>
              <a:ext cx="254000" cy="254000"/>
              <a:chOff x="1600" y="1600"/>
              <a:chExt cx="160" cy="160"/>
            </a:xfrm>
          </p:grpSpPr>
          <p:sp>
            <p:nvSpPr>
              <p:cNvPr id="74" name="Oval 90"/>
              <p:cNvSpPr>
                <a:spLocks noChangeAspect="1"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00" y="160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Arc 91"/>
              <p:cNvSpPr>
                <a:spLocks noChangeAspect="1"/>
              </p:cNvSpPr>
              <p:nvPr>
                <p:custDataLst>
                  <p:tags r:id="rId15"/>
                </p:custDataLst>
              </p:nvPr>
            </p:nvSpPr>
            <p:spPr bwMode="black">
              <a:xfrm>
                <a:off x="1600" y="160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McK Moon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1469181" y="5893451"/>
              <a:ext cx="254000" cy="254000"/>
              <a:chOff x="1600" y="1600"/>
              <a:chExt cx="160" cy="160"/>
            </a:xfrm>
          </p:grpSpPr>
          <p:sp>
            <p:nvSpPr>
              <p:cNvPr id="72" name="Oval 90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00" y="160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Arc 91" hidden="1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black">
              <a:xfrm>
                <a:off x="1600" y="1600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0" name="Rectangle 64"/>
            <p:cNvSpPr/>
            <p:nvPr>
              <p:custDataLst>
                <p:tags r:id="rId19"/>
              </p:custDataLst>
            </p:nvPr>
          </p:nvSpPr>
          <p:spPr bwMode="gray">
            <a:xfrm>
              <a:off x="1807206" y="1190405"/>
              <a:ext cx="2563734" cy="4665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43301" tIns="43301" rIns="43301" bIns="43301" numCol="1" rtlCol="0" anchor="ctr" anchorCtr="0" compatLnSpc="1">
              <a:noAutofit/>
            </a:bodyPr>
            <a:lstStyle/>
            <a:p>
              <a:pPr algn="ctr" defTabSz="847725">
                <a:lnSpc>
                  <a:spcPct val="90000"/>
                </a:lnSpc>
              </a:pP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1" name="Rectangle 12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gray">
            <a:xfrm>
              <a:off x="5360251" y="5060687"/>
              <a:ext cx="528295" cy="2695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808080"/>
              </a:solidFill>
              <a:miter lim="800000"/>
            </a:ln>
            <a:effectLst/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>
                  <a:solidFill>
                    <a:schemeClr val="bg1"/>
                  </a:solidFill>
                </a:rPr>
                <a:t>供需平衡</a:t>
              </a:r>
              <a:endParaRPr lang="zh-CN" altLang="en-US" sz="930" dirty="0">
                <a:solidFill>
                  <a:schemeClr val="bg1"/>
                </a:solidFill>
              </a:endParaRPr>
            </a:p>
          </p:txBody>
        </p:sp>
        <p:sp>
          <p:nvSpPr>
            <p:cNvPr id="22" name="Rectangle 58"/>
            <p:cNvSpPr/>
            <p:nvPr>
              <p:custDataLst>
                <p:tags r:id="rId21"/>
              </p:custDataLst>
            </p:nvPr>
          </p:nvSpPr>
          <p:spPr bwMode="gray">
            <a:xfrm>
              <a:off x="1954626" y="2814288"/>
              <a:ext cx="1005840" cy="1969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供应商战略规划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3" name="Rectangle 59"/>
            <p:cNvSpPr/>
            <p:nvPr>
              <p:custDataLst>
                <p:tags r:id="rId22"/>
              </p:custDataLst>
            </p:nvPr>
          </p:nvSpPr>
          <p:spPr bwMode="gray">
            <a:xfrm>
              <a:off x="5999932" y="4653839"/>
              <a:ext cx="864109" cy="196977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</a:rPr>
                <a:t>作业计划</a:t>
              </a:r>
              <a:endParaRPr lang="en-US" sz="93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4" name="Rectangle 60"/>
            <p:cNvSpPr/>
            <p:nvPr>
              <p:custDataLst>
                <p:tags r:id="rId23"/>
              </p:custDataLst>
            </p:nvPr>
          </p:nvSpPr>
          <p:spPr bwMode="gray">
            <a:xfrm>
              <a:off x="1956476" y="4908357"/>
              <a:ext cx="1005840" cy="1969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供应链战略细分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5" name="Rectangle 63"/>
            <p:cNvSpPr/>
            <p:nvPr>
              <p:custDataLst>
                <p:tags r:id="rId24"/>
              </p:custDataLst>
            </p:nvPr>
          </p:nvSpPr>
          <p:spPr bwMode="gray">
            <a:xfrm>
              <a:off x="4558863" y="2392254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供应商关系维护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28"/>
            <p:cNvSpPr/>
            <p:nvPr>
              <p:custDataLst>
                <p:tags r:id="rId25"/>
              </p:custDataLst>
            </p:nvPr>
          </p:nvSpPr>
          <p:spPr>
            <a:xfrm>
              <a:off x="1797994" y="1198640"/>
              <a:ext cx="5134374" cy="465732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601" tIns="43301" rIns="86601" bIns="43301" anchor="ctr"/>
            <a:lstStyle/>
            <a:p>
              <a:pPr algn="ctr">
                <a:spcAft>
                  <a:spcPct val="0"/>
                </a:spcAft>
                <a:buClrTx/>
              </a:pPr>
              <a:endParaRPr lang="en-US" sz="13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27" name="Straight Connector 30"/>
            <p:cNvCxnSpPr>
              <a:cxnSpLocks noChangeShapeType="1"/>
              <a:endCxn id="26" idx="3"/>
            </p:cNvCxnSpPr>
            <p:nvPr>
              <p:custDataLst>
                <p:tags r:id="rId26"/>
              </p:custDataLst>
            </p:nvPr>
          </p:nvCxnSpPr>
          <p:spPr bwMode="auto">
            <a:xfrm>
              <a:off x="4370939" y="3517466"/>
              <a:ext cx="2561429" cy="9834"/>
            </a:xfrm>
            <a:prstGeom prst="line">
              <a:avLst/>
            </a:prstGeom>
            <a:noFill/>
            <a:ln w="9525" algn="ctr">
              <a:solidFill>
                <a:srgbClr val="6E78A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Straight Connector 32"/>
            <p:cNvCxnSpPr>
              <a:cxnSpLocks noChangeShapeType="1"/>
              <a:stCxn id="26" idx="2"/>
              <a:endCxn id="26" idx="0"/>
            </p:cNvCxnSpPr>
            <p:nvPr>
              <p:custDataLst>
                <p:tags r:id="rId27"/>
              </p:custDataLst>
            </p:nvPr>
          </p:nvCxnSpPr>
          <p:spPr bwMode="auto">
            <a:xfrm flipV="1">
              <a:off x="4366332" y="1182785"/>
              <a:ext cx="0" cy="4689029"/>
            </a:xfrm>
            <a:prstGeom prst="line">
              <a:avLst/>
            </a:prstGeom>
            <a:noFill/>
            <a:ln w="9525" algn="ctr">
              <a:solidFill>
                <a:srgbClr val="6E78A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Rectangle 42"/>
            <p:cNvSpPr/>
            <p:nvPr>
              <p:custDataLst>
                <p:tags r:id="rId28"/>
              </p:custDataLst>
            </p:nvPr>
          </p:nvSpPr>
          <p:spPr bwMode="gray">
            <a:xfrm>
              <a:off x="4331666" y="3705191"/>
              <a:ext cx="864109" cy="1969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生产品质管理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" name="Rectangle 45"/>
            <p:cNvSpPr/>
            <p:nvPr>
              <p:custDataLst>
                <p:tags r:id="rId29"/>
              </p:custDataLst>
            </p:nvPr>
          </p:nvSpPr>
          <p:spPr bwMode="gray">
            <a:xfrm>
              <a:off x="6002267" y="2224790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合同管理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77"/>
            <p:cNvSpPr/>
            <p:nvPr>
              <p:custDataLst>
                <p:tags r:id="rId30"/>
              </p:custDataLst>
            </p:nvPr>
          </p:nvSpPr>
          <p:spPr bwMode="gray">
            <a:xfrm>
              <a:off x="2015616" y="4278983"/>
              <a:ext cx="1005840" cy="1969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生产基地布局规划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122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gray">
            <a:xfrm>
              <a:off x="3090329" y="3610430"/>
              <a:ext cx="940386" cy="269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</a:ln>
            <a:effectLst/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/>
                <a:t>成品物流布局规划</a:t>
              </a:r>
              <a:endParaRPr lang="zh-CN" altLang="en-US" sz="930" dirty="0"/>
            </a:p>
          </p:txBody>
        </p:sp>
        <p:sp>
          <p:nvSpPr>
            <p:cNvPr id="33" name="Rectangle 12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gray">
            <a:xfrm>
              <a:off x="3060979" y="4608482"/>
              <a:ext cx="940386" cy="269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</a:ln>
            <a:effectLst/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/>
                <a:t>工厂物流布局规划</a:t>
              </a:r>
              <a:endParaRPr lang="zh-CN" altLang="en-US" sz="930" dirty="0"/>
            </a:p>
          </p:txBody>
        </p:sp>
        <p:sp>
          <p:nvSpPr>
            <p:cNvPr id="34" name="Rectangle 12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gray">
            <a:xfrm>
              <a:off x="3494544" y="4027165"/>
              <a:ext cx="734340" cy="269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</a:ln>
            <a:effectLst/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/>
                <a:t>供应布局规划</a:t>
              </a:r>
              <a:endParaRPr lang="zh-CN" altLang="en-US" sz="930" dirty="0"/>
            </a:p>
          </p:txBody>
        </p:sp>
        <p:sp>
          <p:nvSpPr>
            <p:cNvPr id="35" name="Rectangle 122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gray">
            <a:xfrm>
              <a:off x="5947659" y="4048836"/>
              <a:ext cx="528295" cy="26955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808080"/>
              </a:solidFill>
              <a:miter lim="800000"/>
            </a:ln>
            <a:effectLst/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>
                  <a:solidFill>
                    <a:schemeClr val="bg1"/>
                  </a:solidFill>
                </a:rPr>
                <a:t>生产计划</a:t>
              </a:r>
              <a:endParaRPr lang="zh-CN" altLang="en-US" sz="93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55"/>
            <p:cNvSpPr/>
            <p:nvPr>
              <p:custDataLst>
                <p:tags r:id="rId35"/>
              </p:custDataLst>
            </p:nvPr>
          </p:nvSpPr>
          <p:spPr bwMode="gray">
            <a:xfrm>
              <a:off x="5892205" y="3290665"/>
              <a:ext cx="864109" cy="1969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物料计划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7" name="Rectangle 56"/>
            <p:cNvSpPr/>
            <p:nvPr>
              <p:custDataLst>
                <p:tags r:id="rId36"/>
              </p:custDataLst>
            </p:nvPr>
          </p:nvSpPr>
          <p:spPr bwMode="gray">
            <a:xfrm>
              <a:off x="4822025" y="1789865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寻源认证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8" name="Rectangle 57"/>
            <p:cNvSpPr/>
            <p:nvPr>
              <p:custDataLst>
                <p:tags r:id="rId37"/>
              </p:custDataLst>
            </p:nvPr>
          </p:nvSpPr>
          <p:spPr bwMode="gray">
            <a:xfrm>
              <a:off x="5828102" y="1881576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采购价格管理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9" name="Rectangle 61"/>
            <p:cNvSpPr/>
            <p:nvPr>
              <p:custDataLst>
                <p:tags r:id="rId38"/>
              </p:custDataLst>
            </p:nvPr>
          </p:nvSpPr>
          <p:spPr bwMode="gray">
            <a:xfrm>
              <a:off x="5968077" y="1471803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采购执行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0" name="Rectangle 62"/>
            <p:cNvSpPr/>
            <p:nvPr>
              <p:custDataLst>
                <p:tags r:id="rId39"/>
              </p:custDataLst>
            </p:nvPr>
          </p:nvSpPr>
          <p:spPr bwMode="gray">
            <a:xfrm>
              <a:off x="5068050" y="2124059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供应商考评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1" name="Rectangle 80"/>
            <p:cNvSpPr/>
            <p:nvPr>
              <p:custDataLst>
                <p:tags r:id="rId40"/>
              </p:custDataLst>
            </p:nvPr>
          </p:nvSpPr>
          <p:spPr bwMode="gray">
            <a:xfrm>
              <a:off x="3938885" y="3108001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采购质量管理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2" name="Rectangle 12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gray">
            <a:xfrm>
              <a:off x="5198558" y="3122093"/>
              <a:ext cx="528295" cy="26955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808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6842" tIns="33951" rIns="66842" bIns="33951" numCol="1" anchor="ctr" anchorCtr="0" compatLnSpc="1">
              <a:spAutoFit/>
            </a:bodyPr>
            <a:lstStyle>
              <a:lvl1pPr marL="0" indent="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  <a:cs typeface="+mn-cs"/>
                </a:defRPr>
              </a:lvl1pPr>
              <a:lvl2pPr marL="197485" indent="-1962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5000"/>
                <a:buFont typeface="Arial" panose="020B0604020202020204" pitchFamily="34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2pPr>
              <a:lvl3pPr marL="466725" indent="-26733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3pPr>
              <a:lvl4pPr marL="626745" indent="-158750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120000"/>
                <a:buFont typeface="Arial" panose="020B0604020202020204" pitchFamily="34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4pPr>
              <a:lvl5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00AEEF"/>
                </a:buClr>
                <a:buSzPct val="89000"/>
                <a:buFont typeface="Arial" panose="020B0604020202020204" pitchFamily="34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华文楷体" panose="02010600040101010101" pitchFamily="2" charset="-122"/>
                </a:defRPr>
              </a:lvl5pPr>
              <a:lvl6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6pPr>
              <a:lvl7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7pPr>
              <a:lvl8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8pPr>
              <a:lvl9pPr marL="765175" indent="-132715" algn="l" defTabSz="91313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sz="16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algn="ctr"/>
              <a:r>
                <a:rPr lang="zh-CN" altLang="en-US" sz="930" dirty="0"/>
                <a:t>生产管理</a:t>
              </a:r>
              <a:endParaRPr lang="zh-CN" altLang="en-US" sz="930" dirty="0"/>
            </a:p>
          </p:txBody>
        </p:sp>
        <p:sp>
          <p:nvSpPr>
            <p:cNvPr id="43" name="Rectangle 82"/>
            <p:cNvSpPr/>
            <p:nvPr>
              <p:custDataLst>
                <p:tags r:id="rId42"/>
              </p:custDataLst>
            </p:nvPr>
          </p:nvSpPr>
          <p:spPr bwMode="gray">
            <a:xfrm>
              <a:off x="4750408" y="4529870"/>
              <a:ext cx="864109" cy="2743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</a:rPr>
                <a:t>库存管控与</a:t>
              </a:r>
              <a:endParaRPr lang="en-US" altLang="zh-CN" sz="93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930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</a:rPr>
                <a:t>产成品交付</a:t>
              </a:r>
              <a:endParaRPr lang="en-US" sz="93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4" name="Rectangle 83"/>
            <p:cNvSpPr/>
            <p:nvPr>
              <p:custDataLst>
                <p:tags r:id="rId43"/>
              </p:custDataLst>
            </p:nvPr>
          </p:nvSpPr>
          <p:spPr bwMode="gray">
            <a:xfrm>
              <a:off x="4735874" y="2802019"/>
              <a:ext cx="864109" cy="19697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仓库运营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5" name="Rectangle 84"/>
            <p:cNvSpPr/>
            <p:nvPr>
              <p:custDataLst>
                <p:tags r:id="rId44"/>
              </p:custDataLst>
            </p:nvPr>
          </p:nvSpPr>
          <p:spPr bwMode="gray">
            <a:xfrm>
              <a:off x="5669827" y="2703531"/>
              <a:ext cx="864109" cy="1969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930" dirty="0">
                  <a:latin typeface="+mn-lt"/>
                  <a:ea typeface="华文楷体" panose="02010600040101010101" pitchFamily="2" charset="-122"/>
                </a:rPr>
                <a:t>物流管理</a:t>
              </a:r>
              <a:endParaRPr lang="en-US" sz="93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6" name="Rectangle 36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746820" y="6044694"/>
              <a:ext cx="14369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dirty="0">
                  <a:latin typeface="+mn-lt"/>
                  <a:ea typeface="华文楷体" panose="02010600040101010101" pitchFamily="2" charset="-122"/>
                </a:rPr>
                <a:t>高</a:t>
              </a:r>
              <a:endParaRPr lang="en-US" altLang="zh-CN" sz="13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47" name="Line 29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V="1">
              <a:off x="1784181" y="6002345"/>
              <a:ext cx="5170306" cy="0"/>
            </a:xfrm>
            <a:prstGeom prst="line">
              <a:avLst/>
            </a:prstGeom>
            <a:noFill/>
            <a:ln w="12700">
              <a:solidFill>
                <a:schemeClr val="accent6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85700" tIns="42097" rIns="85700" bIns="42097" anchor="ctr"/>
            <a:lstStyle/>
            <a:p>
              <a:endParaRPr lang="en-US">
                <a:latin typeface="+mn-lt"/>
                <a:ea typeface="华文楷体" panose="02010600040101010101" pitchFamily="2" charset="-122"/>
              </a:endParaRPr>
            </a:p>
          </p:txBody>
        </p:sp>
        <p:grpSp>
          <p:nvGrpSpPr>
            <p:cNvPr id="48" name="McK Moon"/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 bwMode="auto">
            <a:xfrm>
              <a:off x="7019950" y="5893451"/>
              <a:ext cx="254000" cy="254000"/>
              <a:chOff x="1600" y="1600"/>
              <a:chExt cx="160" cy="160"/>
            </a:xfrm>
          </p:grpSpPr>
          <p:sp>
            <p:nvSpPr>
              <p:cNvPr id="70" name="Oval 90"/>
              <p:cNvSpPr>
                <a:spLocks noChangeAspect="1"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1600" y="160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Arc 91"/>
              <p:cNvSpPr>
                <a:spLocks noChangeAspect="1"/>
              </p:cNvSpPr>
              <p:nvPr>
                <p:custDataLst>
                  <p:tags r:id="rId49"/>
                </p:custDataLst>
              </p:nvPr>
            </p:nvSpPr>
            <p:spPr bwMode="black">
              <a:xfrm>
                <a:off x="1600" y="160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rgbClr val="FFFFFF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9" name="Rectangle 41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285574" y="5570974"/>
              <a:ext cx="57476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分步提升</a:t>
              </a:r>
              <a:endParaRPr lang="zh-CN" altLang="en-US" sz="1300" b="1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0" name="Rectangle 39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285574" y="1200450"/>
              <a:ext cx="574760" cy="254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重点固化</a:t>
              </a:r>
              <a:endParaRPr lang="en-US" altLang="zh-CN" sz="1300" b="1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1" name="Rectangle 40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734338" y="3309723"/>
              <a:ext cx="707859" cy="344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9160" tIns="34580" rIns="69160" bIns="34580" anchor="ctr">
              <a:spAutoFit/>
            </a:bodyPr>
            <a:lstStyle/>
            <a:p>
              <a:pPr>
                <a:spcAft>
                  <a:spcPct val="0"/>
                </a:spcAft>
                <a:buClrTx/>
              </a:pPr>
              <a:r>
                <a:rPr lang="zh-CN" altLang="en-US" sz="1300" b="1" dirty="0">
                  <a:latin typeface="+mn-lt"/>
                  <a:ea typeface="华文楷体" panose="02010600040101010101" pitchFamily="2" charset="-122"/>
                </a:rPr>
                <a:t>非重点</a:t>
              </a:r>
              <a:endParaRPr lang="en-US" altLang="zh-CN" sz="1300" b="1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52" name="Oval 19"/>
            <p:cNvSpPr/>
            <p:nvPr>
              <p:custDataLst>
                <p:tags r:id="rId53"/>
              </p:custDataLst>
            </p:nvPr>
          </p:nvSpPr>
          <p:spPr bwMode="gray">
            <a:xfrm rot="1778026">
              <a:off x="5058982" y="3967495"/>
              <a:ext cx="453185" cy="1145562"/>
            </a:xfrm>
            <a:prstGeom prst="ellipse">
              <a:avLst/>
            </a:prstGeom>
            <a:solidFill>
              <a:schemeClr val="accent1">
                <a:alpha val="74000"/>
              </a:schemeClr>
            </a:solidFill>
            <a:ln w="19050">
              <a:solidFill>
                <a:schemeClr val="accent2"/>
              </a:solidFill>
              <a:prstDash val="sysDot"/>
              <a:miter lim="800000"/>
            </a:ln>
            <a:effectLst/>
          </p:spPr>
          <p:txBody>
            <a:bodyPr vert="horz" wrap="square" lIns="43301" tIns="43301" rIns="43301" bIns="43301" numCol="1" rtlCol="0" anchor="ctr" anchorCtr="0" compatLnSpc="1">
              <a:noAutofit/>
            </a:bodyPr>
            <a:lstStyle/>
            <a:p>
              <a:pPr algn="ctr" defTabSz="847725"/>
              <a:endParaRPr lang="en-US" b="1" dirty="0" err="1">
                <a:solidFill>
                  <a:schemeClr val="accent5"/>
                </a:solidFill>
                <a:latin typeface="+mn-lt"/>
              </a:endParaRPr>
            </a:p>
          </p:txBody>
        </p:sp>
        <p:grpSp>
          <p:nvGrpSpPr>
            <p:cNvPr id="53" name="Group 27"/>
            <p:cNvGrpSpPr/>
            <p:nvPr>
              <p:custDataLst>
                <p:tags r:id="rId54"/>
              </p:custDataLst>
            </p:nvPr>
          </p:nvGrpSpPr>
          <p:grpSpPr>
            <a:xfrm>
              <a:off x="3673215" y="1252031"/>
              <a:ext cx="3263564" cy="4216574"/>
              <a:chOff x="2634880" y="1252031"/>
              <a:chExt cx="3263564" cy="4216574"/>
            </a:xfrm>
          </p:grpSpPr>
          <p:grpSp>
            <p:nvGrpSpPr>
              <p:cNvPr id="55" name="Group 26"/>
              <p:cNvGrpSpPr/>
              <p:nvPr>
                <p:custDataLst>
                  <p:tags r:id="rId55"/>
                </p:custDataLst>
              </p:nvPr>
            </p:nvGrpSpPr>
            <p:grpSpPr>
              <a:xfrm>
                <a:off x="2634880" y="1343413"/>
                <a:ext cx="3263564" cy="4125192"/>
                <a:chOff x="2634880" y="1343413"/>
                <a:chExt cx="3263564" cy="4125192"/>
              </a:xfrm>
            </p:grpSpPr>
            <p:sp>
              <p:nvSpPr>
                <p:cNvPr id="64" name="Oval 4"/>
                <p:cNvSpPr/>
                <p:nvPr>
                  <p:custDataLst>
                    <p:tags r:id="rId56"/>
                  </p:custDataLst>
                </p:nvPr>
              </p:nvSpPr>
              <p:spPr bwMode="gray">
                <a:xfrm>
                  <a:off x="4825760" y="1343413"/>
                  <a:ext cx="1045589" cy="493493"/>
                </a:xfrm>
                <a:prstGeom prst="ellipse">
                  <a:avLst/>
                </a:pr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  <p:sp>
              <p:nvSpPr>
                <p:cNvPr id="65" name="Freeform 11"/>
                <p:cNvSpPr/>
                <p:nvPr>
                  <p:custDataLst>
                    <p:tags r:id="rId57"/>
                  </p:custDataLst>
                </p:nvPr>
              </p:nvSpPr>
              <p:spPr bwMode="gray">
                <a:xfrm>
                  <a:off x="3417595" y="1626210"/>
                  <a:ext cx="2453754" cy="1066681"/>
                </a:xfrm>
                <a:custGeom>
                  <a:avLst/>
                  <a:gdLst>
                    <a:gd name="connsiteX0" fmla="*/ 803868 w 2436726"/>
                    <a:gd name="connsiteY0" fmla="*/ 5024 h 1040004"/>
                    <a:gd name="connsiteX1" fmla="*/ 924449 w 2436726"/>
                    <a:gd name="connsiteY1" fmla="*/ 20097 h 1040004"/>
                    <a:gd name="connsiteX2" fmla="*/ 1055077 w 2436726"/>
                    <a:gd name="connsiteY2" fmla="*/ 55266 h 1040004"/>
                    <a:gd name="connsiteX3" fmla="*/ 1125416 w 2436726"/>
                    <a:gd name="connsiteY3" fmla="*/ 90435 h 1040004"/>
                    <a:gd name="connsiteX4" fmla="*/ 1215851 w 2436726"/>
                    <a:gd name="connsiteY4" fmla="*/ 145701 h 1040004"/>
                    <a:gd name="connsiteX5" fmla="*/ 1306286 w 2436726"/>
                    <a:gd name="connsiteY5" fmla="*/ 185894 h 1040004"/>
                    <a:gd name="connsiteX6" fmla="*/ 1411794 w 2436726"/>
                    <a:gd name="connsiteY6" fmla="*/ 211015 h 1040004"/>
                    <a:gd name="connsiteX7" fmla="*/ 1577591 w 2436726"/>
                    <a:gd name="connsiteY7" fmla="*/ 236136 h 1040004"/>
                    <a:gd name="connsiteX8" fmla="*/ 1733341 w 2436726"/>
                    <a:gd name="connsiteY8" fmla="*/ 236136 h 1040004"/>
                    <a:gd name="connsiteX9" fmla="*/ 2074985 w 2436726"/>
                    <a:gd name="connsiteY9" fmla="*/ 231112 h 1040004"/>
                    <a:gd name="connsiteX10" fmla="*/ 2240783 w 2436726"/>
                    <a:gd name="connsiteY10" fmla="*/ 231112 h 1040004"/>
                    <a:gd name="connsiteX11" fmla="*/ 2311121 w 2436726"/>
                    <a:gd name="connsiteY11" fmla="*/ 246185 h 1040004"/>
                    <a:gd name="connsiteX12" fmla="*/ 2396532 w 2436726"/>
                    <a:gd name="connsiteY12" fmla="*/ 291402 h 1040004"/>
                    <a:gd name="connsiteX13" fmla="*/ 2426677 w 2436726"/>
                    <a:gd name="connsiteY13" fmla="*/ 401934 h 1040004"/>
                    <a:gd name="connsiteX14" fmla="*/ 2436726 w 2436726"/>
                    <a:gd name="connsiteY14" fmla="*/ 567732 h 1040004"/>
                    <a:gd name="connsiteX15" fmla="*/ 2436726 w 2436726"/>
                    <a:gd name="connsiteY15" fmla="*/ 673240 h 1040004"/>
                    <a:gd name="connsiteX16" fmla="*/ 2436726 w 2436726"/>
                    <a:gd name="connsiteY16" fmla="*/ 768699 h 1040004"/>
                    <a:gd name="connsiteX17" fmla="*/ 2386484 w 2436726"/>
                    <a:gd name="connsiteY17" fmla="*/ 828989 h 1040004"/>
                    <a:gd name="connsiteX18" fmla="*/ 2306097 w 2436726"/>
                    <a:gd name="connsiteY18" fmla="*/ 859134 h 1040004"/>
                    <a:gd name="connsiteX19" fmla="*/ 2180493 w 2436726"/>
                    <a:gd name="connsiteY19" fmla="*/ 859134 h 1040004"/>
                    <a:gd name="connsiteX20" fmla="*/ 2004646 w 2436726"/>
                    <a:gd name="connsiteY20" fmla="*/ 839037 h 1040004"/>
                    <a:gd name="connsiteX21" fmla="*/ 1688123 w 2436726"/>
                    <a:gd name="connsiteY21" fmla="*/ 869182 h 1040004"/>
                    <a:gd name="connsiteX22" fmla="*/ 1230923 w 2436726"/>
                    <a:gd name="connsiteY22" fmla="*/ 964642 h 1040004"/>
                    <a:gd name="connsiteX23" fmla="*/ 874207 w 2436726"/>
                    <a:gd name="connsiteY23" fmla="*/ 999811 h 1040004"/>
                    <a:gd name="connsiteX24" fmla="*/ 306475 w 2436726"/>
                    <a:gd name="connsiteY24" fmla="*/ 1040004 h 1040004"/>
                    <a:gd name="connsiteX25" fmla="*/ 80387 w 2436726"/>
                    <a:gd name="connsiteY25" fmla="*/ 1019908 h 1040004"/>
                    <a:gd name="connsiteX26" fmla="*/ 5024 w 2436726"/>
                    <a:gd name="connsiteY26" fmla="*/ 884255 h 1040004"/>
                    <a:gd name="connsiteX27" fmla="*/ 0 w 2436726"/>
                    <a:gd name="connsiteY27" fmla="*/ 663191 h 1040004"/>
                    <a:gd name="connsiteX28" fmla="*/ 105508 w 2436726"/>
                    <a:gd name="connsiteY28" fmla="*/ 391886 h 1040004"/>
                    <a:gd name="connsiteX29" fmla="*/ 256233 w 2436726"/>
                    <a:gd name="connsiteY29" fmla="*/ 145701 h 1040004"/>
                    <a:gd name="connsiteX30" fmla="*/ 472273 w 2436726"/>
                    <a:gd name="connsiteY30" fmla="*/ 40193 h 1040004"/>
                    <a:gd name="connsiteX31" fmla="*/ 668216 w 2436726"/>
                    <a:gd name="connsiteY31" fmla="*/ 0 h 1040004"/>
                    <a:gd name="connsiteX32" fmla="*/ 803868 w 2436726"/>
                    <a:gd name="connsiteY32" fmla="*/ 5024 h 1040004"/>
                    <a:gd name="connsiteX0-1" fmla="*/ 803868 w 2436726"/>
                    <a:gd name="connsiteY0-2" fmla="*/ 5024 h 1040004"/>
                    <a:gd name="connsiteX1-3" fmla="*/ 924449 w 2436726"/>
                    <a:gd name="connsiteY1-4" fmla="*/ 20097 h 1040004"/>
                    <a:gd name="connsiteX2-5" fmla="*/ 1055077 w 2436726"/>
                    <a:gd name="connsiteY2-6" fmla="*/ 55266 h 1040004"/>
                    <a:gd name="connsiteX3-7" fmla="*/ 1125416 w 2436726"/>
                    <a:gd name="connsiteY3-8" fmla="*/ 90435 h 1040004"/>
                    <a:gd name="connsiteX4-9" fmla="*/ 1215851 w 2436726"/>
                    <a:gd name="connsiteY4-10" fmla="*/ 145701 h 1040004"/>
                    <a:gd name="connsiteX5-11" fmla="*/ 1306286 w 2436726"/>
                    <a:gd name="connsiteY5-12" fmla="*/ 185894 h 1040004"/>
                    <a:gd name="connsiteX6-13" fmla="*/ 1411794 w 2436726"/>
                    <a:gd name="connsiteY6-14" fmla="*/ 211015 h 1040004"/>
                    <a:gd name="connsiteX7-15" fmla="*/ 1577591 w 2436726"/>
                    <a:gd name="connsiteY7-16" fmla="*/ 236136 h 1040004"/>
                    <a:gd name="connsiteX8-17" fmla="*/ 1733341 w 2436726"/>
                    <a:gd name="connsiteY8-18" fmla="*/ 236136 h 1040004"/>
                    <a:gd name="connsiteX9-19" fmla="*/ 2074985 w 2436726"/>
                    <a:gd name="connsiteY9-20" fmla="*/ 231112 h 1040004"/>
                    <a:gd name="connsiteX10-21" fmla="*/ 2240783 w 2436726"/>
                    <a:gd name="connsiteY10-22" fmla="*/ 231112 h 1040004"/>
                    <a:gd name="connsiteX11-23" fmla="*/ 2311121 w 2436726"/>
                    <a:gd name="connsiteY11-24" fmla="*/ 246185 h 1040004"/>
                    <a:gd name="connsiteX12-25" fmla="*/ 2396532 w 2436726"/>
                    <a:gd name="connsiteY12-26" fmla="*/ 291402 h 1040004"/>
                    <a:gd name="connsiteX13-27" fmla="*/ 2426677 w 2436726"/>
                    <a:gd name="connsiteY13-28" fmla="*/ 401934 h 1040004"/>
                    <a:gd name="connsiteX14-29" fmla="*/ 2436726 w 2436726"/>
                    <a:gd name="connsiteY14-30" fmla="*/ 567732 h 1040004"/>
                    <a:gd name="connsiteX15-31" fmla="*/ 2436726 w 2436726"/>
                    <a:gd name="connsiteY15-32" fmla="*/ 673240 h 1040004"/>
                    <a:gd name="connsiteX16-33" fmla="*/ 2436726 w 2436726"/>
                    <a:gd name="connsiteY16-34" fmla="*/ 768699 h 1040004"/>
                    <a:gd name="connsiteX17-35" fmla="*/ 2386484 w 2436726"/>
                    <a:gd name="connsiteY17-36" fmla="*/ 828989 h 1040004"/>
                    <a:gd name="connsiteX18-37" fmla="*/ 2306097 w 2436726"/>
                    <a:gd name="connsiteY18-38" fmla="*/ 859134 h 1040004"/>
                    <a:gd name="connsiteX19-39" fmla="*/ 2180493 w 2436726"/>
                    <a:gd name="connsiteY19-40" fmla="*/ 859134 h 1040004"/>
                    <a:gd name="connsiteX20-41" fmla="*/ 2004646 w 2436726"/>
                    <a:gd name="connsiteY20-42" fmla="*/ 839037 h 1040004"/>
                    <a:gd name="connsiteX21-43" fmla="*/ 1688123 w 2436726"/>
                    <a:gd name="connsiteY21-44" fmla="*/ 869182 h 1040004"/>
                    <a:gd name="connsiteX22-45" fmla="*/ 1230923 w 2436726"/>
                    <a:gd name="connsiteY22-46" fmla="*/ 964642 h 1040004"/>
                    <a:gd name="connsiteX23-47" fmla="*/ 874207 w 2436726"/>
                    <a:gd name="connsiteY23-48" fmla="*/ 999811 h 1040004"/>
                    <a:gd name="connsiteX24-49" fmla="*/ 306475 w 2436726"/>
                    <a:gd name="connsiteY24-50" fmla="*/ 1040004 h 1040004"/>
                    <a:gd name="connsiteX25-51" fmla="*/ 80387 w 2436726"/>
                    <a:gd name="connsiteY25-52" fmla="*/ 1019908 h 1040004"/>
                    <a:gd name="connsiteX26-53" fmla="*/ 5024 w 2436726"/>
                    <a:gd name="connsiteY26-54" fmla="*/ 884255 h 1040004"/>
                    <a:gd name="connsiteX27-55" fmla="*/ 0 w 2436726"/>
                    <a:gd name="connsiteY27-56" fmla="*/ 663191 h 1040004"/>
                    <a:gd name="connsiteX28-57" fmla="*/ 105508 w 2436726"/>
                    <a:gd name="connsiteY28-58" fmla="*/ 351692 h 1040004"/>
                    <a:gd name="connsiteX29-59" fmla="*/ 256233 w 2436726"/>
                    <a:gd name="connsiteY29-60" fmla="*/ 145701 h 1040004"/>
                    <a:gd name="connsiteX30-61" fmla="*/ 472273 w 2436726"/>
                    <a:gd name="connsiteY30-62" fmla="*/ 40193 h 1040004"/>
                    <a:gd name="connsiteX31-63" fmla="*/ 668216 w 2436726"/>
                    <a:gd name="connsiteY31-64" fmla="*/ 0 h 1040004"/>
                    <a:gd name="connsiteX32-65" fmla="*/ 803868 w 2436726"/>
                    <a:gd name="connsiteY32-66" fmla="*/ 5024 h 1040004"/>
                    <a:gd name="connsiteX0-67" fmla="*/ 803868 w 2436726"/>
                    <a:gd name="connsiteY0-68" fmla="*/ 5024 h 1040004"/>
                    <a:gd name="connsiteX1-69" fmla="*/ 924449 w 2436726"/>
                    <a:gd name="connsiteY1-70" fmla="*/ 20097 h 1040004"/>
                    <a:gd name="connsiteX2-71" fmla="*/ 1055077 w 2436726"/>
                    <a:gd name="connsiteY2-72" fmla="*/ 55266 h 1040004"/>
                    <a:gd name="connsiteX3-73" fmla="*/ 1125416 w 2436726"/>
                    <a:gd name="connsiteY3-74" fmla="*/ 90435 h 1040004"/>
                    <a:gd name="connsiteX4-75" fmla="*/ 1215851 w 2436726"/>
                    <a:gd name="connsiteY4-76" fmla="*/ 145701 h 1040004"/>
                    <a:gd name="connsiteX5-77" fmla="*/ 1306286 w 2436726"/>
                    <a:gd name="connsiteY5-78" fmla="*/ 185894 h 1040004"/>
                    <a:gd name="connsiteX6-79" fmla="*/ 1411794 w 2436726"/>
                    <a:gd name="connsiteY6-80" fmla="*/ 211015 h 1040004"/>
                    <a:gd name="connsiteX7-81" fmla="*/ 1577591 w 2436726"/>
                    <a:gd name="connsiteY7-82" fmla="*/ 236136 h 1040004"/>
                    <a:gd name="connsiteX8-83" fmla="*/ 1733341 w 2436726"/>
                    <a:gd name="connsiteY8-84" fmla="*/ 236136 h 1040004"/>
                    <a:gd name="connsiteX9-85" fmla="*/ 2074985 w 2436726"/>
                    <a:gd name="connsiteY9-86" fmla="*/ 231112 h 1040004"/>
                    <a:gd name="connsiteX10-87" fmla="*/ 2240783 w 2436726"/>
                    <a:gd name="connsiteY10-88" fmla="*/ 231112 h 1040004"/>
                    <a:gd name="connsiteX11-89" fmla="*/ 2311121 w 2436726"/>
                    <a:gd name="connsiteY11-90" fmla="*/ 246185 h 1040004"/>
                    <a:gd name="connsiteX12-91" fmla="*/ 2396532 w 2436726"/>
                    <a:gd name="connsiteY12-92" fmla="*/ 291402 h 1040004"/>
                    <a:gd name="connsiteX13-93" fmla="*/ 2426677 w 2436726"/>
                    <a:gd name="connsiteY13-94" fmla="*/ 401934 h 1040004"/>
                    <a:gd name="connsiteX14-95" fmla="*/ 2436726 w 2436726"/>
                    <a:gd name="connsiteY14-96" fmla="*/ 567732 h 1040004"/>
                    <a:gd name="connsiteX15-97" fmla="*/ 2436726 w 2436726"/>
                    <a:gd name="connsiteY15-98" fmla="*/ 673240 h 1040004"/>
                    <a:gd name="connsiteX16-99" fmla="*/ 2436726 w 2436726"/>
                    <a:gd name="connsiteY16-100" fmla="*/ 768699 h 1040004"/>
                    <a:gd name="connsiteX17-101" fmla="*/ 2386484 w 2436726"/>
                    <a:gd name="connsiteY17-102" fmla="*/ 828989 h 1040004"/>
                    <a:gd name="connsiteX18-103" fmla="*/ 2306097 w 2436726"/>
                    <a:gd name="connsiteY18-104" fmla="*/ 859134 h 1040004"/>
                    <a:gd name="connsiteX19-105" fmla="*/ 2180493 w 2436726"/>
                    <a:gd name="connsiteY19-106" fmla="*/ 859134 h 1040004"/>
                    <a:gd name="connsiteX20-107" fmla="*/ 2004646 w 2436726"/>
                    <a:gd name="connsiteY20-108" fmla="*/ 839037 h 1040004"/>
                    <a:gd name="connsiteX21-109" fmla="*/ 1688123 w 2436726"/>
                    <a:gd name="connsiteY21-110" fmla="*/ 869182 h 1040004"/>
                    <a:gd name="connsiteX22-111" fmla="*/ 1230923 w 2436726"/>
                    <a:gd name="connsiteY22-112" fmla="*/ 964642 h 1040004"/>
                    <a:gd name="connsiteX23-113" fmla="*/ 874207 w 2436726"/>
                    <a:gd name="connsiteY23-114" fmla="*/ 999811 h 1040004"/>
                    <a:gd name="connsiteX24-115" fmla="*/ 306475 w 2436726"/>
                    <a:gd name="connsiteY24-116" fmla="*/ 1040004 h 1040004"/>
                    <a:gd name="connsiteX25-117" fmla="*/ 80387 w 2436726"/>
                    <a:gd name="connsiteY25-118" fmla="*/ 1019908 h 1040004"/>
                    <a:gd name="connsiteX26-119" fmla="*/ 5024 w 2436726"/>
                    <a:gd name="connsiteY26-120" fmla="*/ 884255 h 1040004"/>
                    <a:gd name="connsiteX27-121" fmla="*/ 0 w 2436726"/>
                    <a:gd name="connsiteY27-122" fmla="*/ 663191 h 1040004"/>
                    <a:gd name="connsiteX28-123" fmla="*/ 105508 w 2436726"/>
                    <a:gd name="connsiteY28-124" fmla="*/ 351692 h 1040004"/>
                    <a:gd name="connsiteX29-125" fmla="*/ 256233 w 2436726"/>
                    <a:gd name="connsiteY29-126" fmla="*/ 145701 h 1040004"/>
                    <a:gd name="connsiteX30-127" fmla="*/ 472273 w 2436726"/>
                    <a:gd name="connsiteY30-128" fmla="*/ 40193 h 1040004"/>
                    <a:gd name="connsiteX31-129" fmla="*/ 668216 w 2436726"/>
                    <a:gd name="connsiteY31-130" fmla="*/ 0 h 1040004"/>
                    <a:gd name="connsiteX32-131" fmla="*/ 803868 w 2436726"/>
                    <a:gd name="connsiteY32-132" fmla="*/ 5024 h 1040004"/>
                    <a:gd name="connsiteX0-133" fmla="*/ 803868 w 2436726"/>
                    <a:gd name="connsiteY0-134" fmla="*/ 5024 h 1040004"/>
                    <a:gd name="connsiteX1-135" fmla="*/ 924449 w 2436726"/>
                    <a:gd name="connsiteY1-136" fmla="*/ 20097 h 1040004"/>
                    <a:gd name="connsiteX2-137" fmla="*/ 1055077 w 2436726"/>
                    <a:gd name="connsiteY2-138" fmla="*/ 55266 h 1040004"/>
                    <a:gd name="connsiteX3-139" fmla="*/ 1125416 w 2436726"/>
                    <a:gd name="connsiteY3-140" fmla="*/ 90435 h 1040004"/>
                    <a:gd name="connsiteX4-141" fmla="*/ 1215851 w 2436726"/>
                    <a:gd name="connsiteY4-142" fmla="*/ 145701 h 1040004"/>
                    <a:gd name="connsiteX5-143" fmla="*/ 1306286 w 2436726"/>
                    <a:gd name="connsiteY5-144" fmla="*/ 185894 h 1040004"/>
                    <a:gd name="connsiteX6-145" fmla="*/ 1411794 w 2436726"/>
                    <a:gd name="connsiteY6-146" fmla="*/ 211015 h 1040004"/>
                    <a:gd name="connsiteX7-147" fmla="*/ 1577591 w 2436726"/>
                    <a:gd name="connsiteY7-148" fmla="*/ 236136 h 1040004"/>
                    <a:gd name="connsiteX8-149" fmla="*/ 1733341 w 2436726"/>
                    <a:gd name="connsiteY8-150" fmla="*/ 236136 h 1040004"/>
                    <a:gd name="connsiteX9-151" fmla="*/ 2074985 w 2436726"/>
                    <a:gd name="connsiteY9-152" fmla="*/ 231112 h 1040004"/>
                    <a:gd name="connsiteX10-153" fmla="*/ 2240783 w 2436726"/>
                    <a:gd name="connsiteY10-154" fmla="*/ 231112 h 1040004"/>
                    <a:gd name="connsiteX11-155" fmla="*/ 2311121 w 2436726"/>
                    <a:gd name="connsiteY11-156" fmla="*/ 246185 h 1040004"/>
                    <a:gd name="connsiteX12-157" fmla="*/ 2396532 w 2436726"/>
                    <a:gd name="connsiteY12-158" fmla="*/ 291402 h 1040004"/>
                    <a:gd name="connsiteX13-159" fmla="*/ 2426677 w 2436726"/>
                    <a:gd name="connsiteY13-160" fmla="*/ 401934 h 1040004"/>
                    <a:gd name="connsiteX14-161" fmla="*/ 2436726 w 2436726"/>
                    <a:gd name="connsiteY14-162" fmla="*/ 567732 h 1040004"/>
                    <a:gd name="connsiteX15-163" fmla="*/ 2436726 w 2436726"/>
                    <a:gd name="connsiteY15-164" fmla="*/ 673240 h 1040004"/>
                    <a:gd name="connsiteX16-165" fmla="*/ 2436726 w 2436726"/>
                    <a:gd name="connsiteY16-166" fmla="*/ 768699 h 1040004"/>
                    <a:gd name="connsiteX17-167" fmla="*/ 2386484 w 2436726"/>
                    <a:gd name="connsiteY17-168" fmla="*/ 828989 h 1040004"/>
                    <a:gd name="connsiteX18-169" fmla="*/ 2306097 w 2436726"/>
                    <a:gd name="connsiteY18-170" fmla="*/ 859134 h 1040004"/>
                    <a:gd name="connsiteX19-171" fmla="*/ 2180493 w 2436726"/>
                    <a:gd name="connsiteY19-172" fmla="*/ 859134 h 1040004"/>
                    <a:gd name="connsiteX20-173" fmla="*/ 2004646 w 2436726"/>
                    <a:gd name="connsiteY20-174" fmla="*/ 839037 h 1040004"/>
                    <a:gd name="connsiteX21-175" fmla="*/ 1688123 w 2436726"/>
                    <a:gd name="connsiteY21-176" fmla="*/ 869182 h 1040004"/>
                    <a:gd name="connsiteX22-177" fmla="*/ 1230923 w 2436726"/>
                    <a:gd name="connsiteY22-178" fmla="*/ 964642 h 1040004"/>
                    <a:gd name="connsiteX23-179" fmla="*/ 874207 w 2436726"/>
                    <a:gd name="connsiteY23-180" fmla="*/ 999811 h 1040004"/>
                    <a:gd name="connsiteX24-181" fmla="*/ 306475 w 2436726"/>
                    <a:gd name="connsiteY24-182" fmla="*/ 1040004 h 1040004"/>
                    <a:gd name="connsiteX25-183" fmla="*/ 80387 w 2436726"/>
                    <a:gd name="connsiteY25-184" fmla="*/ 1019908 h 1040004"/>
                    <a:gd name="connsiteX26-185" fmla="*/ 5024 w 2436726"/>
                    <a:gd name="connsiteY26-186" fmla="*/ 884255 h 1040004"/>
                    <a:gd name="connsiteX27-187" fmla="*/ 0 w 2436726"/>
                    <a:gd name="connsiteY27-188" fmla="*/ 663191 h 1040004"/>
                    <a:gd name="connsiteX28-189" fmla="*/ 105508 w 2436726"/>
                    <a:gd name="connsiteY28-190" fmla="*/ 351692 h 1040004"/>
                    <a:gd name="connsiteX29-191" fmla="*/ 256233 w 2436726"/>
                    <a:gd name="connsiteY29-192" fmla="*/ 145701 h 1040004"/>
                    <a:gd name="connsiteX30-193" fmla="*/ 472273 w 2436726"/>
                    <a:gd name="connsiteY30-194" fmla="*/ 40193 h 1040004"/>
                    <a:gd name="connsiteX31-195" fmla="*/ 668216 w 2436726"/>
                    <a:gd name="connsiteY31-196" fmla="*/ 0 h 1040004"/>
                    <a:gd name="connsiteX32-197" fmla="*/ 803868 w 2436726"/>
                    <a:gd name="connsiteY32-198" fmla="*/ 5024 h 1040004"/>
                    <a:gd name="connsiteX0-199" fmla="*/ 803868 w 2436726"/>
                    <a:gd name="connsiteY0-200" fmla="*/ 5024 h 1040004"/>
                    <a:gd name="connsiteX1-201" fmla="*/ 924449 w 2436726"/>
                    <a:gd name="connsiteY1-202" fmla="*/ 20097 h 1040004"/>
                    <a:gd name="connsiteX2-203" fmla="*/ 1055077 w 2436726"/>
                    <a:gd name="connsiteY2-204" fmla="*/ 55266 h 1040004"/>
                    <a:gd name="connsiteX3-205" fmla="*/ 1125416 w 2436726"/>
                    <a:gd name="connsiteY3-206" fmla="*/ 90435 h 1040004"/>
                    <a:gd name="connsiteX4-207" fmla="*/ 1215851 w 2436726"/>
                    <a:gd name="connsiteY4-208" fmla="*/ 145701 h 1040004"/>
                    <a:gd name="connsiteX5-209" fmla="*/ 1306286 w 2436726"/>
                    <a:gd name="connsiteY5-210" fmla="*/ 185894 h 1040004"/>
                    <a:gd name="connsiteX6-211" fmla="*/ 1411794 w 2436726"/>
                    <a:gd name="connsiteY6-212" fmla="*/ 211015 h 1040004"/>
                    <a:gd name="connsiteX7-213" fmla="*/ 1577591 w 2436726"/>
                    <a:gd name="connsiteY7-214" fmla="*/ 236136 h 1040004"/>
                    <a:gd name="connsiteX8-215" fmla="*/ 1733341 w 2436726"/>
                    <a:gd name="connsiteY8-216" fmla="*/ 236136 h 1040004"/>
                    <a:gd name="connsiteX9-217" fmla="*/ 2074985 w 2436726"/>
                    <a:gd name="connsiteY9-218" fmla="*/ 231112 h 1040004"/>
                    <a:gd name="connsiteX10-219" fmla="*/ 2240783 w 2436726"/>
                    <a:gd name="connsiteY10-220" fmla="*/ 231112 h 1040004"/>
                    <a:gd name="connsiteX11-221" fmla="*/ 2311121 w 2436726"/>
                    <a:gd name="connsiteY11-222" fmla="*/ 246185 h 1040004"/>
                    <a:gd name="connsiteX12-223" fmla="*/ 2396532 w 2436726"/>
                    <a:gd name="connsiteY12-224" fmla="*/ 291402 h 1040004"/>
                    <a:gd name="connsiteX13-225" fmla="*/ 2426677 w 2436726"/>
                    <a:gd name="connsiteY13-226" fmla="*/ 401934 h 1040004"/>
                    <a:gd name="connsiteX14-227" fmla="*/ 2436726 w 2436726"/>
                    <a:gd name="connsiteY14-228" fmla="*/ 567732 h 1040004"/>
                    <a:gd name="connsiteX15-229" fmla="*/ 2436726 w 2436726"/>
                    <a:gd name="connsiteY15-230" fmla="*/ 673240 h 1040004"/>
                    <a:gd name="connsiteX16-231" fmla="*/ 2436726 w 2436726"/>
                    <a:gd name="connsiteY16-232" fmla="*/ 768699 h 1040004"/>
                    <a:gd name="connsiteX17-233" fmla="*/ 2386484 w 2436726"/>
                    <a:gd name="connsiteY17-234" fmla="*/ 828989 h 1040004"/>
                    <a:gd name="connsiteX18-235" fmla="*/ 2306097 w 2436726"/>
                    <a:gd name="connsiteY18-236" fmla="*/ 859134 h 1040004"/>
                    <a:gd name="connsiteX19-237" fmla="*/ 2180493 w 2436726"/>
                    <a:gd name="connsiteY19-238" fmla="*/ 859134 h 1040004"/>
                    <a:gd name="connsiteX20-239" fmla="*/ 2004646 w 2436726"/>
                    <a:gd name="connsiteY20-240" fmla="*/ 839037 h 1040004"/>
                    <a:gd name="connsiteX21-241" fmla="*/ 1688123 w 2436726"/>
                    <a:gd name="connsiteY21-242" fmla="*/ 869182 h 1040004"/>
                    <a:gd name="connsiteX22-243" fmla="*/ 1230923 w 2436726"/>
                    <a:gd name="connsiteY22-244" fmla="*/ 964642 h 1040004"/>
                    <a:gd name="connsiteX23-245" fmla="*/ 874207 w 2436726"/>
                    <a:gd name="connsiteY23-246" fmla="*/ 999811 h 1040004"/>
                    <a:gd name="connsiteX24-247" fmla="*/ 306475 w 2436726"/>
                    <a:gd name="connsiteY24-248" fmla="*/ 1040004 h 1040004"/>
                    <a:gd name="connsiteX25-249" fmla="*/ 80387 w 2436726"/>
                    <a:gd name="connsiteY25-250" fmla="*/ 1019908 h 1040004"/>
                    <a:gd name="connsiteX26-251" fmla="*/ 5024 w 2436726"/>
                    <a:gd name="connsiteY26-252" fmla="*/ 884255 h 1040004"/>
                    <a:gd name="connsiteX27-253" fmla="*/ 0 w 2436726"/>
                    <a:gd name="connsiteY27-254" fmla="*/ 663191 h 1040004"/>
                    <a:gd name="connsiteX28-255" fmla="*/ 105508 w 2436726"/>
                    <a:gd name="connsiteY28-256" fmla="*/ 351692 h 1040004"/>
                    <a:gd name="connsiteX29-257" fmla="*/ 256233 w 2436726"/>
                    <a:gd name="connsiteY29-258" fmla="*/ 145701 h 1040004"/>
                    <a:gd name="connsiteX30-259" fmla="*/ 472273 w 2436726"/>
                    <a:gd name="connsiteY30-260" fmla="*/ 40193 h 1040004"/>
                    <a:gd name="connsiteX31-261" fmla="*/ 668216 w 2436726"/>
                    <a:gd name="connsiteY31-262" fmla="*/ 0 h 1040004"/>
                    <a:gd name="connsiteX32-263" fmla="*/ 803868 w 2436726"/>
                    <a:gd name="connsiteY32-264" fmla="*/ 5024 h 1040004"/>
                    <a:gd name="connsiteX0-265" fmla="*/ 803868 w 2436726"/>
                    <a:gd name="connsiteY0-266" fmla="*/ 5024 h 1040004"/>
                    <a:gd name="connsiteX1-267" fmla="*/ 924449 w 2436726"/>
                    <a:gd name="connsiteY1-268" fmla="*/ 20097 h 1040004"/>
                    <a:gd name="connsiteX2-269" fmla="*/ 1055077 w 2436726"/>
                    <a:gd name="connsiteY2-270" fmla="*/ 55266 h 1040004"/>
                    <a:gd name="connsiteX3-271" fmla="*/ 1125416 w 2436726"/>
                    <a:gd name="connsiteY3-272" fmla="*/ 90435 h 1040004"/>
                    <a:gd name="connsiteX4-273" fmla="*/ 1215851 w 2436726"/>
                    <a:gd name="connsiteY4-274" fmla="*/ 145701 h 1040004"/>
                    <a:gd name="connsiteX5-275" fmla="*/ 1306286 w 2436726"/>
                    <a:gd name="connsiteY5-276" fmla="*/ 185894 h 1040004"/>
                    <a:gd name="connsiteX6-277" fmla="*/ 1411794 w 2436726"/>
                    <a:gd name="connsiteY6-278" fmla="*/ 211015 h 1040004"/>
                    <a:gd name="connsiteX7-279" fmla="*/ 1577591 w 2436726"/>
                    <a:gd name="connsiteY7-280" fmla="*/ 236136 h 1040004"/>
                    <a:gd name="connsiteX8-281" fmla="*/ 1733341 w 2436726"/>
                    <a:gd name="connsiteY8-282" fmla="*/ 236136 h 1040004"/>
                    <a:gd name="connsiteX9-283" fmla="*/ 2074985 w 2436726"/>
                    <a:gd name="connsiteY9-284" fmla="*/ 231112 h 1040004"/>
                    <a:gd name="connsiteX10-285" fmla="*/ 2240783 w 2436726"/>
                    <a:gd name="connsiteY10-286" fmla="*/ 231112 h 1040004"/>
                    <a:gd name="connsiteX11-287" fmla="*/ 2311121 w 2436726"/>
                    <a:gd name="connsiteY11-288" fmla="*/ 246185 h 1040004"/>
                    <a:gd name="connsiteX12-289" fmla="*/ 2396532 w 2436726"/>
                    <a:gd name="connsiteY12-290" fmla="*/ 291402 h 1040004"/>
                    <a:gd name="connsiteX13-291" fmla="*/ 2426677 w 2436726"/>
                    <a:gd name="connsiteY13-292" fmla="*/ 401934 h 1040004"/>
                    <a:gd name="connsiteX14-293" fmla="*/ 2436726 w 2436726"/>
                    <a:gd name="connsiteY14-294" fmla="*/ 567732 h 1040004"/>
                    <a:gd name="connsiteX15-295" fmla="*/ 2436726 w 2436726"/>
                    <a:gd name="connsiteY15-296" fmla="*/ 673240 h 1040004"/>
                    <a:gd name="connsiteX16-297" fmla="*/ 2436726 w 2436726"/>
                    <a:gd name="connsiteY16-298" fmla="*/ 768699 h 1040004"/>
                    <a:gd name="connsiteX17-299" fmla="*/ 2386484 w 2436726"/>
                    <a:gd name="connsiteY17-300" fmla="*/ 828989 h 1040004"/>
                    <a:gd name="connsiteX18-301" fmla="*/ 2306097 w 2436726"/>
                    <a:gd name="connsiteY18-302" fmla="*/ 859134 h 1040004"/>
                    <a:gd name="connsiteX19-303" fmla="*/ 2180493 w 2436726"/>
                    <a:gd name="connsiteY19-304" fmla="*/ 859134 h 1040004"/>
                    <a:gd name="connsiteX20-305" fmla="*/ 2004646 w 2436726"/>
                    <a:gd name="connsiteY20-306" fmla="*/ 839037 h 1040004"/>
                    <a:gd name="connsiteX21-307" fmla="*/ 1688123 w 2436726"/>
                    <a:gd name="connsiteY21-308" fmla="*/ 869182 h 1040004"/>
                    <a:gd name="connsiteX22-309" fmla="*/ 1230923 w 2436726"/>
                    <a:gd name="connsiteY22-310" fmla="*/ 964642 h 1040004"/>
                    <a:gd name="connsiteX23-311" fmla="*/ 874207 w 2436726"/>
                    <a:gd name="connsiteY23-312" fmla="*/ 999811 h 1040004"/>
                    <a:gd name="connsiteX24-313" fmla="*/ 306475 w 2436726"/>
                    <a:gd name="connsiteY24-314" fmla="*/ 1040004 h 1040004"/>
                    <a:gd name="connsiteX25-315" fmla="*/ 80387 w 2436726"/>
                    <a:gd name="connsiteY25-316" fmla="*/ 1019908 h 1040004"/>
                    <a:gd name="connsiteX26-317" fmla="*/ 5024 w 2436726"/>
                    <a:gd name="connsiteY26-318" fmla="*/ 884255 h 1040004"/>
                    <a:gd name="connsiteX27-319" fmla="*/ 0 w 2436726"/>
                    <a:gd name="connsiteY27-320" fmla="*/ 663191 h 1040004"/>
                    <a:gd name="connsiteX28-321" fmla="*/ 105508 w 2436726"/>
                    <a:gd name="connsiteY28-322" fmla="*/ 351692 h 1040004"/>
                    <a:gd name="connsiteX29-323" fmla="*/ 256233 w 2436726"/>
                    <a:gd name="connsiteY29-324" fmla="*/ 145701 h 1040004"/>
                    <a:gd name="connsiteX30-325" fmla="*/ 472273 w 2436726"/>
                    <a:gd name="connsiteY30-326" fmla="*/ 40193 h 1040004"/>
                    <a:gd name="connsiteX31-327" fmla="*/ 668216 w 2436726"/>
                    <a:gd name="connsiteY31-328" fmla="*/ 0 h 1040004"/>
                    <a:gd name="connsiteX32-329" fmla="*/ 803868 w 2436726"/>
                    <a:gd name="connsiteY32-330" fmla="*/ 5024 h 1040004"/>
                    <a:gd name="connsiteX0-331" fmla="*/ 813193 w 2446051"/>
                    <a:gd name="connsiteY0-332" fmla="*/ 5024 h 1040004"/>
                    <a:gd name="connsiteX1-333" fmla="*/ 933774 w 2446051"/>
                    <a:gd name="connsiteY1-334" fmla="*/ 20097 h 1040004"/>
                    <a:gd name="connsiteX2-335" fmla="*/ 1064402 w 2446051"/>
                    <a:gd name="connsiteY2-336" fmla="*/ 55266 h 1040004"/>
                    <a:gd name="connsiteX3-337" fmla="*/ 1134741 w 2446051"/>
                    <a:gd name="connsiteY3-338" fmla="*/ 90435 h 1040004"/>
                    <a:gd name="connsiteX4-339" fmla="*/ 1225176 w 2446051"/>
                    <a:gd name="connsiteY4-340" fmla="*/ 145701 h 1040004"/>
                    <a:gd name="connsiteX5-341" fmla="*/ 1315611 w 2446051"/>
                    <a:gd name="connsiteY5-342" fmla="*/ 185894 h 1040004"/>
                    <a:gd name="connsiteX6-343" fmla="*/ 1421119 w 2446051"/>
                    <a:gd name="connsiteY6-344" fmla="*/ 211015 h 1040004"/>
                    <a:gd name="connsiteX7-345" fmla="*/ 1586916 w 2446051"/>
                    <a:gd name="connsiteY7-346" fmla="*/ 236136 h 1040004"/>
                    <a:gd name="connsiteX8-347" fmla="*/ 1742666 w 2446051"/>
                    <a:gd name="connsiteY8-348" fmla="*/ 236136 h 1040004"/>
                    <a:gd name="connsiteX9-349" fmla="*/ 2084310 w 2446051"/>
                    <a:gd name="connsiteY9-350" fmla="*/ 231112 h 1040004"/>
                    <a:gd name="connsiteX10-351" fmla="*/ 2250108 w 2446051"/>
                    <a:gd name="connsiteY10-352" fmla="*/ 231112 h 1040004"/>
                    <a:gd name="connsiteX11-353" fmla="*/ 2320446 w 2446051"/>
                    <a:gd name="connsiteY11-354" fmla="*/ 246185 h 1040004"/>
                    <a:gd name="connsiteX12-355" fmla="*/ 2405857 w 2446051"/>
                    <a:gd name="connsiteY12-356" fmla="*/ 291402 h 1040004"/>
                    <a:gd name="connsiteX13-357" fmla="*/ 2436002 w 2446051"/>
                    <a:gd name="connsiteY13-358" fmla="*/ 401934 h 1040004"/>
                    <a:gd name="connsiteX14-359" fmla="*/ 2446051 w 2446051"/>
                    <a:gd name="connsiteY14-360" fmla="*/ 567732 h 1040004"/>
                    <a:gd name="connsiteX15-361" fmla="*/ 2446051 w 2446051"/>
                    <a:gd name="connsiteY15-362" fmla="*/ 673240 h 1040004"/>
                    <a:gd name="connsiteX16-363" fmla="*/ 2446051 w 2446051"/>
                    <a:gd name="connsiteY16-364" fmla="*/ 768699 h 1040004"/>
                    <a:gd name="connsiteX17-365" fmla="*/ 2395809 w 2446051"/>
                    <a:gd name="connsiteY17-366" fmla="*/ 828989 h 1040004"/>
                    <a:gd name="connsiteX18-367" fmla="*/ 2315422 w 2446051"/>
                    <a:gd name="connsiteY18-368" fmla="*/ 859134 h 1040004"/>
                    <a:gd name="connsiteX19-369" fmla="*/ 2189818 w 2446051"/>
                    <a:gd name="connsiteY19-370" fmla="*/ 859134 h 1040004"/>
                    <a:gd name="connsiteX20-371" fmla="*/ 2013971 w 2446051"/>
                    <a:gd name="connsiteY20-372" fmla="*/ 839037 h 1040004"/>
                    <a:gd name="connsiteX21-373" fmla="*/ 1697448 w 2446051"/>
                    <a:gd name="connsiteY21-374" fmla="*/ 869182 h 1040004"/>
                    <a:gd name="connsiteX22-375" fmla="*/ 1240248 w 2446051"/>
                    <a:gd name="connsiteY22-376" fmla="*/ 964642 h 1040004"/>
                    <a:gd name="connsiteX23-377" fmla="*/ 883532 w 2446051"/>
                    <a:gd name="connsiteY23-378" fmla="*/ 999811 h 1040004"/>
                    <a:gd name="connsiteX24-379" fmla="*/ 315800 w 2446051"/>
                    <a:gd name="connsiteY24-380" fmla="*/ 1040004 h 1040004"/>
                    <a:gd name="connsiteX25-381" fmla="*/ 89712 w 2446051"/>
                    <a:gd name="connsiteY25-382" fmla="*/ 1019908 h 1040004"/>
                    <a:gd name="connsiteX26-383" fmla="*/ 14349 w 2446051"/>
                    <a:gd name="connsiteY26-384" fmla="*/ 884255 h 1040004"/>
                    <a:gd name="connsiteX27-385" fmla="*/ 9325 w 2446051"/>
                    <a:gd name="connsiteY27-386" fmla="*/ 663191 h 1040004"/>
                    <a:gd name="connsiteX28-387" fmla="*/ 114833 w 2446051"/>
                    <a:gd name="connsiteY28-388" fmla="*/ 351692 h 1040004"/>
                    <a:gd name="connsiteX29-389" fmla="*/ 265558 w 2446051"/>
                    <a:gd name="connsiteY29-390" fmla="*/ 145701 h 1040004"/>
                    <a:gd name="connsiteX30-391" fmla="*/ 481598 w 2446051"/>
                    <a:gd name="connsiteY30-392" fmla="*/ 40193 h 1040004"/>
                    <a:gd name="connsiteX31-393" fmla="*/ 677541 w 2446051"/>
                    <a:gd name="connsiteY31-394" fmla="*/ 0 h 1040004"/>
                    <a:gd name="connsiteX32-395" fmla="*/ 813193 w 2446051"/>
                    <a:gd name="connsiteY32-396" fmla="*/ 5024 h 1040004"/>
                    <a:gd name="connsiteX0-397" fmla="*/ 815382 w 2448240"/>
                    <a:gd name="connsiteY0-398" fmla="*/ 5024 h 1040004"/>
                    <a:gd name="connsiteX1-399" fmla="*/ 935963 w 2448240"/>
                    <a:gd name="connsiteY1-400" fmla="*/ 20097 h 1040004"/>
                    <a:gd name="connsiteX2-401" fmla="*/ 1066591 w 2448240"/>
                    <a:gd name="connsiteY2-402" fmla="*/ 55266 h 1040004"/>
                    <a:gd name="connsiteX3-403" fmla="*/ 1136930 w 2448240"/>
                    <a:gd name="connsiteY3-404" fmla="*/ 90435 h 1040004"/>
                    <a:gd name="connsiteX4-405" fmla="*/ 1227365 w 2448240"/>
                    <a:gd name="connsiteY4-406" fmla="*/ 145701 h 1040004"/>
                    <a:gd name="connsiteX5-407" fmla="*/ 1317800 w 2448240"/>
                    <a:gd name="connsiteY5-408" fmla="*/ 185894 h 1040004"/>
                    <a:gd name="connsiteX6-409" fmla="*/ 1423308 w 2448240"/>
                    <a:gd name="connsiteY6-410" fmla="*/ 211015 h 1040004"/>
                    <a:gd name="connsiteX7-411" fmla="*/ 1589105 w 2448240"/>
                    <a:gd name="connsiteY7-412" fmla="*/ 236136 h 1040004"/>
                    <a:gd name="connsiteX8-413" fmla="*/ 1744855 w 2448240"/>
                    <a:gd name="connsiteY8-414" fmla="*/ 236136 h 1040004"/>
                    <a:gd name="connsiteX9-415" fmla="*/ 2086499 w 2448240"/>
                    <a:gd name="connsiteY9-416" fmla="*/ 231112 h 1040004"/>
                    <a:gd name="connsiteX10-417" fmla="*/ 2252297 w 2448240"/>
                    <a:gd name="connsiteY10-418" fmla="*/ 231112 h 1040004"/>
                    <a:gd name="connsiteX11-419" fmla="*/ 2322635 w 2448240"/>
                    <a:gd name="connsiteY11-420" fmla="*/ 246185 h 1040004"/>
                    <a:gd name="connsiteX12-421" fmla="*/ 2408046 w 2448240"/>
                    <a:gd name="connsiteY12-422" fmla="*/ 291402 h 1040004"/>
                    <a:gd name="connsiteX13-423" fmla="*/ 2438191 w 2448240"/>
                    <a:gd name="connsiteY13-424" fmla="*/ 401934 h 1040004"/>
                    <a:gd name="connsiteX14-425" fmla="*/ 2448240 w 2448240"/>
                    <a:gd name="connsiteY14-426" fmla="*/ 567732 h 1040004"/>
                    <a:gd name="connsiteX15-427" fmla="*/ 2448240 w 2448240"/>
                    <a:gd name="connsiteY15-428" fmla="*/ 673240 h 1040004"/>
                    <a:gd name="connsiteX16-429" fmla="*/ 2448240 w 2448240"/>
                    <a:gd name="connsiteY16-430" fmla="*/ 768699 h 1040004"/>
                    <a:gd name="connsiteX17-431" fmla="*/ 2397998 w 2448240"/>
                    <a:gd name="connsiteY17-432" fmla="*/ 828989 h 1040004"/>
                    <a:gd name="connsiteX18-433" fmla="*/ 2317611 w 2448240"/>
                    <a:gd name="connsiteY18-434" fmla="*/ 859134 h 1040004"/>
                    <a:gd name="connsiteX19-435" fmla="*/ 2192007 w 2448240"/>
                    <a:gd name="connsiteY19-436" fmla="*/ 859134 h 1040004"/>
                    <a:gd name="connsiteX20-437" fmla="*/ 2016160 w 2448240"/>
                    <a:gd name="connsiteY20-438" fmla="*/ 839037 h 1040004"/>
                    <a:gd name="connsiteX21-439" fmla="*/ 1699637 w 2448240"/>
                    <a:gd name="connsiteY21-440" fmla="*/ 869182 h 1040004"/>
                    <a:gd name="connsiteX22-441" fmla="*/ 1242437 w 2448240"/>
                    <a:gd name="connsiteY22-442" fmla="*/ 964642 h 1040004"/>
                    <a:gd name="connsiteX23-443" fmla="*/ 885721 w 2448240"/>
                    <a:gd name="connsiteY23-444" fmla="*/ 999811 h 1040004"/>
                    <a:gd name="connsiteX24-445" fmla="*/ 317989 w 2448240"/>
                    <a:gd name="connsiteY24-446" fmla="*/ 1040004 h 1040004"/>
                    <a:gd name="connsiteX25-447" fmla="*/ 91901 w 2448240"/>
                    <a:gd name="connsiteY25-448" fmla="*/ 1019908 h 1040004"/>
                    <a:gd name="connsiteX26-449" fmla="*/ 16538 w 2448240"/>
                    <a:gd name="connsiteY26-450" fmla="*/ 884255 h 1040004"/>
                    <a:gd name="connsiteX27-451" fmla="*/ 11514 w 2448240"/>
                    <a:gd name="connsiteY27-452" fmla="*/ 663191 h 1040004"/>
                    <a:gd name="connsiteX28-453" fmla="*/ 117022 w 2448240"/>
                    <a:gd name="connsiteY28-454" fmla="*/ 351692 h 1040004"/>
                    <a:gd name="connsiteX29-455" fmla="*/ 267747 w 2448240"/>
                    <a:gd name="connsiteY29-456" fmla="*/ 145701 h 1040004"/>
                    <a:gd name="connsiteX30-457" fmla="*/ 483787 w 2448240"/>
                    <a:gd name="connsiteY30-458" fmla="*/ 40193 h 1040004"/>
                    <a:gd name="connsiteX31-459" fmla="*/ 679730 w 2448240"/>
                    <a:gd name="connsiteY31-460" fmla="*/ 0 h 1040004"/>
                    <a:gd name="connsiteX32-461" fmla="*/ 815382 w 2448240"/>
                    <a:gd name="connsiteY32-462" fmla="*/ 5024 h 1040004"/>
                    <a:gd name="connsiteX0-463" fmla="*/ 813194 w 2446052"/>
                    <a:gd name="connsiteY0-464" fmla="*/ 5024 h 1040004"/>
                    <a:gd name="connsiteX1-465" fmla="*/ 933775 w 2446052"/>
                    <a:gd name="connsiteY1-466" fmla="*/ 20097 h 1040004"/>
                    <a:gd name="connsiteX2-467" fmla="*/ 1064403 w 2446052"/>
                    <a:gd name="connsiteY2-468" fmla="*/ 55266 h 1040004"/>
                    <a:gd name="connsiteX3-469" fmla="*/ 1134742 w 2446052"/>
                    <a:gd name="connsiteY3-470" fmla="*/ 90435 h 1040004"/>
                    <a:gd name="connsiteX4-471" fmla="*/ 1225177 w 2446052"/>
                    <a:gd name="connsiteY4-472" fmla="*/ 145701 h 1040004"/>
                    <a:gd name="connsiteX5-473" fmla="*/ 1315612 w 2446052"/>
                    <a:gd name="connsiteY5-474" fmla="*/ 185894 h 1040004"/>
                    <a:gd name="connsiteX6-475" fmla="*/ 1421120 w 2446052"/>
                    <a:gd name="connsiteY6-476" fmla="*/ 211015 h 1040004"/>
                    <a:gd name="connsiteX7-477" fmla="*/ 1586917 w 2446052"/>
                    <a:gd name="connsiteY7-478" fmla="*/ 236136 h 1040004"/>
                    <a:gd name="connsiteX8-479" fmla="*/ 1742667 w 2446052"/>
                    <a:gd name="connsiteY8-480" fmla="*/ 236136 h 1040004"/>
                    <a:gd name="connsiteX9-481" fmla="*/ 2084311 w 2446052"/>
                    <a:gd name="connsiteY9-482" fmla="*/ 231112 h 1040004"/>
                    <a:gd name="connsiteX10-483" fmla="*/ 2250109 w 2446052"/>
                    <a:gd name="connsiteY10-484" fmla="*/ 231112 h 1040004"/>
                    <a:gd name="connsiteX11-485" fmla="*/ 2320447 w 2446052"/>
                    <a:gd name="connsiteY11-486" fmla="*/ 246185 h 1040004"/>
                    <a:gd name="connsiteX12-487" fmla="*/ 2405858 w 2446052"/>
                    <a:gd name="connsiteY12-488" fmla="*/ 291402 h 1040004"/>
                    <a:gd name="connsiteX13-489" fmla="*/ 2436003 w 2446052"/>
                    <a:gd name="connsiteY13-490" fmla="*/ 401934 h 1040004"/>
                    <a:gd name="connsiteX14-491" fmla="*/ 2446052 w 2446052"/>
                    <a:gd name="connsiteY14-492" fmla="*/ 567732 h 1040004"/>
                    <a:gd name="connsiteX15-493" fmla="*/ 2446052 w 2446052"/>
                    <a:gd name="connsiteY15-494" fmla="*/ 673240 h 1040004"/>
                    <a:gd name="connsiteX16-495" fmla="*/ 2446052 w 2446052"/>
                    <a:gd name="connsiteY16-496" fmla="*/ 768699 h 1040004"/>
                    <a:gd name="connsiteX17-497" fmla="*/ 2395810 w 2446052"/>
                    <a:gd name="connsiteY17-498" fmla="*/ 828989 h 1040004"/>
                    <a:gd name="connsiteX18-499" fmla="*/ 2315423 w 2446052"/>
                    <a:gd name="connsiteY18-500" fmla="*/ 859134 h 1040004"/>
                    <a:gd name="connsiteX19-501" fmla="*/ 2189819 w 2446052"/>
                    <a:gd name="connsiteY19-502" fmla="*/ 859134 h 1040004"/>
                    <a:gd name="connsiteX20-503" fmla="*/ 2013972 w 2446052"/>
                    <a:gd name="connsiteY20-504" fmla="*/ 839037 h 1040004"/>
                    <a:gd name="connsiteX21-505" fmla="*/ 1697449 w 2446052"/>
                    <a:gd name="connsiteY21-506" fmla="*/ 869182 h 1040004"/>
                    <a:gd name="connsiteX22-507" fmla="*/ 1240249 w 2446052"/>
                    <a:gd name="connsiteY22-508" fmla="*/ 964642 h 1040004"/>
                    <a:gd name="connsiteX23-509" fmla="*/ 883533 w 2446052"/>
                    <a:gd name="connsiteY23-510" fmla="*/ 999811 h 1040004"/>
                    <a:gd name="connsiteX24-511" fmla="*/ 315801 w 2446052"/>
                    <a:gd name="connsiteY24-512" fmla="*/ 1040004 h 1040004"/>
                    <a:gd name="connsiteX25-513" fmla="*/ 89713 w 2446052"/>
                    <a:gd name="connsiteY25-514" fmla="*/ 1019908 h 1040004"/>
                    <a:gd name="connsiteX26-515" fmla="*/ 14350 w 2446052"/>
                    <a:gd name="connsiteY26-516" fmla="*/ 884255 h 1040004"/>
                    <a:gd name="connsiteX27-517" fmla="*/ 9326 w 2446052"/>
                    <a:gd name="connsiteY27-518" fmla="*/ 663191 h 1040004"/>
                    <a:gd name="connsiteX28-519" fmla="*/ 114834 w 2446052"/>
                    <a:gd name="connsiteY28-520" fmla="*/ 351692 h 1040004"/>
                    <a:gd name="connsiteX29-521" fmla="*/ 265559 w 2446052"/>
                    <a:gd name="connsiteY29-522" fmla="*/ 145701 h 1040004"/>
                    <a:gd name="connsiteX30-523" fmla="*/ 481599 w 2446052"/>
                    <a:gd name="connsiteY30-524" fmla="*/ 40193 h 1040004"/>
                    <a:gd name="connsiteX31-525" fmla="*/ 677542 w 2446052"/>
                    <a:gd name="connsiteY31-526" fmla="*/ 0 h 1040004"/>
                    <a:gd name="connsiteX32-527" fmla="*/ 813194 w 2446052"/>
                    <a:gd name="connsiteY32-528" fmla="*/ 5024 h 1040004"/>
                    <a:gd name="connsiteX0-529" fmla="*/ 818318 w 2451176"/>
                    <a:gd name="connsiteY0-530" fmla="*/ 5024 h 1040004"/>
                    <a:gd name="connsiteX1-531" fmla="*/ 938899 w 2451176"/>
                    <a:gd name="connsiteY1-532" fmla="*/ 20097 h 1040004"/>
                    <a:gd name="connsiteX2-533" fmla="*/ 1069527 w 2451176"/>
                    <a:gd name="connsiteY2-534" fmla="*/ 55266 h 1040004"/>
                    <a:gd name="connsiteX3-535" fmla="*/ 1139866 w 2451176"/>
                    <a:gd name="connsiteY3-536" fmla="*/ 90435 h 1040004"/>
                    <a:gd name="connsiteX4-537" fmla="*/ 1230301 w 2451176"/>
                    <a:gd name="connsiteY4-538" fmla="*/ 145701 h 1040004"/>
                    <a:gd name="connsiteX5-539" fmla="*/ 1320736 w 2451176"/>
                    <a:gd name="connsiteY5-540" fmla="*/ 185894 h 1040004"/>
                    <a:gd name="connsiteX6-541" fmla="*/ 1426244 w 2451176"/>
                    <a:gd name="connsiteY6-542" fmla="*/ 211015 h 1040004"/>
                    <a:gd name="connsiteX7-543" fmla="*/ 1592041 w 2451176"/>
                    <a:gd name="connsiteY7-544" fmla="*/ 236136 h 1040004"/>
                    <a:gd name="connsiteX8-545" fmla="*/ 1747791 w 2451176"/>
                    <a:gd name="connsiteY8-546" fmla="*/ 236136 h 1040004"/>
                    <a:gd name="connsiteX9-547" fmla="*/ 2089435 w 2451176"/>
                    <a:gd name="connsiteY9-548" fmla="*/ 231112 h 1040004"/>
                    <a:gd name="connsiteX10-549" fmla="*/ 2255233 w 2451176"/>
                    <a:gd name="connsiteY10-550" fmla="*/ 231112 h 1040004"/>
                    <a:gd name="connsiteX11-551" fmla="*/ 2325571 w 2451176"/>
                    <a:gd name="connsiteY11-552" fmla="*/ 246185 h 1040004"/>
                    <a:gd name="connsiteX12-553" fmla="*/ 2410982 w 2451176"/>
                    <a:gd name="connsiteY12-554" fmla="*/ 291402 h 1040004"/>
                    <a:gd name="connsiteX13-555" fmla="*/ 2441127 w 2451176"/>
                    <a:gd name="connsiteY13-556" fmla="*/ 401934 h 1040004"/>
                    <a:gd name="connsiteX14-557" fmla="*/ 2451176 w 2451176"/>
                    <a:gd name="connsiteY14-558" fmla="*/ 567732 h 1040004"/>
                    <a:gd name="connsiteX15-559" fmla="*/ 2451176 w 2451176"/>
                    <a:gd name="connsiteY15-560" fmla="*/ 673240 h 1040004"/>
                    <a:gd name="connsiteX16-561" fmla="*/ 2451176 w 2451176"/>
                    <a:gd name="connsiteY16-562" fmla="*/ 768699 h 1040004"/>
                    <a:gd name="connsiteX17-563" fmla="*/ 2400934 w 2451176"/>
                    <a:gd name="connsiteY17-564" fmla="*/ 828989 h 1040004"/>
                    <a:gd name="connsiteX18-565" fmla="*/ 2320547 w 2451176"/>
                    <a:gd name="connsiteY18-566" fmla="*/ 859134 h 1040004"/>
                    <a:gd name="connsiteX19-567" fmla="*/ 2194943 w 2451176"/>
                    <a:gd name="connsiteY19-568" fmla="*/ 859134 h 1040004"/>
                    <a:gd name="connsiteX20-569" fmla="*/ 2019096 w 2451176"/>
                    <a:gd name="connsiteY20-570" fmla="*/ 839037 h 1040004"/>
                    <a:gd name="connsiteX21-571" fmla="*/ 1702573 w 2451176"/>
                    <a:gd name="connsiteY21-572" fmla="*/ 869182 h 1040004"/>
                    <a:gd name="connsiteX22-573" fmla="*/ 1245373 w 2451176"/>
                    <a:gd name="connsiteY22-574" fmla="*/ 964642 h 1040004"/>
                    <a:gd name="connsiteX23-575" fmla="*/ 888657 w 2451176"/>
                    <a:gd name="connsiteY23-576" fmla="*/ 999811 h 1040004"/>
                    <a:gd name="connsiteX24-577" fmla="*/ 320925 w 2451176"/>
                    <a:gd name="connsiteY24-578" fmla="*/ 1040004 h 1040004"/>
                    <a:gd name="connsiteX25-579" fmla="*/ 94837 w 2451176"/>
                    <a:gd name="connsiteY25-580" fmla="*/ 1019908 h 1040004"/>
                    <a:gd name="connsiteX26-581" fmla="*/ 19474 w 2451176"/>
                    <a:gd name="connsiteY26-582" fmla="*/ 884255 h 1040004"/>
                    <a:gd name="connsiteX27-583" fmla="*/ 14450 w 2451176"/>
                    <a:gd name="connsiteY27-584" fmla="*/ 663191 h 1040004"/>
                    <a:gd name="connsiteX28-585" fmla="*/ 119958 w 2451176"/>
                    <a:gd name="connsiteY28-586" fmla="*/ 351692 h 1040004"/>
                    <a:gd name="connsiteX29-587" fmla="*/ 270683 w 2451176"/>
                    <a:gd name="connsiteY29-588" fmla="*/ 145701 h 1040004"/>
                    <a:gd name="connsiteX30-589" fmla="*/ 486723 w 2451176"/>
                    <a:gd name="connsiteY30-590" fmla="*/ 40193 h 1040004"/>
                    <a:gd name="connsiteX31-591" fmla="*/ 682666 w 2451176"/>
                    <a:gd name="connsiteY31-592" fmla="*/ 0 h 1040004"/>
                    <a:gd name="connsiteX32-593" fmla="*/ 818318 w 2451176"/>
                    <a:gd name="connsiteY32-594" fmla="*/ 5024 h 1040004"/>
                    <a:gd name="connsiteX0-595" fmla="*/ 814460 w 2447318"/>
                    <a:gd name="connsiteY0-596" fmla="*/ 5024 h 1040004"/>
                    <a:gd name="connsiteX1-597" fmla="*/ 935041 w 2447318"/>
                    <a:gd name="connsiteY1-598" fmla="*/ 20097 h 1040004"/>
                    <a:gd name="connsiteX2-599" fmla="*/ 1065669 w 2447318"/>
                    <a:gd name="connsiteY2-600" fmla="*/ 55266 h 1040004"/>
                    <a:gd name="connsiteX3-601" fmla="*/ 1136008 w 2447318"/>
                    <a:gd name="connsiteY3-602" fmla="*/ 90435 h 1040004"/>
                    <a:gd name="connsiteX4-603" fmla="*/ 1226443 w 2447318"/>
                    <a:gd name="connsiteY4-604" fmla="*/ 145701 h 1040004"/>
                    <a:gd name="connsiteX5-605" fmla="*/ 1316878 w 2447318"/>
                    <a:gd name="connsiteY5-606" fmla="*/ 185894 h 1040004"/>
                    <a:gd name="connsiteX6-607" fmla="*/ 1422386 w 2447318"/>
                    <a:gd name="connsiteY6-608" fmla="*/ 211015 h 1040004"/>
                    <a:gd name="connsiteX7-609" fmla="*/ 1588183 w 2447318"/>
                    <a:gd name="connsiteY7-610" fmla="*/ 236136 h 1040004"/>
                    <a:gd name="connsiteX8-611" fmla="*/ 1743933 w 2447318"/>
                    <a:gd name="connsiteY8-612" fmla="*/ 236136 h 1040004"/>
                    <a:gd name="connsiteX9-613" fmla="*/ 2085577 w 2447318"/>
                    <a:gd name="connsiteY9-614" fmla="*/ 231112 h 1040004"/>
                    <a:gd name="connsiteX10-615" fmla="*/ 2251375 w 2447318"/>
                    <a:gd name="connsiteY10-616" fmla="*/ 231112 h 1040004"/>
                    <a:gd name="connsiteX11-617" fmla="*/ 2321713 w 2447318"/>
                    <a:gd name="connsiteY11-618" fmla="*/ 246185 h 1040004"/>
                    <a:gd name="connsiteX12-619" fmla="*/ 2407124 w 2447318"/>
                    <a:gd name="connsiteY12-620" fmla="*/ 291402 h 1040004"/>
                    <a:gd name="connsiteX13-621" fmla="*/ 2437269 w 2447318"/>
                    <a:gd name="connsiteY13-622" fmla="*/ 401934 h 1040004"/>
                    <a:gd name="connsiteX14-623" fmla="*/ 2447318 w 2447318"/>
                    <a:gd name="connsiteY14-624" fmla="*/ 567732 h 1040004"/>
                    <a:gd name="connsiteX15-625" fmla="*/ 2447318 w 2447318"/>
                    <a:gd name="connsiteY15-626" fmla="*/ 673240 h 1040004"/>
                    <a:gd name="connsiteX16-627" fmla="*/ 2447318 w 2447318"/>
                    <a:gd name="connsiteY16-628" fmla="*/ 768699 h 1040004"/>
                    <a:gd name="connsiteX17-629" fmla="*/ 2397076 w 2447318"/>
                    <a:gd name="connsiteY17-630" fmla="*/ 828989 h 1040004"/>
                    <a:gd name="connsiteX18-631" fmla="*/ 2316689 w 2447318"/>
                    <a:gd name="connsiteY18-632" fmla="*/ 859134 h 1040004"/>
                    <a:gd name="connsiteX19-633" fmla="*/ 2191085 w 2447318"/>
                    <a:gd name="connsiteY19-634" fmla="*/ 859134 h 1040004"/>
                    <a:gd name="connsiteX20-635" fmla="*/ 2015238 w 2447318"/>
                    <a:gd name="connsiteY20-636" fmla="*/ 839037 h 1040004"/>
                    <a:gd name="connsiteX21-637" fmla="*/ 1698715 w 2447318"/>
                    <a:gd name="connsiteY21-638" fmla="*/ 869182 h 1040004"/>
                    <a:gd name="connsiteX22-639" fmla="*/ 1241515 w 2447318"/>
                    <a:gd name="connsiteY22-640" fmla="*/ 964642 h 1040004"/>
                    <a:gd name="connsiteX23-641" fmla="*/ 884799 w 2447318"/>
                    <a:gd name="connsiteY23-642" fmla="*/ 999811 h 1040004"/>
                    <a:gd name="connsiteX24-643" fmla="*/ 317067 w 2447318"/>
                    <a:gd name="connsiteY24-644" fmla="*/ 1040004 h 1040004"/>
                    <a:gd name="connsiteX25-645" fmla="*/ 116100 w 2447318"/>
                    <a:gd name="connsiteY25-646" fmla="*/ 1029957 h 1040004"/>
                    <a:gd name="connsiteX26-647" fmla="*/ 15616 w 2447318"/>
                    <a:gd name="connsiteY26-648" fmla="*/ 884255 h 1040004"/>
                    <a:gd name="connsiteX27-649" fmla="*/ 10592 w 2447318"/>
                    <a:gd name="connsiteY27-650" fmla="*/ 663191 h 1040004"/>
                    <a:gd name="connsiteX28-651" fmla="*/ 116100 w 2447318"/>
                    <a:gd name="connsiteY28-652" fmla="*/ 351692 h 1040004"/>
                    <a:gd name="connsiteX29-653" fmla="*/ 266825 w 2447318"/>
                    <a:gd name="connsiteY29-654" fmla="*/ 145701 h 1040004"/>
                    <a:gd name="connsiteX30-655" fmla="*/ 482865 w 2447318"/>
                    <a:gd name="connsiteY30-656" fmla="*/ 40193 h 1040004"/>
                    <a:gd name="connsiteX31-657" fmla="*/ 678808 w 2447318"/>
                    <a:gd name="connsiteY31-658" fmla="*/ 0 h 1040004"/>
                    <a:gd name="connsiteX32-659" fmla="*/ 814460 w 2447318"/>
                    <a:gd name="connsiteY32-660" fmla="*/ 5024 h 1040004"/>
                    <a:gd name="connsiteX0-661" fmla="*/ 814460 w 2447318"/>
                    <a:gd name="connsiteY0-662" fmla="*/ 5024 h 1040004"/>
                    <a:gd name="connsiteX1-663" fmla="*/ 935041 w 2447318"/>
                    <a:gd name="connsiteY1-664" fmla="*/ 20097 h 1040004"/>
                    <a:gd name="connsiteX2-665" fmla="*/ 1065669 w 2447318"/>
                    <a:gd name="connsiteY2-666" fmla="*/ 55266 h 1040004"/>
                    <a:gd name="connsiteX3-667" fmla="*/ 1136008 w 2447318"/>
                    <a:gd name="connsiteY3-668" fmla="*/ 90435 h 1040004"/>
                    <a:gd name="connsiteX4-669" fmla="*/ 1226443 w 2447318"/>
                    <a:gd name="connsiteY4-670" fmla="*/ 145701 h 1040004"/>
                    <a:gd name="connsiteX5-671" fmla="*/ 1316878 w 2447318"/>
                    <a:gd name="connsiteY5-672" fmla="*/ 185894 h 1040004"/>
                    <a:gd name="connsiteX6-673" fmla="*/ 1422386 w 2447318"/>
                    <a:gd name="connsiteY6-674" fmla="*/ 211015 h 1040004"/>
                    <a:gd name="connsiteX7-675" fmla="*/ 1588183 w 2447318"/>
                    <a:gd name="connsiteY7-676" fmla="*/ 236136 h 1040004"/>
                    <a:gd name="connsiteX8-677" fmla="*/ 1743933 w 2447318"/>
                    <a:gd name="connsiteY8-678" fmla="*/ 236136 h 1040004"/>
                    <a:gd name="connsiteX9-679" fmla="*/ 2085577 w 2447318"/>
                    <a:gd name="connsiteY9-680" fmla="*/ 231112 h 1040004"/>
                    <a:gd name="connsiteX10-681" fmla="*/ 2251375 w 2447318"/>
                    <a:gd name="connsiteY10-682" fmla="*/ 231112 h 1040004"/>
                    <a:gd name="connsiteX11-683" fmla="*/ 2321713 w 2447318"/>
                    <a:gd name="connsiteY11-684" fmla="*/ 246185 h 1040004"/>
                    <a:gd name="connsiteX12-685" fmla="*/ 2407124 w 2447318"/>
                    <a:gd name="connsiteY12-686" fmla="*/ 291402 h 1040004"/>
                    <a:gd name="connsiteX13-687" fmla="*/ 2437269 w 2447318"/>
                    <a:gd name="connsiteY13-688" fmla="*/ 401934 h 1040004"/>
                    <a:gd name="connsiteX14-689" fmla="*/ 2447318 w 2447318"/>
                    <a:gd name="connsiteY14-690" fmla="*/ 567732 h 1040004"/>
                    <a:gd name="connsiteX15-691" fmla="*/ 2447318 w 2447318"/>
                    <a:gd name="connsiteY15-692" fmla="*/ 673240 h 1040004"/>
                    <a:gd name="connsiteX16-693" fmla="*/ 2447318 w 2447318"/>
                    <a:gd name="connsiteY16-694" fmla="*/ 768699 h 1040004"/>
                    <a:gd name="connsiteX17-695" fmla="*/ 2397076 w 2447318"/>
                    <a:gd name="connsiteY17-696" fmla="*/ 828989 h 1040004"/>
                    <a:gd name="connsiteX18-697" fmla="*/ 2316689 w 2447318"/>
                    <a:gd name="connsiteY18-698" fmla="*/ 859134 h 1040004"/>
                    <a:gd name="connsiteX19-699" fmla="*/ 2191085 w 2447318"/>
                    <a:gd name="connsiteY19-700" fmla="*/ 859134 h 1040004"/>
                    <a:gd name="connsiteX20-701" fmla="*/ 2015238 w 2447318"/>
                    <a:gd name="connsiteY20-702" fmla="*/ 839037 h 1040004"/>
                    <a:gd name="connsiteX21-703" fmla="*/ 1698715 w 2447318"/>
                    <a:gd name="connsiteY21-704" fmla="*/ 869182 h 1040004"/>
                    <a:gd name="connsiteX22-705" fmla="*/ 1241515 w 2447318"/>
                    <a:gd name="connsiteY22-706" fmla="*/ 964642 h 1040004"/>
                    <a:gd name="connsiteX23-707" fmla="*/ 884799 w 2447318"/>
                    <a:gd name="connsiteY23-708" fmla="*/ 999811 h 1040004"/>
                    <a:gd name="connsiteX24-709" fmla="*/ 457744 w 2447318"/>
                    <a:gd name="connsiteY24-710" fmla="*/ 1040004 h 1040004"/>
                    <a:gd name="connsiteX25-711" fmla="*/ 116100 w 2447318"/>
                    <a:gd name="connsiteY25-712" fmla="*/ 1029957 h 1040004"/>
                    <a:gd name="connsiteX26-713" fmla="*/ 15616 w 2447318"/>
                    <a:gd name="connsiteY26-714" fmla="*/ 884255 h 1040004"/>
                    <a:gd name="connsiteX27-715" fmla="*/ 10592 w 2447318"/>
                    <a:gd name="connsiteY27-716" fmla="*/ 663191 h 1040004"/>
                    <a:gd name="connsiteX28-717" fmla="*/ 116100 w 2447318"/>
                    <a:gd name="connsiteY28-718" fmla="*/ 351692 h 1040004"/>
                    <a:gd name="connsiteX29-719" fmla="*/ 266825 w 2447318"/>
                    <a:gd name="connsiteY29-720" fmla="*/ 145701 h 1040004"/>
                    <a:gd name="connsiteX30-721" fmla="*/ 482865 w 2447318"/>
                    <a:gd name="connsiteY30-722" fmla="*/ 40193 h 1040004"/>
                    <a:gd name="connsiteX31-723" fmla="*/ 678808 w 2447318"/>
                    <a:gd name="connsiteY31-724" fmla="*/ 0 h 1040004"/>
                    <a:gd name="connsiteX32-725" fmla="*/ 814460 w 2447318"/>
                    <a:gd name="connsiteY32-726" fmla="*/ 5024 h 1040004"/>
                    <a:gd name="connsiteX0-727" fmla="*/ 820278 w 2453136"/>
                    <a:gd name="connsiteY0-728" fmla="*/ 5024 h 1055078"/>
                    <a:gd name="connsiteX1-729" fmla="*/ 940859 w 2453136"/>
                    <a:gd name="connsiteY1-730" fmla="*/ 20097 h 1055078"/>
                    <a:gd name="connsiteX2-731" fmla="*/ 1071487 w 2453136"/>
                    <a:gd name="connsiteY2-732" fmla="*/ 55266 h 1055078"/>
                    <a:gd name="connsiteX3-733" fmla="*/ 1141826 w 2453136"/>
                    <a:gd name="connsiteY3-734" fmla="*/ 90435 h 1055078"/>
                    <a:gd name="connsiteX4-735" fmla="*/ 1232261 w 2453136"/>
                    <a:gd name="connsiteY4-736" fmla="*/ 145701 h 1055078"/>
                    <a:gd name="connsiteX5-737" fmla="*/ 1322696 w 2453136"/>
                    <a:gd name="connsiteY5-738" fmla="*/ 185894 h 1055078"/>
                    <a:gd name="connsiteX6-739" fmla="*/ 1428204 w 2453136"/>
                    <a:gd name="connsiteY6-740" fmla="*/ 211015 h 1055078"/>
                    <a:gd name="connsiteX7-741" fmla="*/ 1594001 w 2453136"/>
                    <a:gd name="connsiteY7-742" fmla="*/ 236136 h 1055078"/>
                    <a:gd name="connsiteX8-743" fmla="*/ 1749751 w 2453136"/>
                    <a:gd name="connsiteY8-744" fmla="*/ 236136 h 1055078"/>
                    <a:gd name="connsiteX9-745" fmla="*/ 2091395 w 2453136"/>
                    <a:gd name="connsiteY9-746" fmla="*/ 231112 h 1055078"/>
                    <a:gd name="connsiteX10-747" fmla="*/ 2257193 w 2453136"/>
                    <a:gd name="connsiteY10-748" fmla="*/ 231112 h 1055078"/>
                    <a:gd name="connsiteX11-749" fmla="*/ 2327531 w 2453136"/>
                    <a:gd name="connsiteY11-750" fmla="*/ 246185 h 1055078"/>
                    <a:gd name="connsiteX12-751" fmla="*/ 2412942 w 2453136"/>
                    <a:gd name="connsiteY12-752" fmla="*/ 291402 h 1055078"/>
                    <a:gd name="connsiteX13-753" fmla="*/ 2443087 w 2453136"/>
                    <a:gd name="connsiteY13-754" fmla="*/ 401934 h 1055078"/>
                    <a:gd name="connsiteX14-755" fmla="*/ 2453136 w 2453136"/>
                    <a:gd name="connsiteY14-756" fmla="*/ 567732 h 1055078"/>
                    <a:gd name="connsiteX15-757" fmla="*/ 2453136 w 2453136"/>
                    <a:gd name="connsiteY15-758" fmla="*/ 673240 h 1055078"/>
                    <a:gd name="connsiteX16-759" fmla="*/ 2453136 w 2453136"/>
                    <a:gd name="connsiteY16-760" fmla="*/ 768699 h 1055078"/>
                    <a:gd name="connsiteX17-761" fmla="*/ 2402894 w 2453136"/>
                    <a:gd name="connsiteY17-762" fmla="*/ 828989 h 1055078"/>
                    <a:gd name="connsiteX18-763" fmla="*/ 2322507 w 2453136"/>
                    <a:gd name="connsiteY18-764" fmla="*/ 859134 h 1055078"/>
                    <a:gd name="connsiteX19-765" fmla="*/ 2196903 w 2453136"/>
                    <a:gd name="connsiteY19-766" fmla="*/ 859134 h 1055078"/>
                    <a:gd name="connsiteX20-767" fmla="*/ 2021056 w 2453136"/>
                    <a:gd name="connsiteY20-768" fmla="*/ 839037 h 1055078"/>
                    <a:gd name="connsiteX21-769" fmla="*/ 1704533 w 2453136"/>
                    <a:gd name="connsiteY21-770" fmla="*/ 869182 h 1055078"/>
                    <a:gd name="connsiteX22-771" fmla="*/ 1247333 w 2453136"/>
                    <a:gd name="connsiteY22-772" fmla="*/ 964642 h 1055078"/>
                    <a:gd name="connsiteX23-773" fmla="*/ 890617 w 2453136"/>
                    <a:gd name="connsiteY23-774" fmla="*/ 999811 h 1055078"/>
                    <a:gd name="connsiteX24-775" fmla="*/ 463562 w 2453136"/>
                    <a:gd name="connsiteY24-776" fmla="*/ 1040004 h 1055078"/>
                    <a:gd name="connsiteX25-777" fmla="*/ 217377 w 2453136"/>
                    <a:gd name="connsiteY25-778" fmla="*/ 1055078 h 1055078"/>
                    <a:gd name="connsiteX26-779" fmla="*/ 21434 w 2453136"/>
                    <a:gd name="connsiteY26-780" fmla="*/ 884255 h 1055078"/>
                    <a:gd name="connsiteX27-781" fmla="*/ 16410 w 2453136"/>
                    <a:gd name="connsiteY27-782" fmla="*/ 663191 h 1055078"/>
                    <a:gd name="connsiteX28-783" fmla="*/ 121918 w 2453136"/>
                    <a:gd name="connsiteY28-784" fmla="*/ 351692 h 1055078"/>
                    <a:gd name="connsiteX29-785" fmla="*/ 272643 w 2453136"/>
                    <a:gd name="connsiteY29-786" fmla="*/ 145701 h 1055078"/>
                    <a:gd name="connsiteX30-787" fmla="*/ 488683 w 2453136"/>
                    <a:gd name="connsiteY30-788" fmla="*/ 40193 h 1055078"/>
                    <a:gd name="connsiteX31-789" fmla="*/ 684626 w 2453136"/>
                    <a:gd name="connsiteY31-790" fmla="*/ 0 h 1055078"/>
                    <a:gd name="connsiteX32-791" fmla="*/ 820278 w 2453136"/>
                    <a:gd name="connsiteY32-792" fmla="*/ 5024 h 1055078"/>
                    <a:gd name="connsiteX0-793" fmla="*/ 820278 w 2453136"/>
                    <a:gd name="connsiteY0-794" fmla="*/ 5024 h 1065057"/>
                    <a:gd name="connsiteX1-795" fmla="*/ 940859 w 2453136"/>
                    <a:gd name="connsiteY1-796" fmla="*/ 20097 h 1065057"/>
                    <a:gd name="connsiteX2-797" fmla="*/ 1071487 w 2453136"/>
                    <a:gd name="connsiteY2-798" fmla="*/ 55266 h 1065057"/>
                    <a:gd name="connsiteX3-799" fmla="*/ 1141826 w 2453136"/>
                    <a:gd name="connsiteY3-800" fmla="*/ 90435 h 1065057"/>
                    <a:gd name="connsiteX4-801" fmla="*/ 1232261 w 2453136"/>
                    <a:gd name="connsiteY4-802" fmla="*/ 145701 h 1065057"/>
                    <a:gd name="connsiteX5-803" fmla="*/ 1322696 w 2453136"/>
                    <a:gd name="connsiteY5-804" fmla="*/ 185894 h 1065057"/>
                    <a:gd name="connsiteX6-805" fmla="*/ 1428204 w 2453136"/>
                    <a:gd name="connsiteY6-806" fmla="*/ 211015 h 1065057"/>
                    <a:gd name="connsiteX7-807" fmla="*/ 1594001 w 2453136"/>
                    <a:gd name="connsiteY7-808" fmla="*/ 236136 h 1065057"/>
                    <a:gd name="connsiteX8-809" fmla="*/ 1749751 w 2453136"/>
                    <a:gd name="connsiteY8-810" fmla="*/ 236136 h 1065057"/>
                    <a:gd name="connsiteX9-811" fmla="*/ 2091395 w 2453136"/>
                    <a:gd name="connsiteY9-812" fmla="*/ 231112 h 1065057"/>
                    <a:gd name="connsiteX10-813" fmla="*/ 2257193 w 2453136"/>
                    <a:gd name="connsiteY10-814" fmla="*/ 231112 h 1065057"/>
                    <a:gd name="connsiteX11-815" fmla="*/ 2327531 w 2453136"/>
                    <a:gd name="connsiteY11-816" fmla="*/ 246185 h 1065057"/>
                    <a:gd name="connsiteX12-817" fmla="*/ 2412942 w 2453136"/>
                    <a:gd name="connsiteY12-818" fmla="*/ 291402 h 1065057"/>
                    <a:gd name="connsiteX13-819" fmla="*/ 2443087 w 2453136"/>
                    <a:gd name="connsiteY13-820" fmla="*/ 401934 h 1065057"/>
                    <a:gd name="connsiteX14-821" fmla="*/ 2453136 w 2453136"/>
                    <a:gd name="connsiteY14-822" fmla="*/ 567732 h 1065057"/>
                    <a:gd name="connsiteX15-823" fmla="*/ 2453136 w 2453136"/>
                    <a:gd name="connsiteY15-824" fmla="*/ 673240 h 1065057"/>
                    <a:gd name="connsiteX16-825" fmla="*/ 2453136 w 2453136"/>
                    <a:gd name="connsiteY16-826" fmla="*/ 768699 h 1065057"/>
                    <a:gd name="connsiteX17-827" fmla="*/ 2402894 w 2453136"/>
                    <a:gd name="connsiteY17-828" fmla="*/ 828989 h 1065057"/>
                    <a:gd name="connsiteX18-829" fmla="*/ 2322507 w 2453136"/>
                    <a:gd name="connsiteY18-830" fmla="*/ 859134 h 1065057"/>
                    <a:gd name="connsiteX19-831" fmla="*/ 2196903 w 2453136"/>
                    <a:gd name="connsiteY19-832" fmla="*/ 859134 h 1065057"/>
                    <a:gd name="connsiteX20-833" fmla="*/ 2021056 w 2453136"/>
                    <a:gd name="connsiteY20-834" fmla="*/ 839037 h 1065057"/>
                    <a:gd name="connsiteX21-835" fmla="*/ 1704533 w 2453136"/>
                    <a:gd name="connsiteY21-836" fmla="*/ 869182 h 1065057"/>
                    <a:gd name="connsiteX22-837" fmla="*/ 1247333 w 2453136"/>
                    <a:gd name="connsiteY22-838" fmla="*/ 964642 h 1065057"/>
                    <a:gd name="connsiteX23-839" fmla="*/ 890617 w 2453136"/>
                    <a:gd name="connsiteY23-840" fmla="*/ 999811 h 1065057"/>
                    <a:gd name="connsiteX24-841" fmla="*/ 463562 w 2453136"/>
                    <a:gd name="connsiteY24-842" fmla="*/ 1040004 h 1065057"/>
                    <a:gd name="connsiteX25-843" fmla="*/ 217377 w 2453136"/>
                    <a:gd name="connsiteY25-844" fmla="*/ 1055078 h 1065057"/>
                    <a:gd name="connsiteX26-845" fmla="*/ 21434 w 2453136"/>
                    <a:gd name="connsiteY26-846" fmla="*/ 884255 h 1065057"/>
                    <a:gd name="connsiteX27-847" fmla="*/ 16410 w 2453136"/>
                    <a:gd name="connsiteY27-848" fmla="*/ 663191 h 1065057"/>
                    <a:gd name="connsiteX28-849" fmla="*/ 121918 w 2453136"/>
                    <a:gd name="connsiteY28-850" fmla="*/ 351692 h 1065057"/>
                    <a:gd name="connsiteX29-851" fmla="*/ 272643 w 2453136"/>
                    <a:gd name="connsiteY29-852" fmla="*/ 145701 h 1065057"/>
                    <a:gd name="connsiteX30-853" fmla="*/ 488683 w 2453136"/>
                    <a:gd name="connsiteY30-854" fmla="*/ 40193 h 1065057"/>
                    <a:gd name="connsiteX31-855" fmla="*/ 684626 w 2453136"/>
                    <a:gd name="connsiteY31-856" fmla="*/ 0 h 1065057"/>
                    <a:gd name="connsiteX32-857" fmla="*/ 820278 w 2453136"/>
                    <a:gd name="connsiteY32-858" fmla="*/ 5024 h 1065057"/>
                    <a:gd name="connsiteX0-859" fmla="*/ 820278 w 2453136"/>
                    <a:gd name="connsiteY0-860" fmla="*/ 5024 h 1060731"/>
                    <a:gd name="connsiteX1-861" fmla="*/ 940859 w 2453136"/>
                    <a:gd name="connsiteY1-862" fmla="*/ 20097 h 1060731"/>
                    <a:gd name="connsiteX2-863" fmla="*/ 1071487 w 2453136"/>
                    <a:gd name="connsiteY2-864" fmla="*/ 55266 h 1060731"/>
                    <a:gd name="connsiteX3-865" fmla="*/ 1141826 w 2453136"/>
                    <a:gd name="connsiteY3-866" fmla="*/ 90435 h 1060731"/>
                    <a:gd name="connsiteX4-867" fmla="*/ 1232261 w 2453136"/>
                    <a:gd name="connsiteY4-868" fmla="*/ 145701 h 1060731"/>
                    <a:gd name="connsiteX5-869" fmla="*/ 1322696 w 2453136"/>
                    <a:gd name="connsiteY5-870" fmla="*/ 185894 h 1060731"/>
                    <a:gd name="connsiteX6-871" fmla="*/ 1428204 w 2453136"/>
                    <a:gd name="connsiteY6-872" fmla="*/ 211015 h 1060731"/>
                    <a:gd name="connsiteX7-873" fmla="*/ 1594001 w 2453136"/>
                    <a:gd name="connsiteY7-874" fmla="*/ 236136 h 1060731"/>
                    <a:gd name="connsiteX8-875" fmla="*/ 1749751 w 2453136"/>
                    <a:gd name="connsiteY8-876" fmla="*/ 236136 h 1060731"/>
                    <a:gd name="connsiteX9-877" fmla="*/ 2091395 w 2453136"/>
                    <a:gd name="connsiteY9-878" fmla="*/ 231112 h 1060731"/>
                    <a:gd name="connsiteX10-879" fmla="*/ 2257193 w 2453136"/>
                    <a:gd name="connsiteY10-880" fmla="*/ 231112 h 1060731"/>
                    <a:gd name="connsiteX11-881" fmla="*/ 2327531 w 2453136"/>
                    <a:gd name="connsiteY11-882" fmla="*/ 246185 h 1060731"/>
                    <a:gd name="connsiteX12-883" fmla="*/ 2412942 w 2453136"/>
                    <a:gd name="connsiteY12-884" fmla="*/ 291402 h 1060731"/>
                    <a:gd name="connsiteX13-885" fmla="*/ 2443087 w 2453136"/>
                    <a:gd name="connsiteY13-886" fmla="*/ 401934 h 1060731"/>
                    <a:gd name="connsiteX14-887" fmla="*/ 2453136 w 2453136"/>
                    <a:gd name="connsiteY14-888" fmla="*/ 567732 h 1060731"/>
                    <a:gd name="connsiteX15-889" fmla="*/ 2453136 w 2453136"/>
                    <a:gd name="connsiteY15-890" fmla="*/ 673240 h 1060731"/>
                    <a:gd name="connsiteX16-891" fmla="*/ 2453136 w 2453136"/>
                    <a:gd name="connsiteY16-892" fmla="*/ 768699 h 1060731"/>
                    <a:gd name="connsiteX17-893" fmla="*/ 2402894 w 2453136"/>
                    <a:gd name="connsiteY17-894" fmla="*/ 828989 h 1060731"/>
                    <a:gd name="connsiteX18-895" fmla="*/ 2322507 w 2453136"/>
                    <a:gd name="connsiteY18-896" fmla="*/ 859134 h 1060731"/>
                    <a:gd name="connsiteX19-897" fmla="*/ 2196903 w 2453136"/>
                    <a:gd name="connsiteY19-898" fmla="*/ 859134 h 1060731"/>
                    <a:gd name="connsiteX20-899" fmla="*/ 2021056 w 2453136"/>
                    <a:gd name="connsiteY20-900" fmla="*/ 839037 h 1060731"/>
                    <a:gd name="connsiteX21-901" fmla="*/ 1704533 w 2453136"/>
                    <a:gd name="connsiteY21-902" fmla="*/ 869182 h 1060731"/>
                    <a:gd name="connsiteX22-903" fmla="*/ 1247333 w 2453136"/>
                    <a:gd name="connsiteY22-904" fmla="*/ 964642 h 1060731"/>
                    <a:gd name="connsiteX23-905" fmla="*/ 890617 w 2453136"/>
                    <a:gd name="connsiteY23-906" fmla="*/ 999811 h 1060731"/>
                    <a:gd name="connsiteX24-907" fmla="*/ 463562 w 2453136"/>
                    <a:gd name="connsiteY24-908" fmla="*/ 1040004 h 1060731"/>
                    <a:gd name="connsiteX25-909" fmla="*/ 217377 w 2453136"/>
                    <a:gd name="connsiteY25-910" fmla="*/ 1055078 h 1060731"/>
                    <a:gd name="connsiteX26-911" fmla="*/ 21434 w 2453136"/>
                    <a:gd name="connsiteY26-912" fmla="*/ 884255 h 1060731"/>
                    <a:gd name="connsiteX27-913" fmla="*/ 16410 w 2453136"/>
                    <a:gd name="connsiteY27-914" fmla="*/ 663191 h 1060731"/>
                    <a:gd name="connsiteX28-915" fmla="*/ 121918 w 2453136"/>
                    <a:gd name="connsiteY28-916" fmla="*/ 351692 h 1060731"/>
                    <a:gd name="connsiteX29-917" fmla="*/ 272643 w 2453136"/>
                    <a:gd name="connsiteY29-918" fmla="*/ 145701 h 1060731"/>
                    <a:gd name="connsiteX30-919" fmla="*/ 488683 w 2453136"/>
                    <a:gd name="connsiteY30-920" fmla="*/ 40193 h 1060731"/>
                    <a:gd name="connsiteX31-921" fmla="*/ 684626 w 2453136"/>
                    <a:gd name="connsiteY31-922" fmla="*/ 0 h 1060731"/>
                    <a:gd name="connsiteX32-923" fmla="*/ 820278 w 2453136"/>
                    <a:gd name="connsiteY32-924" fmla="*/ 5024 h 1060731"/>
                    <a:gd name="connsiteX0-925" fmla="*/ 820278 w 2453136"/>
                    <a:gd name="connsiteY0-926" fmla="*/ 5024 h 1065057"/>
                    <a:gd name="connsiteX1-927" fmla="*/ 940859 w 2453136"/>
                    <a:gd name="connsiteY1-928" fmla="*/ 20097 h 1065057"/>
                    <a:gd name="connsiteX2-929" fmla="*/ 1071487 w 2453136"/>
                    <a:gd name="connsiteY2-930" fmla="*/ 55266 h 1065057"/>
                    <a:gd name="connsiteX3-931" fmla="*/ 1141826 w 2453136"/>
                    <a:gd name="connsiteY3-932" fmla="*/ 90435 h 1065057"/>
                    <a:gd name="connsiteX4-933" fmla="*/ 1232261 w 2453136"/>
                    <a:gd name="connsiteY4-934" fmla="*/ 145701 h 1065057"/>
                    <a:gd name="connsiteX5-935" fmla="*/ 1322696 w 2453136"/>
                    <a:gd name="connsiteY5-936" fmla="*/ 185894 h 1065057"/>
                    <a:gd name="connsiteX6-937" fmla="*/ 1428204 w 2453136"/>
                    <a:gd name="connsiteY6-938" fmla="*/ 211015 h 1065057"/>
                    <a:gd name="connsiteX7-939" fmla="*/ 1594001 w 2453136"/>
                    <a:gd name="connsiteY7-940" fmla="*/ 236136 h 1065057"/>
                    <a:gd name="connsiteX8-941" fmla="*/ 1749751 w 2453136"/>
                    <a:gd name="connsiteY8-942" fmla="*/ 236136 h 1065057"/>
                    <a:gd name="connsiteX9-943" fmla="*/ 2091395 w 2453136"/>
                    <a:gd name="connsiteY9-944" fmla="*/ 231112 h 1065057"/>
                    <a:gd name="connsiteX10-945" fmla="*/ 2257193 w 2453136"/>
                    <a:gd name="connsiteY10-946" fmla="*/ 231112 h 1065057"/>
                    <a:gd name="connsiteX11-947" fmla="*/ 2327531 w 2453136"/>
                    <a:gd name="connsiteY11-948" fmla="*/ 246185 h 1065057"/>
                    <a:gd name="connsiteX12-949" fmla="*/ 2412942 w 2453136"/>
                    <a:gd name="connsiteY12-950" fmla="*/ 291402 h 1065057"/>
                    <a:gd name="connsiteX13-951" fmla="*/ 2443087 w 2453136"/>
                    <a:gd name="connsiteY13-952" fmla="*/ 401934 h 1065057"/>
                    <a:gd name="connsiteX14-953" fmla="*/ 2453136 w 2453136"/>
                    <a:gd name="connsiteY14-954" fmla="*/ 567732 h 1065057"/>
                    <a:gd name="connsiteX15-955" fmla="*/ 2453136 w 2453136"/>
                    <a:gd name="connsiteY15-956" fmla="*/ 673240 h 1065057"/>
                    <a:gd name="connsiteX16-957" fmla="*/ 2453136 w 2453136"/>
                    <a:gd name="connsiteY16-958" fmla="*/ 768699 h 1065057"/>
                    <a:gd name="connsiteX17-959" fmla="*/ 2402894 w 2453136"/>
                    <a:gd name="connsiteY17-960" fmla="*/ 828989 h 1065057"/>
                    <a:gd name="connsiteX18-961" fmla="*/ 2322507 w 2453136"/>
                    <a:gd name="connsiteY18-962" fmla="*/ 859134 h 1065057"/>
                    <a:gd name="connsiteX19-963" fmla="*/ 2196903 w 2453136"/>
                    <a:gd name="connsiteY19-964" fmla="*/ 859134 h 1065057"/>
                    <a:gd name="connsiteX20-965" fmla="*/ 2021056 w 2453136"/>
                    <a:gd name="connsiteY20-966" fmla="*/ 839037 h 1065057"/>
                    <a:gd name="connsiteX21-967" fmla="*/ 1704533 w 2453136"/>
                    <a:gd name="connsiteY21-968" fmla="*/ 869182 h 1065057"/>
                    <a:gd name="connsiteX22-969" fmla="*/ 1247333 w 2453136"/>
                    <a:gd name="connsiteY22-970" fmla="*/ 964642 h 1065057"/>
                    <a:gd name="connsiteX23-971" fmla="*/ 890617 w 2453136"/>
                    <a:gd name="connsiteY23-972" fmla="*/ 999811 h 1065057"/>
                    <a:gd name="connsiteX24-973" fmla="*/ 594190 w 2453136"/>
                    <a:gd name="connsiteY24-974" fmla="*/ 1040004 h 1065057"/>
                    <a:gd name="connsiteX25-975" fmla="*/ 217377 w 2453136"/>
                    <a:gd name="connsiteY25-976" fmla="*/ 1055078 h 1065057"/>
                    <a:gd name="connsiteX26-977" fmla="*/ 21434 w 2453136"/>
                    <a:gd name="connsiteY26-978" fmla="*/ 884255 h 1065057"/>
                    <a:gd name="connsiteX27-979" fmla="*/ 16410 w 2453136"/>
                    <a:gd name="connsiteY27-980" fmla="*/ 663191 h 1065057"/>
                    <a:gd name="connsiteX28-981" fmla="*/ 121918 w 2453136"/>
                    <a:gd name="connsiteY28-982" fmla="*/ 351692 h 1065057"/>
                    <a:gd name="connsiteX29-983" fmla="*/ 272643 w 2453136"/>
                    <a:gd name="connsiteY29-984" fmla="*/ 145701 h 1065057"/>
                    <a:gd name="connsiteX30-985" fmla="*/ 488683 w 2453136"/>
                    <a:gd name="connsiteY30-986" fmla="*/ 40193 h 1065057"/>
                    <a:gd name="connsiteX31-987" fmla="*/ 684626 w 2453136"/>
                    <a:gd name="connsiteY31-988" fmla="*/ 0 h 1065057"/>
                    <a:gd name="connsiteX32-989" fmla="*/ 820278 w 2453136"/>
                    <a:gd name="connsiteY32-990" fmla="*/ 5024 h 1065057"/>
                    <a:gd name="connsiteX0-991" fmla="*/ 820278 w 2453136"/>
                    <a:gd name="connsiteY0-992" fmla="*/ 5024 h 1065057"/>
                    <a:gd name="connsiteX1-993" fmla="*/ 940859 w 2453136"/>
                    <a:gd name="connsiteY1-994" fmla="*/ 20097 h 1065057"/>
                    <a:gd name="connsiteX2-995" fmla="*/ 1071487 w 2453136"/>
                    <a:gd name="connsiteY2-996" fmla="*/ 55266 h 1065057"/>
                    <a:gd name="connsiteX3-997" fmla="*/ 1141826 w 2453136"/>
                    <a:gd name="connsiteY3-998" fmla="*/ 90435 h 1065057"/>
                    <a:gd name="connsiteX4-999" fmla="*/ 1232261 w 2453136"/>
                    <a:gd name="connsiteY4-1000" fmla="*/ 145701 h 1065057"/>
                    <a:gd name="connsiteX5-1001" fmla="*/ 1322696 w 2453136"/>
                    <a:gd name="connsiteY5-1002" fmla="*/ 185894 h 1065057"/>
                    <a:gd name="connsiteX6-1003" fmla="*/ 1428204 w 2453136"/>
                    <a:gd name="connsiteY6-1004" fmla="*/ 211015 h 1065057"/>
                    <a:gd name="connsiteX7-1005" fmla="*/ 1594001 w 2453136"/>
                    <a:gd name="connsiteY7-1006" fmla="*/ 236136 h 1065057"/>
                    <a:gd name="connsiteX8-1007" fmla="*/ 1749751 w 2453136"/>
                    <a:gd name="connsiteY8-1008" fmla="*/ 236136 h 1065057"/>
                    <a:gd name="connsiteX9-1009" fmla="*/ 2091395 w 2453136"/>
                    <a:gd name="connsiteY9-1010" fmla="*/ 231112 h 1065057"/>
                    <a:gd name="connsiteX10-1011" fmla="*/ 2257193 w 2453136"/>
                    <a:gd name="connsiteY10-1012" fmla="*/ 231112 h 1065057"/>
                    <a:gd name="connsiteX11-1013" fmla="*/ 2327531 w 2453136"/>
                    <a:gd name="connsiteY11-1014" fmla="*/ 246185 h 1065057"/>
                    <a:gd name="connsiteX12-1015" fmla="*/ 2412942 w 2453136"/>
                    <a:gd name="connsiteY12-1016" fmla="*/ 291402 h 1065057"/>
                    <a:gd name="connsiteX13-1017" fmla="*/ 2443087 w 2453136"/>
                    <a:gd name="connsiteY13-1018" fmla="*/ 401934 h 1065057"/>
                    <a:gd name="connsiteX14-1019" fmla="*/ 2453136 w 2453136"/>
                    <a:gd name="connsiteY14-1020" fmla="*/ 567732 h 1065057"/>
                    <a:gd name="connsiteX15-1021" fmla="*/ 2453136 w 2453136"/>
                    <a:gd name="connsiteY15-1022" fmla="*/ 673240 h 1065057"/>
                    <a:gd name="connsiteX16-1023" fmla="*/ 2453136 w 2453136"/>
                    <a:gd name="connsiteY16-1024" fmla="*/ 768699 h 1065057"/>
                    <a:gd name="connsiteX17-1025" fmla="*/ 2402894 w 2453136"/>
                    <a:gd name="connsiteY17-1026" fmla="*/ 828989 h 1065057"/>
                    <a:gd name="connsiteX18-1027" fmla="*/ 2322507 w 2453136"/>
                    <a:gd name="connsiteY18-1028" fmla="*/ 859134 h 1065057"/>
                    <a:gd name="connsiteX19-1029" fmla="*/ 2196903 w 2453136"/>
                    <a:gd name="connsiteY19-1030" fmla="*/ 859134 h 1065057"/>
                    <a:gd name="connsiteX20-1031" fmla="*/ 2021056 w 2453136"/>
                    <a:gd name="connsiteY20-1032" fmla="*/ 839037 h 1065057"/>
                    <a:gd name="connsiteX21-1033" fmla="*/ 1704533 w 2453136"/>
                    <a:gd name="connsiteY21-1034" fmla="*/ 869182 h 1065057"/>
                    <a:gd name="connsiteX22-1035" fmla="*/ 1247333 w 2453136"/>
                    <a:gd name="connsiteY22-1036" fmla="*/ 964642 h 1065057"/>
                    <a:gd name="connsiteX23-1037" fmla="*/ 945883 w 2453136"/>
                    <a:gd name="connsiteY23-1038" fmla="*/ 999811 h 1065057"/>
                    <a:gd name="connsiteX24-1039" fmla="*/ 594190 w 2453136"/>
                    <a:gd name="connsiteY24-1040" fmla="*/ 1040004 h 1065057"/>
                    <a:gd name="connsiteX25-1041" fmla="*/ 217377 w 2453136"/>
                    <a:gd name="connsiteY25-1042" fmla="*/ 1055078 h 1065057"/>
                    <a:gd name="connsiteX26-1043" fmla="*/ 21434 w 2453136"/>
                    <a:gd name="connsiteY26-1044" fmla="*/ 884255 h 1065057"/>
                    <a:gd name="connsiteX27-1045" fmla="*/ 16410 w 2453136"/>
                    <a:gd name="connsiteY27-1046" fmla="*/ 663191 h 1065057"/>
                    <a:gd name="connsiteX28-1047" fmla="*/ 121918 w 2453136"/>
                    <a:gd name="connsiteY28-1048" fmla="*/ 351692 h 1065057"/>
                    <a:gd name="connsiteX29-1049" fmla="*/ 272643 w 2453136"/>
                    <a:gd name="connsiteY29-1050" fmla="*/ 145701 h 1065057"/>
                    <a:gd name="connsiteX30-1051" fmla="*/ 488683 w 2453136"/>
                    <a:gd name="connsiteY30-1052" fmla="*/ 40193 h 1065057"/>
                    <a:gd name="connsiteX31-1053" fmla="*/ 684626 w 2453136"/>
                    <a:gd name="connsiteY31-1054" fmla="*/ 0 h 1065057"/>
                    <a:gd name="connsiteX32-1055" fmla="*/ 820278 w 2453136"/>
                    <a:gd name="connsiteY32-1056" fmla="*/ 5024 h 1065057"/>
                    <a:gd name="connsiteX0-1057" fmla="*/ 820278 w 2453136"/>
                    <a:gd name="connsiteY0-1058" fmla="*/ 5024 h 1065057"/>
                    <a:gd name="connsiteX1-1059" fmla="*/ 940859 w 2453136"/>
                    <a:gd name="connsiteY1-1060" fmla="*/ 20097 h 1065057"/>
                    <a:gd name="connsiteX2-1061" fmla="*/ 1071487 w 2453136"/>
                    <a:gd name="connsiteY2-1062" fmla="*/ 55266 h 1065057"/>
                    <a:gd name="connsiteX3-1063" fmla="*/ 1141826 w 2453136"/>
                    <a:gd name="connsiteY3-1064" fmla="*/ 90435 h 1065057"/>
                    <a:gd name="connsiteX4-1065" fmla="*/ 1232261 w 2453136"/>
                    <a:gd name="connsiteY4-1066" fmla="*/ 145701 h 1065057"/>
                    <a:gd name="connsiteX5-1067" fmla="*/ 1322696 w 2453136"/>
                    <a:gd name="connsiteY5-1068" fmla="*/ 185894 h 1065057"/>
                    <a:gd name="connsiteX6-1069" fmla="*/ 1428204 w 2453136"/>
                    <a:gd name="connsiteY6-1070" fmla="*/ 211015 h 1065057"/>
                    <a:gd name="connsiteX7-1071" fmla="*/ 1594001 w 2453136"/>
                    <a:gd name="connsiteY7-1072" fmla="*/ 236136 h 1065057"/>
                    <a:gd name="connsiteX8-1073" fmla="*/ 1749751 w 2453136"/>
                    <a:gd name="connsiteY8-1074" fmla="*/ 236136 h 1065057"/>
                    <a:gd name="connsiteX9-1075" fmla="*/ 2091395 w 2453136"/>
                    <a:gd name="connsiteY9-1076" fmla="*/ 231112 h 1065057"/>
                    <a:gd name="connsiteX10-1077" fmla="*/ 2257193 w 2453136"/>
                    <a:gd name="connsiteY10-1078" fmla="*/ 231112 h 1065057"/>
                    <a:gd name="connsiteX11-1079" fmla="*/ 2327531 w 2453136"/>
                    <a:gd name="connsiteY11-1080" fmla="*/ 246185 h 1065057"/>
                    <a:gd name="connsiteX12-1081" fmla="*/ 2412942 w 2453136"/>
                    <a:gd name="connsiteY12-1082" fmla="*/ 291402 h 1065057"/>
                    <a:gd name="connsiteX13-1083" fmla="*/ 2443087 w 2453136"/>
                    <a:gd name="connsiteY13-1084" fmla="*/ 401934 h 1065057"/>
                    <a:gd name="connsiteX14-1085" fmla="*/ 2453136 w 2453136"/>
                    <a:gd name="connsiteY14-1086" fmla="*/ 567732 h 1065057"/>
                    <a:gd name="connsiteX15-1087" fmla="*/ 2453136 w 2453136"/>
                    <a:gd name="connsiteY15-1088" fmla="*/ 673240 h 1065057"/>
                    <a:gd name="connsiteX16-1089" fmla="*/ 2453136 w 2453136"/>
                    <a:gd name="connsiteY16-1090" fmla="*/ 768699 h 1065057"/>
                    <a:gd name="connsiteX17-1091" fmla="*/ 2402894 w 2453136"/>
                    <a:gd name="connsiteY17-1092" fmla="*/ 828989 h 1065057"/>
                    <a:gd name="connsiteX18-1093" fmla="*/ 2322507 w 2453136"/>
                    <a:gd name="connsiteY18-1094" fmla="*/ 859134 h 1065057"/>
                    <a:gd name="connsiteX19-1095" fmla="*/ 2196903 w 2453136"/>
                    <a:gd name="connsiteY19-1096" fmla="*/ 859134 h 1065057"/>
                    <a:gd name="connsiteX20-1097" fmla="*/ 2021056 w 2453136"/>
                    <a:gd name="connsiteY20-1098" fmla="*/ 839037 h 1065057"/>
                    <a:gd name="connsiteX21-1099" fmla="*/ 1704533 w 2453136"/>
                    <a:gd name="connsiteY21-1100" fmla="*/ 869182 h 1065057"/>
                    <a:gd name="connsiteX22-1101" fmla="*/ 1377961 w 2453136"/>
                    <a:gd name="connsiteY22-1102" fmla="*/ 934497 h 1065057"/>
                    <a:gd name="connsiteX23-1103" fmla="*/ 945883 w 2453136"/>
                    <a:gd name="connsiteY23-1104" fmla="*/ 999811 h 1065057"/>
                    <a:gd name="connsiteX24-1105" fmla="*/ 594190 w 2453136"/>
                    <a:gd name="connsiteY24-1106" fmla="*/ 1040004 h 1065057"/>
                    <a:gd name="connsiteX25-1107" fmla="*/ 217377 w 2453136"/>
                    <a:gd name="connsiteY25-1108" fmla="*/ 1055078 h 1065057"/>
                    <a:gd name="connsiteX26-1109" fmla="*/ 21434 w 2453136"/>
                    <a:gd name="connsiteY26-1110" fmla="*/ 884255 h 1065057"/>
                    <a:gd name="connsiteX27-1111" fmla="*/ 16410 w 2453136"/>
                    <a:gd name="connsiteY27-1112" fmla="*/ 663191 h 1065057"/>
                    <a:gd name="connsiteX28-1113" fmla="*/ 121918 w 2453136"/>
                    <a:gd name="connsiteY28-1114" fmla="*/ 351692 h 1065057"/>
                    <a:gd name="connsiteX29-1115" fmla="*/ 272643 w 2453136"/>
                    <a:gd name="connsiteY29-1116" fmla="*/ 145701 h 1065057"/>
                    <a:gd name="connsiteX30-1117" fmla="*/ 488683 w 2453136"/>
                    <a:gd name="connsiteY30-1118" fmla="*/ 40193 h 1065057"/>
                    <a:gd name="connsiteX31-1119" fmla="*/ 684626 w 2453136"/>
                    <a:gd name="connsiteY31-1120" fmla="*/ 0 h 1065057"/>
                    <a:gd name="connsiteX32-1121" fmla="*/ 820278 w 2453136"/>
                    <a:gd name="connsiteY32-1122" fmla="*/ 5024 h 1065057"/>
                    <a:gd name="connsiteX0-1123" fmla="*/ 820278 w 2453136"/>
                    <a:gd name="connsiteY0-1124" fmla="*/ 5024 h 1065057"/>
                    <a:gd name="connsiteX1-1125" fmla="*/ 940859 w 2453136"/>
                    <a:gd name="connsiteY1-1126" fmla="*/ 20097 h 1065057"/>
                    <a:gd name="connsiteX2-1127" fmla="*/ 1071487 w 2453136"/>
                    <a:gd name="connsiteY2-1128" fmla="*/ 55266 h 1065057"/>
                    <a:gd name="connsiteX3-1129" fmla="*/ 1141826 w 2453136"/>
                    <a:gd name="connsiteY3-1130" fmla="*/ 90435 h 1065057"/>
                    <a:gd name="connsiteX4-1131" fmla="*/ 1232261 w 2453136"/>
                    <a:gd name="connsiteY4-1132" fmla="*/ 145701 h 1065057"/>
                    <a:gd name="connsiteX5-1133" fmla="*/ 1322696 w 2453136"/>
                    <a:gd name="connsiteY5-1134" fmla="*/ 185894 h 1065057"/>
                    <a:gd name="connsiteX6-1135" fmla="*/ 1428204 w 2453136"/>
                    <a:gd name="connsiteY6-1136" fmla="*/ 211015 h 1065057"/>
                    <a:gd name="connsiteX7-1137" fmla="*/ 1594001 w 2453136"/>
                    <a:gd name="connsiteY7-1138" fmla="*/ 236136 h 1065057"/>
                    <a:gd name="connsiteX8-1139" fmla="*/ 1749751 w 2453136"/>
                    <a:gd name="connsiteY8-1140" fmla="*/ 236136 h 1065057"/>
                    <a:gd name="connsiteX9-1141" fmla="*/ 2091395 w 2453136"/>
                    <a:gd name="connsiteY9-1142" fmla="*/ 231112 h 1065057"/>
                    <a:gd name="connsiteX10-1143" fmla="*/ 2257193 w 2453136"/>
                    <a:gd name="connsiteY10-1144" fmla="*/ 231112 h 1065057"/>
                    <a:gd name="connsiteX11-1145" fmla="*/ 2327531 w 2453136"/>
                    <a:gd name="connsiteY11-1146" fmla="*/ 246185 h 1065057"/>
                    <a:gd name="connsiteX12-1147" fmla="*/ 2412942 w 2453136"/>
                    <a:gd name="connsiteY12-1148" fmla="*/ 291402 h 1065057"/>
                    <a:gd name="connsiteX13-1149" fmla="*/ 2443087 w 2453136"/>
                    <a:gd name="connsiteY13-1150" fmla="*/ 401934 h 1065057"/>
                    <a:gd name="connsiteX14-1151" fmla="*/ 2453136 w 2453136"/>
                    <a:gd name="connsiteY14-1152" fmla="*/ 567732 h 1065057"/>
                    <a:gd name="connsiteX15-1153" fmla="*/ 2453136 w 2453136"/>
                    <a:gd name="connsiteY15-1154" fmla="*/ 673240 h 1065057"/>
                    <a:gd name="connsiteX16-1155" fmla="*/ 2453136 w 2453136"/>
                    <a:gd name="connsiteY16-1156" fmla="*/ 768699 h 1065057"/>
                    <a:gd name="connsiteX17-1157" fmla="*/ 2402894 w 2453136"/>
                    <a:gd name="connsiteY17-1158" fmla="*/ 828989 h 1065057"/>
                    <a:gd name="connsiteX18-1159" fmla="*/ 2322507 w 2453136"/>
                    <a:gd name="connsiteY18-1160" fmla="*/ 859134 h 1065057"/>
                    <a:gd name="connsiteX19-1161" fmla="*/ 2196903 w 2453136"/>
                    <a:gd name="connsiteY19-1162" fmla="*/ 859134 h 1065057"/>
                    <a:gd name="connsiteX20-1163" fmla="*/ 2021056 w 2453136"/>
                    <a:gd name="connsiteY20-1164" fmla="*/ 839037 h 1065057"/>
                    <a:gd name="connsiteX21-1165" fmla="*/ 1754774 w 2453136"/>
                    <a:gd name="connsiteY21-1166" fmla="*/ 874207 h 1065057"/>
                    <a:gd name="connsiteX22-1167" fmla="*/ 1377961 w 2453136"/>
                    <a:gd name="connsiteY22-1168" fmla="*/ 934497 h 1065057"/>
                    <a:gd name="connsiteX23-1169" fmla="*/ 945883 w 2453136"/>
                    <a:gd name="connsiteY23-1170" fmla="*/ 999811 h 1065057"/>
                    <a:gd name="connsiteX24-1171" fmla="*/ 594190 w 2453136"/>
                    <a:gd name="connsiteY24-1172" fmla="*/ 1040004 h 1065057"/>
                    <a:gd name="connsiteX25-1173" fmla="*/ 217377 w 2453136"/>
                    <a:gd name="connsiteY25-1174" fmla="*/ 1055078 h 1065057"/>
                    <a:gd name="connsiteX26-1175" fmla="*/ 21434 w 2453136"/>
                    <a:gd name="connsiteY26-1176" fmla="*/ 884255 h 1065057"/>
                    <a:gd name="connsiteX27-1177" fmla="*/ 16410 w 2453136"/>
                    <a:gd name="connsiteY27-1178" fmla="*/ 663191 h 1065057"/>
                    <a:gd name="connsiteX28-1179" fmla="*/ 121918 w 2453136"/>
                    <a:gd name="connsiteY28-1180" fmla="*/ 351692 h 1065057"/>
                    <a:gd name="connsiteX29-1181" fmla="*/ 272643 w 2453136"/>
                    <a:gd name="connsiteY29-1182" fmla="*/ 145701 h 1065057"/>
                    <a:gd name="connsiteX30-1183" fmla="*/ 488683 w 2453136"/>
                    <a:gd name="connsiteY30-1184" fmla="*/ 40193 h 1065057"/>
                    <a:gd name="connsiteX31-1185" fmla="*/ 684626 w 2453136"/>
                    <a:gd name="connsiteY31-1186" fmla="*/ 0 h 1065057"/>
                    <a:gd name="connsiteX32-1187" fmla="*/ 820278 w 2453136"/>
                    <a:gd name="connsiteY32-1188" fmla="*/ 5024 h 1065057"/>
                    <a:gd name="connsiteX0-1189" fmla="*/ 820278 w 2453136"/>
                    <a:gd name="connsiteY0-1190" fmla="*/ 5024 h 1065057"/>
                    <a:gd name="connsiteX1-1191" fmla="*/ 940859 w 2453136"/>
                    <a:gd name="connsiteY1-1192" fmla="*/ 20097 h 1065057"/>
                    <a:gd name="connsiteX2-1193" fmla="*/ 1071487 w 2453136"/>
                    <a:gd name="connsiteY2-1194" fmla="*/ 55266 h 1065057"/>
                    <a:gd name="connsiteX3-1195" fmla="*/ 1141826 w 2453136"/>
                    <a:gd name="connsiteY3-1196" fmla="*/ 90435 h 1065057"/>
                    <a:gd name="connsiteX4-1197" fmla="*/ 1232261 w 2453136"/>
                    <a:gd name="connsiteY4-1198" fmla="*/ 145701 h 1065057"/>
                    <a:gd name="connsiteX5-1199" fmla="*/ 1322696 w 2453136"/>
                    <a:gd name="connsiteY5-1200" fmla="*/ 185894 h 1065057"/>
                    <a:gd name="connsiteX6-1201" fmla="*/ 1428204 w 2453136"/>
                    <a:gd name="connsiteY6-1202" fmla="*/ 211015 h 1065057"/>
                    <a:gd name="connsiteX7-1203" fmla="*/ 1594001 w 2453136"/>
                    <a:gd name="connsiteY7-1204" fmla="*/ 236136 h 1065057"/>
                    <a:gd name="connsiteX8-1205" fmla="*/ 1749751 w 2453136"/>
                    <a:gd name="connsiteY8-1206" fmla="*/ 236136 h 1065057"/>
                    <a:gd name="connsiteX9-1207" fmla="*/ 2091395 w 2453136"/>
                    <a:gd name="connsiteY9-1208" fmla="*/ 231112 h 1065057"/>
                    <a:gd name="connsiteX10-1209" fmla="*/ 2257193 w 2453136"/>
                    <a:gd name="connsiteY10-1210" fmla="*/ 231112 h 1065057"/>
                    <a:gd name="connsiteX11-1211" fmla="*/ 2327531 w 2453136"/>
                    <a:gd name="connsiteY11-1212" fmla="*/ 246185 h 1065057"/>
                    <a:gd name="connsiteX12-1213" fmla="*/ 2412942 w 2453136"/>
                    <a:gd name="connsiteY12-1214" fmla="*/ 291402 h 1065057"/>
                    <a:gd name="connsiteX13-1215" fmla="*/ 2443087 w 2453136"/>
                    <a:gd name="connsiteY13-1216" fmla="*/ 401934 h 1065057"/>
                    <a:gd name="connsiteX14-1217" fmla="*/ 2453136 w 2453136"/>
                    <a:gd name="connsiteY14-1218" fmla="*/ 567732 h 1065057"/>
                    <a:gd name="connsiteX15-1219" fmla="*/ 2453136 w 2453136"/>
                    <a:gd name="connsiteY15-1220" fmla="*/ 673240 h 1065057"/>
                    <a:gd name="connsiteX16-1221" fmla="*/ 2453136 w 2453136"/>
                    <a:gd name="connsiteY16-1222" fmla="*/ 768699 h 1065057"/>
                    <a:gd name="connsiteX17-1223" fmla="*/ 2402894 w 2453136"/>
                    <a:gd name="connsiteY17-1224" fmla="*/ 828989 h 1065057"/>
                    <a:gd name="connsiteX18-1225" fmla="*/ 2322507 w 2453136"/>
                    <a:gd name="connsiteY18-1226" fmla="*/ 859134 h 1065057"/>
                    <a:gd name="connsiteX19-1227" fmla="*/ 2196903 w 2453136"/>
                    <a:gd name="connsiteY19-1228" fmla="*/ 859134 h 1065057"/>
                    <a:gd name="connsiteX20-1229" fmla="*/ 2051201 w 2453136"/>
                    <a:gd name="connsiteY20-1230" fmla="*/ 849085 h 1065057"/>
                    <a:gd name="connsiteX21-1231" fmla="*/ 1754774 w 2453136"/>
                    <a:gd name="connsiteY21-1232" fmla="*/ 874207 h 1065057"/>
                    <a:gd name="connsiteX22-1233" fmla="*/ 1377961 w 2453136"/>
                    <a:gd name="connsiteY22-1234" fmla="*/ 934497 h 1065057"/>
                    <a:gd name="connsiteX23-1235" fmla="*/ 945883 w 2453136"/>
                    <a:gd name="connsiteY23-1236" fmla="*/ 999811 h 1065057"/>
                    <a:gd name="connsiteX24-1237" fmla="*/ 594190 w 2453136"/>
                    <a:gd name="connsiteY24-1238" fmla="*/ 1040004 h 1065057"/>
                    <a:gd name="connsiteX25-1239" fmla="*/ 217377 w 2453136"/>
                    <a:gd name="connsiteY25-1240" fmla="*/ 1055078 h 1065057"/>
                    <a:gd name="connsiteX26-1241" fmla="*/ 21434 w 2453136"/>
                    <a:gd name="connsiteY26-1242" fmla="*/ 884255 h 1065057"/>
                    <a:gd name="connsiteX27-1243" fmla="*/ 16410 w 2453136"/>
                    <a:gd name="connsiteY27-1244" fmla="*/ 663191 h 1065057"/>
                    <a:gd name="connsiteX28-1245" fmla="*/ 121918 w 2453136"/>
                    <a:gd name="connsiteY28-1246" fmla="*/ 351692 h 1065057"/>
                    <a:gd name="connsiteX29-1247" fmla="*/ 272643 w 2453136"/>
                    <a:gd name="connsiteY29-1248" fmla="*/ 145701 h 1065057"/>
                    <a:gd name="connsiteX30-1249" fmla="*/ 488683 w 2453136"/>
                    <a:gd name="connsiteY30-1250" fmla="*/ 40193 h 1065057"/>
                    <a:gd name="connsiteX31-1251" fmla="*/ 684626 w 2453136"/>
                    <a:gd name="connsiteY31-1252" fmla="*/ 0 h 1065057"/>
                    <a:gd name="connsiteX32-1253" fmla="*/ 820278 w 2453136"/>
                    <a:gd name="connsiteY32-1254" fmla="*/ 5024 h 1065057"/>
                    <a:gd name="connsiteX0-1255" fmla="*/ 820278 w 2453136"/>
                    <a:gd name="connsiteY0-1256" fmla="*/ 5024 h 1065057"/>
                    <a:gd name="connsiteX1-1257" fmla="*/ 940859 w 2453136"/>
                    <a:gd name="connsiteY1-1258" fmla="*/ 20097 h 1065057"/>
                    <a:gd name="connsiteX2-1259" fmla="*/ 1071487 w 2453136"/>
                    <a:gd name="connsiteY2-1260" fmla="*/ 55266 h 1065057"/>
                    <a:gd name="connsiteX3-1261" fmla="*/ 1141826 w 2453136"/>
                    <a:gd name="connsiteY3-1262" fmla="*/ 90435 h 1065057"/>
                    <a:gd name="connsiteX4-1263" fmla="*/ 1232261 w 2453136"/>
                    <a:gd name="connsiteY4-1264" fmla="*/ 145701 h 1065057"/>
                    <a:gd name="connsiteX5-1265" fmla="*/ 1322696 w 2453136"/>
                    <a:gd name="connsiteY5-1266" fmla="*/ 185894 h 1065057"/>
                    <a:gd name="connsiteX6-1267" fmla="*/ 1428204 w 2453136"/>
                    <a:gd name="connsiteY6-1268" fmla="*/ 211015 h 1065057"/>
                    <a:gd name="connsiteX7-1269" fmla="*/ 1594001 w 2453136"/>
                    <a:gd name="connsiteY7-1270" fmla="*/ 236136 h 1065057"/>
                    <a:gd name="connsiteX8-1271" fmla="*/ 1749751 w 2453136"/>
                    <a:gd name="connsiteY8-1272" fmla="*/ 236136 h 1065057"/>
                    <a:gd name="connsiteX9-1273" fmla="*/ 2091395 w 2453136"/>
                    <a:gd name="connsiteY9-1274" fmla="*/ 231112 h 1065057"/>
                    <a:gd name="connsiteX10-1275" fmla="*/ 2257193 w 2453136"/>
                    <a:gd name="connsiteY10-1276" fmla="*/ 231112 h 1065057"/>
                    <a:gd name="connsiteX11-1277" fmla="*/ 2327531 w 2453136"/>
                    <a:gd name="connsiteY11-1278" fmla="*/ 246185 h 1065057"/>
                    <a:gd name="connsiteX12-1279" fmla="*/ 2412942 w 2453136"/>
                    <a:gd name="connsiteY12-1280" fmla="*/ 291402 h 1065057"/>
                    <a:gd name="connsiteX13-1281" fmla="*/ 2443087 w 2453136"/>
                    <a:gd name="connsiteY13-1282" fmla="*/ 401934 h 1065057"/>
                    <a:gd name="connsiteX14-1283" fmla="*/ 2453136 w 2453136"/>
                    <a:gd name="connsiteY14-1284" fmla="*/ 567732 h 1065057"/>
                    <a:gd name="connsiteX15-1285" fmla="*/ 2453136 w 2453136"/>
                    <a:gd name="connsiteY15-1286" fmla="*/ 673240 h 1065057"/>
                    <a:gd name="connsiteX16-1287" fmla="*/ 2453136 w 2453136"/>
                    <a:gd name="connsiteY16-1288" fmla="*/ 768699 h 1065057"/>
                    <a:gd name="connsiteX17-1289" fmla="*/ 2402894 w 2453136"/>
                    <a:gd name="connsiteY17-1290" fmla="*/ 828989 h 1065057"/>
                    <a:gd name="connsiteX18-1291" fmla="*/ 2322507 w 2453136"/>
                    <a:gd name="connsiteY18-1292" fmla="*/ 859134 h 1065057"/>
                    <a:gd name="connsiteX19-1293" fmla="*/ 2196903 w 2453136"/>
                    <a:gd name="connsiteY19-1294" fmla="*/ 859134 h 1065057"/>
                    <a:gd name="connsiteX20-1295" fmla="*/ 1754774 w 2453136"/>
                    <a:gd name="connsiteY20-1296" fmla="*/ 874207 h 1065057"/>
                    <a:gd name="connsiteX21-1297" fmla="*/ 1377961 w 2453136"/>
                    <a:gd name="connsiteY21-1298" fmla="*/ 934497 h 1065057"/>
                    <a:gd name="connsiteX22-1299" fmla="*/ 945883 w 2453136"/>
                    <a:gd name="connsiteY22-1300" fmla="*/ 999811 h 1065057"/>
                    <a:gd name="connsiteX23-1301" fmla="*/ 594190 w 2453136"/>
                    <a:gd name="connsiteY23-1302" fmla="*/ 1040004 h 1065057"/>
                    <a:gd name="connsiteX24-1303" fmla="*/ 217377 w 2453136"/>
                    <a:gd name="connsiteY24-1304" fmla="*/ 1055078 h 1065057"/>
                    <a:gd name="connsiteX25-1305" fmla="*/ 21434 w 2453136"/>
                    <a:gd name="connsiteY25-1306" fmla="*/ 884255 h 1065057"/>
                    <a:gd name="connsiteX26-1307" fmla="*/ 16410 w 2453136"/>
                    <a:gd name="connsiteY26-1308" fmla="*/ 663191 h 1065057"/>
                    <a:gd name="connsiteX27-1309" fmla="*/ 121918 w 2453136"/>
                    <a:gd name="connsiteY27-1310" fmla="*/ 351692 h 1065057"/>
                    <a:gd name="connsiteX28-1311" fmla="*/ 272643 w 2453136"/>
                    <a:gd name="connsiteY28-1312" fmla="*/ 145701 h 1065057"/>
                    <a:gd name="connsiteX29-1313" fmla="*/ 488683 w 2453136"/>
                    <a:gd name="connsiteY29-1314" fmla="*/ 40193 h 1065057"/>
                    <a:gd name="connsiteX30-1315" fmla="*/ 684626 w 2453136"/>
                    <a:gd name="connsiteY30-1316" fmla="*/ 0 h 1065057"/>
                    <a:gd name="connsiteX31-1317" fmla="*/ 820278 w 2453136"/>
                    <a:gd name="connsiteY31-1318" fmla="*/ 5024 h 1065057"/>
                    <a:gd name="connsiteX0-1319" fmla="*/ 820278 w 2453136"/>
                    <a:gd name="connsiteY0-1320" fmla="*/ 5024 h 1065057"/>
                    <a:gd name="connsiteX1-1321" fmla="*/ 940859 w 2453136"/>
                    <a:gd name="connsiteY1-1322" fmla="*/ 20097 h 1065057"/>
                    <a:gd name="connsiteX2-1323" fmla="*/ 1071487 w 2453136"/>
                    <a:gd name="connsiteY2-1324" fmla="*/ 55266 h 1065057"/>
                    <a:gd name="connsiteX3-1325" fmla="*/ 1141826 w 2453136"/>
                    <a:gd name="connsiteY3-1326" fmla="*/ 90435 h 1065057"/>
                    <a:gd name="connsiteX4-1327" fmla="*/ 1232261 w 2453136"/>
                    <a:gd name="connsiteY4-1328" fmla="*/ 145701 h 1065057"/>
                    <a:gd name="connsiteX5-1329" fmla="*/ 1322696 w 2453136"/>
                    <a:gd name="connsiteY5-1330" fmla="*/ 185894 h 1065057"/>
                    <a:gd name="connsiteX6-1331" fmla="*/ 1428204 w 2453136"/>
                    <a:gd name="connsiteY6-1332" fmla="*/ 211015 h 1065057"/>
                    <a:gd name="connsiteX7-1333" fmla="*/ 1594001 w 2453136"/>
                    <a:gd name="connsiteY7-1334" fmla="*/ 236136 h 1065057"/>
                    <a:gd name="connsiteX8-1335" fmla="*/ 1749751 w 2453136"/>
                    <a:gd name="connsiteY8-1336" fmla="*/ 236136 h 1065057"/>
                    <a:gd name="connsiteX9-1337" fmla="*/ 2091395 w 2453136"/>
                    <a:gd name="connsiteY9-1338" fmla="*/ 231112 h 1065057"/>
                    <a:gd name="connsiteX10-1339" fmla="*/ 2257193 w 2453136"/>
                    <a:gd name="connsiteY10-1340" fmla="*/ 231112 h 1065057"/>
                    <a:gd name="connsiteX11-1341" fmla="*/ 2327531 w 2453136"/>
                    <a:gd name="connsiteY11-1342" fmla="*/ 246185 h 1065057"/>
                    <a:gd name="connsiteX12-1343" fmla="*/ 2412942 w 2453136"/>
                    <a:gd name="connsiteY12-1344" fmla="*/ 291402 h 1065057"/>
                    <a:gd name="connsiteX13-1345" fmla="*/ 2443087 w 2453136"/>
                    <a:gd name="connsiteY13-1346" fmla="*/ 401934 h 1065057"/>
                    <a:gd name="connsiteX14-1347" fmla="*/ 2453136 w 2453136"/>
                    <a:gd name="connsiteY14-1348" fmla="*/ 567732 h 1065057"/>
                    <a:gd name="connsiteX15-1349" fmla="*/ 2453136 w 2453136"/>
                    <a:gd name="connsiteY15-1350" fmla="*/ 673240 h 1065057"/>
                    <a:gd name="connsiteX16-1351" fmla="*/ 2453136 w 2453136"/>
                    <a:gd name="connsiteY16-1352" fmla="*/ 768699 h 1065057"/>
                    <a:gd name="connsiteX17-1353" fmla="*/ 2402894 w 2453136"/>
                    <a:gd name="connsiteY17-1354" fmla="*/ 828989 h 1065057"/>
                    <a:gd name="connsiteX18-1355" fmla="*/ 2322507 w 2453136"/>
                    <a:gd name="connsiteY18-1356" fmla="*/ 859134 h 1065057"/>
                    <a:gd name="connsiteX19-1357" fmla="*/ 2196903 w 2453136"/>
                    <a:gd name="connsiteY19-1358" fmla="*/ 859134 h 1065057"/>
                    <a:gd name="connsiteX20-1359" fmla="*/ 1377961 w 2453136"/>
                    <a:gd name="connsiteY20-1360" fmla="*/ 934497 h 1065057"/>
                    <a:gd name="connsiteX21-1361" fmla="*/ 945883 w 2453136"/>
                    <a:gd name="connsiteY21-1362" fmla="*/ 999811 h 1065057"/>
                    <a:gd name="connsiteX22-1363" fmla="*/ 594190 w 2453136"/>
                    <a:gd name="connsiteY22-1364" fmla="*/ 1040004 h 1065057"/>
                    <a:gd name="connsiteX23-1365" fmla="*/ 217377 w 2453136"/>
                    <a:gd name="connsiteY23-1366" fmla="*/ 1055078 h 1065057"/>
                    <a:gd name="connsiteX24-1367" fmla="*/ 21434 w 2453136"/>
                    <a:gd name="connsiteY24-1368" fmla="*/ 884255 h 1065057"/>
                    <a:gd name="connsiteX25-1369" fmla="*/ 16410 w 2453136"/>
                    <a:gd name="connsiteY25-1370" fmla="*/ 663191 h 1065057"/>
                    <a:gd name="connsiteX26-1371" fmla="*/ 121918 w 2453136"/>
                    <a:gd name="connsiteY26-1372" fmla="*/ 351692 h 1065057"/>
                    <a:gd name="connsiteX27-1373" fmla="*/ 272643 w 2453136"/>
                    <a:gd name="connsiteY27-1374" fmla="*/ 145701 h 1065057"/>
                    <a:gd name="connsiteX28-1375" fmla="*/ 488683 w 2453136"/>
                    <a:gd name="connsiteY28-1376" fmla="*/ 40193 h 1065057"/>
                    <a:gd name="connsiteX29-1377" fmla="*/ 684626 w 2453136"/>
                    <a:gd name="connsiteY29-1378" fmla="*/ 0 h 1065057"/>
                    <a:gd name="connsiteX30-1379" fmla="*/ 820278 w 2453136"/>
                    <a:gd name="connsiteY30-1380" fmla="*/ 5024 h 1065057"/>
                    <a:gd name="connsiteX0-1381" fmla="*/ 820278 w 2453136"/>
                    <a:gd name="connsiteY0-1382" fmla="*/ 5024 h 1065057"/>
                    <a:gd name="connsiteX1-1383" fmla="*/ 940859 w 2453136"/>
                    <a:gd name="connsiteY1-1384" fmla="*/ 20097 h 1065057"/>
                    <a:gd name="connsiteX2-1385" fmla="*/ 1071487 w 2453136"/>
                    <a:gd name="connsiteY2-1386" fmla="*/ 55266 h 1065057"/>
                    <a:gd name="connsiteX3-1387" fmla="*/ 1141826 w 2453136"/>
                    <a:gd name="connsiteY3-1388" fmla="*/ 90435 h 1065057"/>
                    <a:gd name="connsiteX4-1389" fmla="*/ 1232261 w 2453136"/>
                    <a:gd name="connsiteY4-1390" fmla="*/ 145701 h 1065057"/>
                    <a:gd name="connsiteX5-1391" fmla="*/ 1322696 w 2453136"/>
                    <a:gd name="connsiteY5-1392" fmla="*/ 185894 h 1065057"/>
                    <a:gd name="connsiteX6-1393" fmla="*/ 1428204 w 2453136"/>
                    <a:gd name="connsiteY6-1394" fmla="*/ 211015 h 1065057"/>
                    <a:gd name="connsiteX7-1395" fmla="*/ 1594001 w 2453136"/>
                    <a:gd name="connsiteY7-1396" fmla="*/ 236136 h 1065057"/>
                    <a:gd name="connsiteX8-1397" fmla="*/ 1749751 w 2453136"/>
                    <a:gd name="connsiteY8-1398" fmla="*/ 236136 h 1065057"/>
                    <a:gd name="connsiteX9-1399" fmla="*/ 2091395 w 2453136"/>
                    <a:gd name="connsiteY9-1400" fmla="*/ 231112 h 1065057"/>
                    <a:gd name="connsiteX10-1401" fmla="*/ 2257193 w 2453136"/>
                    <a:gd name="connsiteY10-1402" fmla="*/ 231112 h 1065057"/>
                    <a:gd name="connsiteX11-1403" fmla="*/ 2327531 w 2453136"/>
                    <a:gd name="connsiteY11-1404" fmla="*/ 246185 h 1065057"/>
                    <a:gd name="connsiteX12-1405" fmla="*/ 2412942 w 2453136"/>
                    <a:gd name="connsiteY12-1406" fmla="*/ 291402 h 1065057"/>
                    <a:gd name="connsiteX13-1407" fmla="*/ 2443087 w 2453136"/>
                    <a:gd name="connsiteY13-1408" fmla="*/ 401934 h 1065057"/>
                    <a:gd name="connsiteX14-1409" fmla="*/ 2453136 w 2453136"/>
                    <a:gd name="connsiteY14-1410" fmla="*/ 567732 h 1065057"/>
                    <a:gd name="connsiteX15-1411" fmla="*/ 2453136 w 2453136"/>
                    <a:gd name="connsiteY15-1412" fmla="*/ 673240 h 1065057"/>
                    <a:gd name="connsiteX16-1413" fmla="*/ 2453136 w 2453136"/>
                    <a:gd name="connsiteY16-1414" fmla="*/ 768699 h 1065057"/>
                    <a:gd name="connsiteX17-1415" fmla="*/ 2402894 w 2453136"/>
                    <a:gd name="connsiteY17-1416" fmla="*/ 828989 h 1065057"/>
                    <a:gd name="connsiteX18-1417" fmla="*/ 2322507 w 2453136"/>
                    <a:gd name="connsiteY18-1418" fmla="*/ 859134 h 1065057"/>
                    <a:gd name="connsiteX19-1419" fmla="*/ 2196903 w 2453136"/>
                    <a:gd name="connsiteY19-1420" fmla="*/ 859134 h 1065057"/>
                    <a:gd name="connsiteX20-1421" fmla="*/ 945883 w 2453136"/>
                    <a:gd name="connsiteY20-1422" fmla="*/ 999811 h 1065057"/>
                    <a:gd name="connsiteX21-1423" fmla="*/ 594190 w 2453136"/>
                    <a:gd name="connsiteY21-1424" fmla="*/ 1040004 h 1065057"/>
                    <a:gd name="connsiteX22-1425" fmla="*/ 217377 w 2453136"/>
                    <a:gd name="connsiteY22-1426" fmla="*/ 1055078 h 1065057"/>
                    <a:gd name="connsiteX23-1427" fmla="*/ 21434 w 2453136"/>
                    <a:gd name="connsiteY23-1428" fmla="*/ 884255 h 1065057"/>
                    <a:gd name="connsiteX24-1429" fmla="*/ 16410 w 2453136"/>
                    <a:gd name="connsiteY24-1430" fmla="*/ 663191 h 1065057"/>
                    <a:gd name="connsiteX25-1431" fmla="*/ 121918 w 2453136"/>
                    <a:gd name="connsiteY25-1432" fmla="*/ 351692 h 1065057"/>
                    <a:gd name="connsiteX26-1433" fmla="*/ 272643 w 2453136"/>
                    <a:gd name="connsiteY26-1434" fmla="*/ 145701 h 1065057"/>
                    <a:gd name="connsiteX27-1435" fmla="*/ 488683 w 2453136"/>
                    <a:gd name="connsiteY27-1436" fmla="*/ 40193 h 1065057"/>
                    <a:gd name="connsiteX28-1437" fmla="*/ 684626 w 2453136"/>
                    <a:gd name="connsiteY28-1438" fmla="*/ 0 h 1065057"/>
                    <a:gd name="connsiteX29-1439" fmla="*/ 820278 w 2453136"/>
                    <a:gd name="connsiteY29-1440" fmla="*/ 5024 h 1065057"/>
                    <a:gd name="connsiteX0-1441" fmla="*/ 820278 w 2453136"/>
                    <a:gd name="connsiteY0-1442" fmla="*/ 5024 h 1065057"/>
                    <a:gd name="connsiteX1-1443" fmla="*/ 940859 w 2453136"/>
                    <a:gd name="connsiteY1-1444" fmla="*/ 20097 h 1065057"/>
                    <a:gd name="connsiteX2-1445" fmla="*/ 1071487 w 2453136"/>
                    <a:gd name="connsiteY2-1446" fmla="*/ 55266 h 1065057"/>
                    <a:gd name="connsiteX3-1447" fmla="*/ 1141826 w 2453136"/>
                    <a:gd name="connsiteY3-1448" fmla="*/ 90435 h 1065057"/>
                    <a:gd name="connsiteX4-1449" fmla="*/ 1232261 w 2453136"/>
                    <a:gd name="connsiteY4-1450" fmla="*/ 145701 h 1065057"/>
                    <a:gd name="connsiteX5-1451" fmla="*/ 1322696 w 2453136"/>
                    <a:gd name="connsiteY5-1452" fmla="*/ 185894 h 1065057"/>
                    <a:gd name="connsiteX6-1453" fmla="*/ 1428204 w 2453136"/>
                    <a:gd name="connsiteY6-1454" fmla="*/ 211015 h 1065057"/>
                    <a:gd name="connsiteX7-1455" fmla="*/ 1594001 w 2453136"/>
                    <a:gd name="connsiteY7-1456" fmla="*/ 236136 h 1065057"/>
                    <a:gd name="connsiteX8-1457" fmla="*/ 1749751 w 2453136"/>
                    <a:gd name="connsiteY8-1458" fmla="*/ 236136 h 1065057"/>
                    <a:gd name="connsiteX9-1459" fmla="*/ 2091395 w 2453136"/>
                    <a:gd name="connsiteY9-1460" fmla="*/ 231112 h 1065057"/>
                    <a:gd name="connsiteX10-1461" fmla="*/ 2257193 w 2453136"/>
                    <a:gd name="connsiteY10-1462" fmla="*/ 231112 h 1065057"/>
                    <a:gd name="connsiteX11-1463" fmla="*/ 2327531 w 2453136"/>
                    <a:gd name="connsiteY11-1464" fmla="*/ 246185 h 1065057"/>
                    <a:gd name="connsiteX12-1465" fmla="*/ 2412942 w 2453136"/>
                    <a:gd name="connsiteY12-1466" fmla="*/ 291402 h 1065057"/>
                    <a:gd name="connsiteX13-1467" fmla="*/ 2443087 w 2453136"/>
                    <a:gd name="connsiteY13-1468" fmla="*/ 401934 h 1065057"/>
                    <a:gd name="connsiteX14-1469" fmla="*/ 2453136 w 2453136"/>
                    <a:gd name="connsiteY14-1470" fmla="*/ 567732 h 1065057"/>
                    <a:gd name="connsiteX15-1471" fmla="*/ 2453136 w 2453136"/>
                    <a:gd name="connsiteY15-1472" fmla="*/ 673240 h 1065057"/>
                    <a:gd name="connsiteX16-1473" fmla="*/ 2453136 w 2453136"/>
                    <a:gd name="connsiteY16-1474" fmla="*/ 768699 h 1065057"/>
                    <a:gd name="connsiteX17-1475" fmla="*/ 2402894 w 2453136"/>
                    <a:gd name="connsiteY17-1476" fmla="*/ 828989 h 1065057"/>
                    <a:gd name="connsiteX18-1477" fmla="*/ 2322507 w 2453136"/>
                    <a:gd name="connsiteY18-1478" fmla="*/ 859134 h 1065057"/>
                    <a:gd name="connsiteX19-1479" fmla="*/ 2196903 w 2453136"/>
                    <a:gd name="connsiteY19-1480" fmla="*/ 859134 h 1065057"/>
                    <a:gd name="connsiteX20-1481" fmla="*/ 945883 w 2453136"/>
                    <a:gd name="connsiteY20-1482" fmla="*/ 999811 h 1065057"/>
                    <a:gd name="connsiteX21-1483" fmla="*/ 594190 w 2453136"/>
                    <a:gd name="connsiteY21-1484" fmla="*/ 1040004 h 1065057"/>
                    <a:gd name="connsiteX22-1485" fmla="*/ 217377 w 2453136"/>
                    <a:gd name="connsiteY22-1486" fmla="*/ 1055078 h 1065057"/>
                    <a:gd name="connsiteX23-1487" fmla="*/ 21434 w 2453136"/>
                    <a:gd name="connsiteY23-1488" fmla="*/ 884255 h 1065057"/>
                    <a:gd name="connsiteX24-1489" fmla="*/ 16410 w 2453136"/>
                    <a:gd name="connsiteY24-1490" fmla="*/ 663191 h 1065057"/>
                    <a:gd name="connsiteX25-1491" fmla="*/ 121918 w 2453136"/>
                    <a:gd name="connsiteY25-1492" fmla="*/ 351692 h 1065057"/>
                    <a:gd name="connsiteX26-1493" fmla="*/ 272643 w 2453136"/>
                    <a:gd name="connsiteY26-1494" fmla="*/ 145701 h 1065057"/>
                    <a:gd name="connsiteX27-1495" fmla="*/ 488683 w 2453136"/>
                    <a:gd name="connsiteY27-1496" fmla="*/ 40193 h 1065057"/>
                    <a:gd name="connsiteX28-1497" fmla="*/ 684626 w 2453136"/>
                    <a:gd name="connsiteY28-1498" fmla="*/ 0 h 1065057"/>
                    <a:gd name="connsiteX29-1499" fmla="*/ 820278 w 2453136"/>
                    <a:gd name="connsiteY29-1500" fmla="*/ 5024 h 1065057"/>
                    <a:gd name="connsiteX0-1501" fmla="*/ 820278 w 2453136"/>
                    <a:gd name="connsiteY0-1502" fmla="*/ 5024 h 1065057"/>
                    <a:gd name="connsiteX1-1503" fmla="*/ 940859 w 2453136"/>
                    <a:gd name="connsiteY1-1504" fmla="*/ 20097 h 1065057"/>
                    <a:gd name="connsiteX2-1505" fmla="*/ 1071487 w 2453136"/>
                    <a:gd name="connsiteY2-1506" fmla="*/ 55266 h 1065057"/>
                    <a:gd name="connsiteX3-1507" fmla="*/ 1141826 w 2453136"/>
                    <a:gd name="connsiteY3-1508" fmla="*/ 90435 h 1065057"/>
                    <a:gd name="connsiteX4-1509" fmla="*/ 1232261 w 2453136"/>
                    <a:gd name="connsiteY4-1510" fmla="*/ 145701 h 1065057"/>
                    <a:gd name="connsiteX5-1511" fmla="*/ 1322696 w 2453136"/>
                    <a:gd name="connsiteY5-1512" fmla="*/ 185894 h 1065057"/>
                    <a:gd name="connsiteX6-1513" fmla="*/ 1428204 w 2453136"/>
                    <a:gd name="connsiteY6-1514" fmla="*/ 211015 h 1065057"/>
                    <a:gd name="connsiteX7-1515" fmla="*/ 1594001 w 2453136"/>
                    <a:gd name="connsiteY7-1516" fmla="*/ 236136 h 1065057"/>
                    <a:gd name="connsiteX8-1517" fmla="*/ 1749751 w 2453136"/>
                    <a:gd name="connsiteY8-1518" fmla="*/ 236136 h 1065057"/>
                    <a:gd name="connsiteX9-1519" fmla="*/ 2091395 w 2453136"/>
                    <a:gd name="connsiteY9-1520" fmla="*/ 231112 h 1065057"/>
                    <a:gd name="connsiteX10-1521" fmla="*/ 2257193 w 2453136"/>
                    <a:gd name="connsiteY10-1522" fmla="*/ 231112 h 1065057"/>
                    <a:gd name="connsiteX11-1523" fmla="*/ 2327531 w 2453136"/>
                    <a:gd name="connsiteY11-1524" fmla="*/ 246185 h 1065057"/>
                    <a:gd name="connsiteX12-1525" fmla="*/ 2412942 w 2453136"/>
                    <a:gd name="connsiteY12-1526" fmla="*/ 291402 h 1065057"/>
                    <a:gd name="connsiteX13-1527" fmla="*/ 2443087 w 2453136"/>
                    <a:gd name="connsiteY13-1528" fmla="*/ 401934 h 1065057"/>
                    <a:gd name="connsiteX14-1529" fmla="*/ 2453136 w 2453136"/>
                    <a:gd name="connsiteY14-1530" fmla="*/ 567732 h 1065057"/>
                    <a:gd name="connsiteX15-1531" fmla="*/ 2453136 w 2453136"/>
                    <a:gd name="connsiteY15-1532" fmla="*/ 673240 h 1065057"/>
                    <a:gd name="connsiteX16-1533" fmla="*/ 2453136 w 2453136"/>
                    <a:gd name="connsiteY16-1534" fmla="*/ 768699 h 1065057"/>
                    <a:gd name="connsiteX17-1535" fmla="*/ 2402894 w 2453136"/>
                    <a:gd name="connsiteY17-1536" fmla="*/ 828989 h 1065057"/>
                    <a:gd name="connsiteX18-1537" fmla="*/ 2196903 w 2453136"/>
                    <a:gd name="connsiteY18-1538" fmla="*/ 859134 h 1065057"/>
                    <a:gd name="connsiteX19-1539" fmla="*/ 945883 w 2453136"/>
                    <a:gd name="connsiteY19-1540" fmla="*/ 999811 h 1065057"/>
                    <a:gd name="connsiteX20-1541" fmla="*/ 594190 w 2453136"/>
                    <a:gd name="connsiteY20-1542" fmla="*/ 1040004 h 1065057"/>
                    <a:gd name="connsiteX21-1543" fmla="*/ 217377 w 2453136"/>
                    <a:gd name="connsiteY21-1544" fmla="*/ 1055078 h 1065057"/>
                    <a:gd name="connsiteX22-1545" fmla="*/ 21434 w 2453136"/>
                    <a:gd name="connsiteY22-1546" fmla="*/ 884255 h 1065057"/>
                    <a:gd name="connsiteX23-1547" fmla="*/ 16410 w 2453136"/>
                    <a:gd name="connsiteY23-1548" fmla="*/ 663191 h 1065057"/>
                    <a:gd name="connsiteX24-1549" fmla="*/ 121918 w 2453136"/>
                    <a:gd name="connsiteY24-1550" fmla="*/ 351692 h 1065057"/>
                    <a:gd name="connsiteX25-1551" fmla="*/ 272643 w 2453136"/>
                    <a:gd name="connsiteY25-1552" fmla="*/ 145701 h 1065057"/>
                    <a:gd name="connsiteX26-1553" fmla="*/ 488683 w 2453136"/>
                    <a:gd name="connsiteY26-1554" fmla="*/ 40193 h 1065057"/>
                    <a:gd name="connsiteX27-1555" fmla="*/ 684626 w 2453136"/>
                    <a:gd name="connsiteY27-1556" fmla="*/ 0 h 1065057"/>
                    <a:gd name="connsiteX28-1557" fmla="*/ 820278 w 2453136"/>
                    <a:gd name="connsiteY28-1558" fmla="*/ 5024 h 1065057"/>
                    <a:gd name="connsiteX0-1559" fmla="*/ 820278 w 2453136"/>
                    <a:gd name="connsiteY0-1560" fmla="*/ 5024 h 1065057"/>
                    <a:gd name="connsiteX1-1561" fmla="*/ 940859 w 2453136"/>
                    <a:gd name="connsiteY1-1562" fmla="*/ 20097 h 1065057"/>
                    <a:gd name="connsiteX2-1563" fmla="*/ 1071487 w 2453136"/>
                    <a:gd name="connsiteY2-1564" fmla="*/ 55266 h 1065057"/>
                    <a:gd name="connsiteX3-1565" fmla="*/ 1141826 w 2453136"/>
                    <a:gd name="connsiteY3-1566" fmla="*/ 90435 h 1065057"/>
                    <a:gd name="connsiteX4-1567" fmla="*/ 1232261 w 2453136"/>
                    <a:gd name="connsiteY4-1568" fmla="*/ 145701 h 1065057"/>
                    <a:gd name="connsiteX5-1569" fmla="*/ 1322696 w 2453136"/>
                    <a:gd name="connsiteY5-1570" fmla="*/ 185894 h 1065057"/>
                    <a:gd name="connsiteX6-1571" fmla="*/ 1428204 w 2453136"/>
                    <a:gd name="connsiteY6-1572" fmla="*/ 211015 h 1065057"/>
                    <a:gd name="connsiteX7-1573" fmla="*/ 1594001 w 2453136"/>
                    <a:gd name="connsiteY7-1574" fmla="*/ 236136 h 1065057"/>
                    <a:gd name="connsiteX8-1575" fmla="*/ 1749751 w 2453136"/>
                    <a:gd name="connsiteY8-1576" fmla="*/ 236136 h 1065057"/>
                    <a:gd name="connsiteX9-1577" fmla="*/ 2091395 w 2453136"/>
                    <a:gd name="connsiteY9-1578" fmla="*/ 231112 h 1065057"/>
                    <a:gd name="connsiteX10-1579" fmla="*/ 2257193 w 2453136"/>
                    <a:gd name="connsiteY10-1580" fmla="*/ 231112 h 1065057"/>
                    <a:gd name="connsiteX11-1581" fmla="*/ 2327531 w 2453136"/>
                    <a:gd name="connsiteY11-1582" fmla="*/ 246185 h 1065057"/>
                    <a:gd name="connsiteX12-1583" fmla="*/ 2412942 w 2453136"/>
                    <a:gd name="connsiteY12-1584" fmla="*/ 291402 h 1065057"/>
                    <a:gd name="connsiteX13-1585" fmla="*/ 2443087 w 2453136"/>
                    <a:gd name="connsiteY13-1586" fmla="*/ 401934 h 1065057"/>
                    <a:gd name="connsiteX14-1587" fmla="*/ 2453136 w 2453136"/>
                    <a:gd name="connsiteY14-1588" fmla="*/ 567732 h 1065057"/>
                    <a:gd name="connsiteX15-1589" fmla="*/ 2453136 w 2453136"/>
                    <a:gd name="connsiteY15-1590" fmla="*/ 673240 h 1065057"/>
                    <a:gd name="connsiteX16-1591" fmla="*/ 2453136 w 2453136"/>
                    <a:gd name="connsiteY16-1592" fmla="*/ 768699 h 1065057"/>
                    <a:gd name="connsiteX17-1593" fmla="*/ 2196903 w 2453136"/>
                    <a:gd name="connsiteY17-1594" fmla="*/ 859134 h 1065057"/>
                    <a:gd name="connsiteX18-1595" fmla="*/ 945883 w 2453136"/>
                    <a:gd name="connsiteY18-1596" fmla="*/ 999811 h 1065057"/>
                    <a:gd name="connsiteX19-1597" fmla="*/ 594190 w 2453136"/>
                    <a:gd name="connsiteY19-1598" fmla="*/ 1040004 h 1065057"/>
                    <a:gd name="connsiteX20-1599" fmla="*/ 217377 w 2453136"/>
                    <a:gd name="connsiteY20-1600" fmla="*/ 1055078 h 1065057"/>
                    <a:gd name="connsiteX21-1601" fmla="*/ 21434 w 2453136"/>
                    <a:gd name="connsiteY21-1602" fmla="*/ 884255 h 1065057"/>
                    <a:gd name="connsiteX22-1603" fmla="*/ 16410 w 2453136"/>
                    <a:gd name="connsiteY22-1604" fmla="*/ 663191 h 1065057"/>
                    <a:gd name="connsiteX23-1605" fmla="*/ 121918 w 2453136"/>
                    <a:gd name="connsiteY23-1606" fmla="*/ 351692 h 1065057"/>
                    <a:gd name="connsiteX24-1607" fmla="*/ 272643 w 2453136"/>
                    <a:gd name="connsiteY24-1608" fmla="*/ 145701 h 1065057"/>
                    <a:gd name="connsiteX25-1609" fmla="*/ 488683 w 2453136"/>
                    <a:gd name="connsiteY25-1610" fmla="*/ 40193 h 1065057"/>
                    <a:gd name="connsiteX26-1611" fmla="*/ 684626 w 2453136"/>
                    <a:gd name="connsiteY26-1612" fmla="*/ 0 h 1065057"/>
                    <a:gd name="connsiteX27-1613" fmla="*/ 820278 w 2453136"/>
                    <a:gd name="connsiteY27-1614" fmla="*/ 5024 h 1065057"/>
                    <a:gd name="connsiteX0-1615" fmla="*/ 820278 w 2454996"/>
                    <a:gd name="connsiteY0-1616" fmla="*/ 5024 h 1065057"/>
                    <a:gd name="connsiteX1-1617" fmla="*/ 940859 w 2454996"/>
                    <a:gd name="connsiteY1-1618" fmla="*/ 20097 h 1065057"/>
                    <a:gd name="connsiteX2-1619" fmla="*/ 1071487 w 2454996"/>
                    <a:gd name="connsiteY2-1620" fmla="*/ 55266 h 1065057"/>
                    <a:gd name="connsiteX3-1621" fmla="*/ 1141826 w 2454996"/>
                    <a:gd name="connsiteY3-1622" fmla="*/ 90435 h 1065057"/>
                    <a:gd name="connsiteX4-1623" fmla="*/ 1232261 w 2454996"/>
                    <a:gd name="connsiteY4-1624" fmla="*/ 145701 h 1065057"/>
                    <a:gd name="connsiteX5-1625" fmla="*/ 1322696 w 2454996"/>
                    <a:gd name="connsiteY5-1626" fmla="*/ 185894 h 1065057"/>
                    <a:gd name="connsiteX6-1627" fmla="*/ 1428204 w 2454996"/>
                    <a:gd name="connsiteY6-1628" fmla="*/ 211015 h 1065057"/>
                    <a:gd name="connsiteX7-1629" fmla="*/ 1594001 w 2454996"/>
                    <a:gd name="connsiteY7-1630" fmla="*/ 236136 h 1065057"/>
                    <a:gd name="connsiteX8-1631" fmla="*/ 1749751 w 2454996"/>
                    <a:gd name="connsiteY8-1632" fmla="*/ 236136 h 1065057"/>
                    <a:gd name="connsiteX9-1633" fmla="*/ 2091395 w 2454996"/>
                    <a:gd name="connsiteY9-1634" fmla="*/ 231112 h 1065057"/>
                    <a:gd name="connsiteX10-1635" fmla="*/ 2257193 w 2454996"/>
                    <a:gd name="connsiteY10-1636" fmla="*/ 231112 h 1065057"/>
                    <a:gd name="connsiteX11-1637" fmla="*/ 2327531 w 2454996"/>
                    <a:gd name="connsiteY11-1638" fmla="*/ 246185 h 1065057"/>
                    <a:gd name="connsiteX12-1639" fmla="*/ 2412942 w 2454996"/>
                    <a:gd name="connsiteY12-1640" fmla="*/ 291402 h 1065057"/>
                    <a:gd name="connsiteX13-1641" fmla="*/ 2443087 w 2454996"/>
                    <a:gd name="connsiteY13-1642" fmla="*/ 401934 h 1065057"/>
                    <a:gd name="connsiteX14-1643" fmla="*/ 2453136 w 2454996"/>
                    <a:gd name="connsiteY14-1644" fmla="*/ 567732 h 1065057"/>
                    <a:gd name="connsiteX15-1645" fmla="*/ 2453136 w 2454996"/>
                    <a:gd name="connsiteY15-1646" fmla="*/ 673240 h 1065057"/>
                    <a:gd name="connsiteX16-1647" fmla="*/ 2428015 w 2454996"/>
                    <a:gd name="connsiteY16-1648" fmla="*/ 763675 h 1065057"/>
                    <a:gd name="connsiteX17-1649" fmla="*/ 2196903 w 2454996"/>
                    <a:gd name="connsiteY17-1650" fmla="*/ 859134 h 1065057"/>
                    <a:gd name="connsiteX18-1651" fmla="*/ 945883 w 2454996"/>
                    <a:gd name="connsiteY18-1652" fmla="*/ 999811 h 1065057"/>
                    <a:gd name="connsiteX19-1653" fmla="*/ 594190 w 2454996"/>
                    <a:gd name="connsiteY19-1654" fmla="*/ 1040004 h 1065057"/>
                    <a:gd name="connsiteX20-1655" fmla="*/ 217377 w 2454996"/>
                    <a:gd name="connsiteY20-1656" fmla="*/ 1055078 h 1065057"/>
                    <a:gd name="connsiteX21-1657" fmla="*/ 21434 w 2454996"/>
                    <a:gd name="connsiteY21-1658" fmla="*/ 884255 h 1065057"/>
                    <a:gd name="connsiteX22-1659" fmla="*/ 16410 w 2454996"/>
                    <a:gd name="connsiteY22-1660" fmla="*/ 663191 h 1065057"/>
                    <a:gd name="connsiteX23-1661" fmla="*/ 121918 w 2454996"/>
                    <a:gd name="connsiteY23-1662" fmla="*/ 351692 h 1065057"/>
                    <a:gd name="connsiteX24-1663" fmla="*/ 272643 w 2454996"/>
                    <a:gd name="connsiteY24-1664" fmla="*/ 145701 h 1065057"/>
                    <a:gd name="connsiteX25-1665" fmla="*/ 488683 w 2454996"/>
                    <a:gd name="connsiteY25-1666" fmla="*/ 40193 h 1065057"/>
                    <a:gd name="connsiteX26-1667" fmla="*/ 684626 w 2454996"/>
                    <a:gd name="connsiteY26-1668" fmla="*/ 0 h 1065057"/>
                    <a:gd name="connsiteX27-1669" fmla="*/ 820278 w 2454996"/>
                    <a:gd name="connsiteY27-1670" fmla="*/ 5024 h 1065057"/>
                    <a:gd name="connsiteX0-1671" fmla="*/ 820278 w 2468961"/>
                    <a:gd name="connsiteY0-1672" fmla="*/ 5024 h 1065057"/>
                    <a:gd name="connsiteX1-1673" fmla="*/ 940859 w 2468961"/>
                    <a:gd name="connsiteY1-1674" fmla="*/ 20097 h 1065057"/>
                    <a:gd name="connsiteX2-1675" fmla="*/ 1071487 w 2468961"/>
                    <a:gd name="connsiteY2-1676" fmla="*/ 55266 h 1065057"/>
                    <a:gd name="connsiteX3-1677" fmla="*/ 1141826 w 2468961"/>
                    <a:gd name="connsiteY3-1678" fmla="*/ 90435 h 1065057"/>
                    <a:gd name="connsiteX4-1679" fmla="*/ 1232261 w 2468961"/>
                    <a:gd name="connsiteY4-1680" fmla="*/ 145701 h 1065057"/>
                    <a:gd name="connsiteX5-1681" fmla="*/ 1322696 w 2468961"/>
                    <a:gd name="connsiteY5-1682" fmla="*/ 185894 h 1065057"/>
                    <a:gd name="connsiteX6-1683" fmla="*/ 1428204 w 2468961"/>
                    <a:gd name="connsiteY6-1684" fmla="*/ 211015 h 1065057"/>
                    <a:gd name="connsiteX7-1685" fmla="*/ 1594001 w 2468961"/>
                    <a:gd name="connsiteY7-1686" fmla="*/ 236136 h 1065057"/>
                    <a:gd name="connsiteX8-1687" fmla="*/ 1749751 w 2468961"/>
                    <a:gd name="connsiteY8-1688" fmla="*/ 236136 h 1065057"/>
                    <a:gd name="connsiteX9-1689" fmla="*/ 2091395 w 2468961"/>
                    <a:gd name="connsiteY9-1690" fmla="*/ 231112 h 1065057"/>
                    <a:gd name="connsiteX10-1691" fmla="*/ 2257193 w 2468961"/>
                    <a:gd name="connsiteY10-1692" fmla="*/ 231112 h 1065057"/>
                    <a:gd name="connsiteX11-1693" fmla="*/ 2327531 w 2468961"/>
                    <a:gd name="connsiteY11-1694" fmla="*/ 246185 h 1065057"/>
                    <a:gd name="connsiteX12-1695" fmla="*/ 2412942 w 2468961"/>
                    <a:gd name="connsiteY12-1696" fmla="*/ 291402 h 1065057"/>
                    <a:gd name="connsiteX13-1697" fmla="*/ 2443087 w 2468961"/>
                    <a:gd name="connsiteY13-1698" fmla="*/ 401934 h 1065057"/>
                    <a:gd name="connsiteX14-1699" fmla="*/ 2453136 w 2468961"/>
                    <a:gd name="connsiteY14-1700" fmla="*/ 567732 h 1065057"/>
                    <a:gd name="connsiteX15-1701" fmla="*/ 2453136 w 2468961"/>
                    <a:gd name="connsiteY15-1702" fmla="*/ 673240 h 1065057"/>
                    <a:gd name="connsiteX16-1703" fmla="*/ 2428015 w 2468961"/>
                    <a:gd name="connsiteY16-1704" fmla="*/ 763675 h 1065057"/>
                    <a:gd name="connsiteX17-1705" fmla="*/ 2196903 w 2468961"/>
                    <a:gd name="connsiteY17-1706" fmla="*/ 859134 h 1065057"/>
                    <a:gd name="connsiteX18-1707" fmla="*/ 945883 w 2468961"/>
                    <a:gd name="connsiteY18-1708" fmla="*/ 999811 h 1065057"/>
                    <a:gd name="connsiteX19-1709" fmla="*/ 594190 w 2468961"/>
                    <a:gd name="connsiteY19-1710" fmla="*/ 1040004 h 1065057"/>
                    <a:gd name="connsiteX20-1711" fmla="*/ 217377 w 2468961"/>
                    <a:gd name="connsiteY20-1712" fmla="*/ 1055078 h 1065057"/>
                    <a:gd name="connsiteX21-1713" fmla="*/ 21434 w 2468961"/>
                    <a:gd name="connsiteY21-1714" fmla="*/ 884255 h 1065057"/>
                    <a:gd name="connsiteX22-1715" fmla="*/ 16410 w 2468961"/>
                    <a:gd name="connsiteY22-1716" fmla="*/ 663191 h 1065057"/>
                    <a:gd name="connsiteX23-1717" fmla="*/ 121918 w 2468961"/>
                    <a:gd name="connsiteY23-1718" fmla="*/ 351692 h 1065057"/>
                    <a:gd name="connsiteX24-1719" fmla="*/ 272643 w 2468961"/>
                    <a:gd name="connsiteY24-1720" fmla="*/ 145701 h 1065057"/>
                    <a:gd name="connsiteX25-1721" fmla="*/ 488683 w 2468961"/>
                    <a:gd name="connsiteY25-1722" fmla="*/ 40193 h 1065057"/>
                    <a:gd name="connsiteX26-1723" fmla="*/ 684626 w 2468961"/>
                    <a:gd name="connsiteY26-1724" fmla="*/ 0 h 1065057"/>
                    <a:gd name="connsiteX27-1725" fmla="*/ 820278 w 2468961"/>
                    <a:gd name="connsiteY27-1726" fmla="*/ 5024 h 1065057"/>
                    <a:gd name="connsiteX0-1727" fmla="*/ 820278 w 2472116"/>
                    <a:gd name="connsiteY0-1728" fmla="*/ 5024 h 1065057"/>
                    <a:gd name="connsiteX1-1729" fmla="*/ 940859 w 2472116"/>
                    <a:gd name="connsiteY1-1730" fmla="*/ 20097 h 1065057"/>
                    <a:gd name="connsiteX2-1731" fmla="*/ 1071487 w 2472116"/>
                    <a:gd name="connsiteY2-1732" fmla="*/ 55266 h 1065057"/>
                    <a:gd name="connsiteX3-1733" fmla="*/ 1141826 w 2472116"/>
                    <a:gd name="connsiteY3-1734" fmla="*/ 90435 h 1065057"/>
                    <a:gd name="connsiteX4-1735" fmla="*/ 1232261 w 2472116"/>
                    <a:gd name="connsiteY4-1736" fmla="*/ 145701 h 1065057"/>
                    <a:gd name="connsiteX5-1737" fmla="*/ 1322696 w 2472116"/>
                    <a:gd name="connsiteY5-1738" fmla="*/ 185894 h 1065057"/>
                    <a:gd name="connsiteX6-1739" fmla="*/ 1428204 w 2472116"/>
                    <a:gd name="connsiteY6-1740" fmla="*/ 211015 h 1065057"/>
                    <a:gd name="connsiteX7-1741" fmla="*/ 1594001 w 2472116"/>
                    <a:gd name="connsiteY7-1742" fmla="*/ 236136 h 1065057"/>
                    <a:gd name="connsiteX8-1743" fmla="*/ 1749751 w 2472116"/>
                    <a:gd name="connsiteY8-1744" fmla="*/ 236136 h 1065057"/>
                    <a:gd name="connsiteX9-1745" fmla="*/ 2091395 w 2472116"/>
                    <a:gd name="connsiteY9-1746" fmla="*/ 231112 h 1065057"/>
                    <a:gd name="connsiteX10-1747" fmla="*/ 2257193 w 2472116"/>
                    <a:gd name="connsiteY10-1748" fmla="*/ 231112 h 1065057"/>
                    <a:gd name="connsiteX11-1749" fmla="*/ 2327531 w 2472116"/>
                    <a:gd name="connsiteY11-1750" fmla="*/ 246185 h 1065057"/>
                    <a:gd name="connsiteX12-1751" fmla="*/ 2412942 w 2472116"/>
                    <a:gd name="connsiteY12-1752" fmla="*/ 291402 h 1065057"/>
                    <a:gd name="connsiteX13-1753" fmla="*/ 2443087 w 2472116"/>
                    <a:gd name="connsiteY13-1754" fmla="*/ 401934 h 1065057"/>
                    <a:gd name="connsiteX14-1755" fmla="*/ 2453136 w 2472116"/>
                    <a:gd name="connsiteY14-1756" fmla="*/ 567732 h 1065057"/>
                    <a:gd name="connsiteX15-1757" fmla="*/ 2453136 w 2472116"/>
                    <a:gd name="connsiteY15-1758" fmla="*/ 673240 h 1065057"/>
                    <a:gd name="connsiteX16-1759" fmla="*/ 2196903 w 2472116"/>
                    <a:gd name="connsiteY16-1760" fmla="*/ 859134 h 1065057"/>
                    <a:gd name="connsiteX17-1761" fmla="*/ 945883 w 2472116"/>
                    <a:gd name="connsiteY17-1762" fmla="*/ 999811 h 1065057"/>
                    <a:gd name="connsiteX18-1763" fmla="*/ 594190 w 2472116"/>
                    <a:gd name="connsiteY18-1764" fmla="*/ 1040004 h 1065057"/>
                    <a:gd name="connsiteX19-1765" fmla="*/ 217377 w 2472116"/>
                    <a:gd name="connsiteY19-1766" fmla="*/ 1055078 h 1065057"/>
                    <a:gd name="connsiteX20-1767" fmla="*/ 21434 w 2472116"/>
                    <a:gd name="connsiteY20-1768" fmla="*/ 884255 h 1065057"/>
                    <a:gd name="connsiteX21-1769" fmla="*/ 16410 w 2472116"/>
                    <a:gd name="connsiteY21-1770" fmla="*/ 663191 h 1065057"/>
                    <a:gd name="connsiteX22-1771" fmla="*/ 121918 w 2472116"/>
                    <a:gd name="connsiteY22-1772" fmla="*/ 351692 h 1065057"/>
                    <a:gd name="connsiteX23-1773" fmla="*/ 272643 w 2472116"/>
                    <a:gd name="connsiteY23-1774" fmla="*/ 145701 h 1065057"/>
                    <a:gd name="connsiteX24-1775" fmla="*/ 488683 w 2472116"/>
                    <a:gd name="connsiteY24-1776" fmla="*/ 40193 h 1065057"/>
                    <a:gd name="connsiteX25-1777" fmla="*/ 684626 w 2472116"/>
                    <a:gd name="connsiteY25-1778" fmla="*/ 0 h 1065057"/>
                    <a:gd name="connsiteX26-1779" fmla="*/ 820278 w 2472116"/>
                    <a:gd name="connsiteY26-1780" fmla="*/ 5024 h 1065057"/>
                    <a:gd name="connsiteX0-1781" fmla="*/ 820278 w 2453136"/>
                    <a:gd name="connsiteY0-1782" fmla="*/ 5024 h 1065057"/>
                    <a:gd name="connsiteX1-1783" fmla="*/ 940859 w 2453136"/>
                    <a:gd name="connsiteY1-1784" fmla="*/ 20097 h 1065057"/>
                    <a:gd name="connsiteX2-1785" fmla="*/ 1071487 w 2453136"/>
                    <a:gd name="connsiteY2-1786" fmla="*/ 55266 h 1065057"/>
                    <a:gd name="connsiteX3-1787" fmla="*/ 1141826 w 2453136"/>
                    <a:gd name="connsiteY3-1788" fmla="*/ 90435 h 1065057"/>
                    <a:gd name="connsiteX4-1789" fmla="*/ 1232261 w 2453136"/>
                    <a:gd name="connsiteY4-1790" fmla="*/ 145701 h 1065057"/>
                    <a:gd name="connsiteX5-1791" fmla="*/ 1322696 w 2453136"/>
                    <a:gd name="connsiteY5-1792" fmla="*/ 185894 h 1065057"/>
                    <a:gd name="connsiteX6-1793" fmla="*/ 1428204 w 2453136"/>
                    <a:gd name="connsiteY6-1794" fmla="*/ 211015 h 1065057"/>
                    <a:gd name="connsiteX7-1795" fmla="*/ 1594001 w 2453136"/>
                    <a:gd name="connsiteY7-1796" fmla="*/ 236136 h 1065057"/>
                    <a:gd name="connsiteX8-1797" fmla="*/ 1749751 w 2453136"/>
                    <a:gd name="connsiteY8-1798" fmla="*/ 236136 h 1065057"/>
                    <a:gd name="connsiteX9-1799" fmla="*/ 2091395 w 2453136"/>
                    <a:gd name="connsiteY9-1800" fmla="*/ 231112 h 1065057"/>
                    <a:gd name="connsiteX10-1801" fmla="*/ 2257193 w 2453136"/>
                    <a:gd name="connsiteY10-1802" fmla="*/ 231112 h 1065057"/>
                    <a:gd name="connsiteX11-1803" fmla="*/ 2327531 w 2453136"/>
                    <a:gd name="connsiteY11-1804" fmla="*/ 246185 h 1065057"/>
                    <a:gd name="connsiteX12-1805" fmla="*/ 2412942 w 2453136"/>
                    <a:gd name="connsiteY12-1806" fmla="*/ 291402 h 1065057"/>
                    <a:gd name="connsiteX13-1807" fmla="*/ 2443087 w 2453136"/>
                    <a:gd name="connsiteY13-1808" fmla="*/ 401934 h 1065057"/>
                    <a:gd name="connsiteX14-1809" fmla="*/ 2453136 w 2453136"/>
                    <a:gd name="connsiteY14-1810" fmla="*/ 567732 h 1065057"/>
                    <a:gd name="connsiteX15-1811" fmla="*/ 2387821 w 2453136"/>
                    <a:gd name="connsiteY15-1812" fmla="*/ 758651 h 1065057"/>
                    <a:gd name="connsiteX16-1813" fmla="*/ 2196903 w 2453136"/>
                    <a:gd name="connsiteY16-1814" fmla="*/ 859134 h 1065057"/>
                    <a:gd name="connsiteX17-1815" fmla="*/ 945883 w 2453136"/>
                    <a:gd name="connsiteY17-1816" fmla="*/ 999811 h 1065057"/>
                    <a:gd name="connsiteX18-1817" fmla="*/ 594190 w 2453136"/>
                    <a:gd name="connsiteY18-1818" fmla="*/ 1040004 h 1065057"/>
                    <a:gd name="connsiteX19-1819" fmla="*/ 217377 w 2453136"/>
                    <a:gd name="connsiteY19-1820" fmla="*/ 1055078 h 1065057"/>
                    <a:gd name="connsiteX20-1821" fmla="*/ 21434 w 2453136"/>
                    <a:gd name="connsiteY20-1822" fmla="*/ 884255 h 1065057"/>
                    <a:gd name="connsiteX21-1823" fmla="*/ 16410 w 2453136"/>
                    <a:gd name="connsiteY21-1824" fmla="*/ 663191 h 1065057"/>
                    <a:gd name="connsiteX22-1825" fmla="*/ 121918 w 2453136"/>
                    <a:gd name="connsiteY22-1826" fmla="*/ 351692 h 1065057"/>
                    <a:gd name="connsiteX23-1827" fmla="*/ 272643 w 2453136"/>
                    <a:gd name="connsiteY23-1828" fmla="*/ 145701 h 1065057"/>
                    <a:gd name="connsiteX24-1829" fmla="*/ 488683 w 2453136"/>
                    <a:gd name="connsiteY24-1830" fmla="*/ 40193 h 1065057"/>
                    <a:gd name="connsiteX25-1831" fmla="*/ 684626 w 2453136"/>
                    <a:gd name="connsiteY25-1832" fmla="*/ 0 h 1065057"/>
                    <a:gd name="connsiteX26-1833" fmla="*/ 820278 w 2453136"/>
                    <a:gd name="connsiteY26-1834" fmla="*/ 5024 h 1065057"/>
                    <a:gd name="connsiteX0-1835" fmla="*/ 820278 w 2453136"/>
                    <a:gd name="connsiteY0-1836" fmla="*/ 5024 h 1065057"/>
                    <a:gd name="connsiteX1-1837" fmla="*/ 940859 w 2453136"/>
                    <a:gd name="connsiteY1-1838" fmla="*/ 20097 h 1065057"/>
                    <a:gd name="connsiteX2-1839" fmla="*/ 1071487 w 2453136"/>
                    <a:gd name="connsiteY2-1840" fmla="*/ 55266 h 1065057"/>
                    <a:gd name="connsiteX3-1841" fmla="*/ 1141826 w 2453136"/>
                    <a:gd name="connsiteY3-1842" fmla="*/ 90435 h 1065057"/>
                    <a:gd name="connsiteX4-1843" fmla="*/ 1232261 w 2453136"/>
                    <a:gd name="connsiteY4-1844" fmla="*/ 145701 h 1065057"/>
                    <a:gd name="connsiteX5-1845" fmla="*/ 1322696 w 2453136"/>
                    <a:gd name="connsiteY5-1846" fmla="*/ 185894 h 1065057"/>
                    <a:gd name="connsiteX6-1847" fmla="*/ 1428204 w 2453136"/>
                    <a:gd name="connsiteY6-1848" fmla="*/ 211015 h 1065057"/>
                    <a:gd name="connsiteX7-1849" fmla="*/ 1594001 w 2453136"/>
                    <a:gd name="connsiteY7-1850" fmla="*/ 236136 h 1065057"/>
                    <a:gd name="connsiteX8-1851" fmla="*/ 1749751 w 2453136"/>
                    <a:gd name="connsiteY8-1852" fmla="*/ 236136 h 1065057"/>
                    <a:gd name="connsiteX9-1853" fmla="*/ 2091395 w 2453136"/>
                    <a:gd name="connsiteY9-1854" fmla="*/ 231112 h 1065057"/>
                    <a:gd name="connsiteX10-1855" fmla="*/ 2257193 w 2453136"/>
                    <a:gd name="connsiteY10-1856" fmla="*/ 231112 h 1065057"/>
                    <a:gd name="connsiteX11-1857" fmla="*/ 2327531 w 2453136"/>
                    <a:gd name="connsiteY11-1858" fmla="*/ 246185 h 1065057"/>
                    <a:gd name="connsiteX12-1859" fmla="*/ 2412942 w 2453136"/>
                    <a:gd name="connsiteY12-1860" fmla="*/ 291402 h 1065057"/>
                    <a:gd name="connsiteX13-1861" fmla="*/ 2443087 w 2453136"/>
                    <a:gd name="connsiteY13-1862" fmla="*/ 401934 h 1065057"/>
                    <a:gd name="connsiteX14-1863" fmla="*/ 2453136 w 2453136"/>
                    <a:gd name="connsiteY14-1864" fmla="*/ 567732 h 1065057"/>
                    <a:gd name="connsiteX15-1865" fmla="*/ 2387821 w 2453136"/>
                    <a:gd name="connsiteY15-1866" fmla="*/ 758651 h 1065057"/>
                    <a:gd name="connsiteX16-1867" fmla="*/ 2196903 w 2453136"/>
                    <a:gd name="connsiteY16-1868" fmla="*/ 859134 h 1065057"/>
                    <a:gd name="connsiteX17-1869" fmla="*/ 945883 w 2453136"/>
                    <a:gd name="connsiteY17-1870" fmla="*/ 999811 h 1065057"/>
                    <a:gd name="connsiteX18-1871" fmla="*/ 594190 w 2453136"/>
                    <a:gd name="connsiteY18-1872" fmla="*/ 1040004 h 1065057"/>
                    <a:gd name="connsiteX19-1873" fmla="*/ 217377 w 2453136"/>
                    <a:gd name="connsiteY19-1874" fmla="*/ 1055078 h 1065057"/>
                    <a:gd name="connsiteX20-1875" fmla="*/ 21434 w 2453136"/>
                    <a:gd name="connsiteY20-1876" fmla="*/ 884255 h 1065057"/>
                    <a:gd name="connsiteX21-1877" fmla="*/ 16410 w 2453136"/>
                    <a:gd name="connsiteY21-1878" fmla="*/ 663191 h 1065057"/>
                    <a:gd name="connsiteX22-1879" fmla="*/ 121918 w 2453136"/>
                    <a:gd name="connsiteY22-1880" fmla="*/ 351692 h 1065057"/>
                    <a:gd name="connsiteX23-1881" fmla="*/ 272643 w 2453136"/>
                    <a:gd name="connsiteY23-1882" fmla="*/ 145701 h 1065057"/>
                    <a:gd name="connsiteX24-1883" fmla="*/ 488683 w 2453136"/>
                    <a:gd name="connsiteY24-1884" fmla="*/ 40193 h 1065057"/>
                    <a:gd name="connsiteX25-1885" fmla="*/ 684626 w 2453136"/>
                    <a:gd name="connsiteY25-1886" fmla="*/ 0 h 1065057"/>
                    <a:gd name="connsiteX26-1887" fmla="*/ 820278 w 2453136"/>
                    <a:gd name="connsiteY26-1888" fmla="*/ 5024 h 1065057"/>
                    <a:gd name="connsiteX0-1889" fmla="*/ 820278 w 2443087"/>
                    <a:gd name="connsiteY0-1890" fmla="*/ 5024 h 1065057"/>
                    <a:gd name="connsiteX1-1891" fmla="*/ 940859 w 2443087"/>
                    <a:gd name="connsiteY1-1892" fmla="*/ 20097 h 1065057"/>
                    <a:gd name="connsiteX2-1893" fmla="*/ 1071487 w 2443087"/>
                    <a:gd name="connsiteY2-1894" fmla="*/ 55266 h 1065057"/>
                    <a:gd name="connsiteX3-1895" fmla="*/ 1141826 w 2443087"/>
                    <a:gd name="connsiteY3-1896" fmla="*/ 90435 h 1065057"/>
                    <a:gd name="connsiteX4-1897" fmla="*/ 1232261 w 2443087"/>
                    <a:gd name="connsiteY4-1898" fmla="*/ 145701 h 1065057"/>
                    <a:gd name="connsiteX5-1899" fmla="*/ 1322696 w 2443087"/>
                    <a:gd name="connsiteY5-1900" fmla="*/ 185894 h 1065057"/>
                    <a:gd name="connsiteX6-1901" fmla="*/ 1428204 w 2443087"/>
                    <a:gd name="connsiteY6-1902" fmla="*/ 211015 h 1065057"/>
                    <a:gd name="connsiteX7-1903" fmla="*/ 1594001 w 2443087"/>
                    <a:gd name="connsiteY7-1904" fmla="*/ 236136 h 1065057"/>
                    <a:gd name="connsiteX8-1905" fmla="*/ 1749751 w 2443087"/>
                    <a:gd name="connsiteY8-1906" fmla="*/ 236136 h 1065057"/>
                    <a:gd name="connsiteX9-1907" fmla="*/ 2091395 w 2443087"/>
                    <a:gd name="connsiteY9-1908" fmla="*/ 231112 h 1065057"/>
                    <a:gd name="connsiteX10-1909" fmla="*/ 2257193 w 2443087"/>
                    <a:gd name="connsiteY10-1910" fmla="*/ 231112 h 1065057"/>
                    <a:gd name="connsiteX11-1911" fmla="*/ 2327531 w 2443087"/>
                    <a:gd name="connsiteY11-1912" fmla="*/ 246185 h 1065057"/>
                    <a:gd name="connsiteX12-1913" fmla="*/ 2412942 w 2443087"/>
                    <a:gd name="connsiteY12-1914" fmla="*/ 291402 h 1065057"/>
                    <a:gd name="connsiteX13-1915" fmla="*/ 2443087 w 2443087"/>
                    <a:gd name="connsiteY13-1916" fmla="*/ 401934 h 1065057"/>
                    <a:gd name="connsiteX14-1917" fmla="*/ 2433039 w 2443087"/>
                    <a:gd name="connsiteY14-1918" fmla="*/ 537587 h 1065057"/>
                    <a:gd name="connsiteX15-1919" fmla="*/ 2387821 w 2443087"/>
                    <a:gd name="connsiteY15-1920" fmla="*/ 758651 h 1065057"/>
                    <a:gd name="connsiteX16-1921" fmla="*/ 2196903 w 2443087"/>
                    <a:gd name="connsiteY16-1922" fmla="*/ 859134 h 1065057"/>
                    <a:gd name="connsiteX17-1923" fmla="*/ 945883 w 2443087"/>
                    <a:gd name="connsiteY17-1924" fmla="*/ 999811 h 1065057"/>
                    <a:gd name="connsiteX18-1925" fmla="*/ 594190 w 2443087"/>
                    <a:gd name="connsiteY18-1926" fmla="*/ 1040004 h 1065057"/>
                    <a:gd name="connsiteX19-1927" fmla="*/ 217377 w 2443087"/>
                    <a:gd name="connsiteY19-1928" fmla="*/ 1055078 h 1065057"/>
                    <a:gd name="connsiteX20-1929" fmla="*/ 21434 w 2443087"/>
                    <a:gd name="connsiteY20-1930" fmla="*/ 884255 h 1065057"/>
                    <a:gd name="connsiteX21-1931" fmla="*/ 16410 w 2443087"/>
                    <a:gd name="connsiteY21-1932" fmla="*/ 663191 h 1065057"/>
                    <a:gd name="connsiteX22-1933" fmla="*/ 121918 w 2443087"/>
                    <a:gd name="connsiteY22-1934" fmla="*/ 351692 h 1065057"/>
                    <a:gd name="connsiteX23-1935" fmla="*/ 272643 w 2443087"/>
                    <a:gd name="connsiteY23-1936" fmla="*/ 145701 h 1065057"/>
                    <a:gd name="connsiteX24-1937" fmla="*/ 488683 w 2443087"/>
                    <a:gd name="connsiteY24-1938" fmla="*/ 40193 h 1065057"/>
                    <a:gd name="connsiteX25-1939" fmla="*/ 684626 w 2443087"/>
                    <a:gd name="connsiteY25-1940" fmla="*/ 0 h 1065057"/>
                    <a:gd name="connsiteX26-1941" fmla="*/ 820278 w 2443087"/>
                    <a:gd name="connsiteY26-1942" fmla="*/ 5024 h 1065057"/>
                    <a:gd name="connsiteX0-1943" fmla="*/ 820278 w 2433039"/>
                    <a:gd name="connsiteY0-1944" fmla="*/ 5024 h 1065057"/>
                    <a:gd name="connsiteX1-1945" fmla="*/ 940859 w 2433039"/>
                    <a:gd name="connsiteY1-1946" fmla="*/ 20097 h 1065057"/>
                    <a:gd name="connsiteX2-1947" fmla="*/ 1071487 w 2433039"/>
                    <a:gd name="connsiteY2-1948" fmla="*/ 55266 h 1065057"/>
                    <a:gd name="connsiteX3-1949" fmla="*/ 1141826 w 2433039"/>
                    <a:gd name="connsiteY3-1950" fmla="*/ 90435 h 1065057"/>
                    <a:gd name="connsiteX4-1951" fmla="*/ 1232261 w 2433039"/>
                    <a:gd name="connsiteY4-1952" fmla="*/ 145701 h 1065057"/>
                    <a:gd name="connsiteX5-1953" fmla="*/ 1322696 w 2433039"/>
                    <a:gd name="connsiteY5-1954" fmla="*/ 185894 h 1065057"/>
                    <a:gd name="connsiteX6-1955" fmla="*/ 1428204 w 2433039"/>
                    <a:gd name="connsiteY6-1956" fmla="*/ 211015 h 1065057"/>
                    <a:gd name="connsiteX7-1957" fmla="*/ 1594001 w 2433039"/>
                    <a:gd name="connsiteY7-1958" fmla="*/ 236136 h 1065057"/>
                    <a:gd name="connsiteX8-1959" fmla="*/ 1749751 w 2433039"/>
                    <a:gd name="connsiteY8-1960" fmla="*/ 236136 h 1065057"/>
                    <a:gd name="connsiteX9-1961" fmla="*/ 2091395 w 2433039"/>
                    <a:gd name="connsiteY9-1962" fmla="*/ 231112 h 1065057"/>
                    <a:gd name="connsiteX10-1963" fmla="*/ 2257193 w 2433039"/>
                    <a:gd name="connsiteY10-1964" fmla="*/ 231112 h 1065057"/>
                    <a:gd name="connsiteX11-1965" fmla="*/ 2327531 w 2433039"/>
                    <a:gd name="connsiteY11-1966" fmla="*/ 246185 h 1065057"/>
                    <a:gd name="connsiteX12-1967" fmla="*/ 2412942 w 2433039"/>
                    <a:gd name="connsiteY12-1968" fmla="*/ 291402 h 1065057"/>
                    <a:gd name="connsiteX13-1969" fmla="*/ 2422991 w 2433039"/>
                    <a:gd name="connsiteY13-1970" fmla="*/ 376813 h 1065057"/>
                    <a:gd name="connsiteX14-1971" fmla="*/ 2433039 w 2433039"/>
                    <a:gd name="connsiteY14-1972" fmla="*/ 537587 h 1065057"/>
                    <a:gd name="connsiteX15-1973" fmla="*/ 2387821 w 2433039"/>
                    <a:gd name="connsiteY15-1974" fmla="*/ 758651 h 1065057"/>
                    <a:gd name="connsiteX16-1975" fmla="*/ 2196903 w 2433039"/>
                    <a:gd name="connsiteY16-1976" fmla="*/ 859134 h 1065057"/>
                    <a:gd name="connsiteX17-1977" fmla="*/ 945883 w 2433039"/>
                    <a:gd name="connsiteY17-1978" fmla="*/ 999811 h 1065057"/>
                    <a:gd name="connsiteX18-1979" fmla="*/ 594190 w 2433039"/>
                    <a:gd name="connsiteY18-1980" fmla="*/ 1040004 h 1065057"/>
                    <a:gd name="connsiteX19-1981" fmla="*/ 217377 w 2433039"/>
                    <a:gd name="connsiteY19-1982" fmla="*/ 1055078 h 1065057"/>
                    <a:gd name="connsiteX20-1983" fmla="*/ 21434 w 2433039"/>
                    <a:gd name="connsiteY20-1984" fmla="*/ 884255 h 1065057"/>
                    <a:gd name="connsiteX21-1985" fmla="*/ 16410 w 2433039"/>
                    <a:gd name="connsiteY21-1986" fmla="*/ 663191 h 1065057"/>
                    <a:gd name="connsiteX22-1987" fmla="*/ 121918 w 2433039"/>
                    <a:gd name="connsiteY22-1988" fmla="*/ 351692 h 1065057"/>
                    <a:gd name="connsiteX23-1989" fmla="*/ 272643 w 2433039"/>
                    <a:gd name="connsiteY23-1990" fmla="*/ 145701 h 1065057"/>
                    <a:gd name="connsiteX24-1991" fmla="*/ 488683 w 2433039"/>
                    <a:gd name="connsiteY24-1992" fmla="*/ 40193 h 1065057"/>
                    <a:gd name="connsiteX25-1993" fmla="*/ 684626 w 2433039"/>
                    <a:gd name="connsiteY25-1994" fmla="*/ 0 h 1065057"/>
                    <a:gd name="connsiteX26-1995" fmla="*/ 820278 w 2433039"/>
                    <a:gd name="connsiteY26-1996" fmla="*/ 5024 h 1065057"/>
                    <a:gd name="connsiteX0-1997" fmla="*/ 820278 w 2434575"/>
                    <a:gd name="connsiteY0-1998" fmla="*/ 5024 h 1065057"/>
                    <a:gd name="connsiteX1-1999" fmla="*/ 940859 w 2434575"/>
                    <a:gd name="connsiteY1-2000" fmla="*/ 20097 h 1065057"/>
                    <a:gd name="connsiteX2-2001" fmla="*/ 1071487 w 2434575"/>
                    <a:gd name="connsiteY2-2002" fmla="*/ 55266 h 1065057"/>
                    <a:gd name="connsiteX3-2003" fmla="*/ 1141826 w 2434575"/>
                    <a:gd name="connsiteY3-2004" fmla="*/ 90435 h 1065057"/>
                    <a:gd name="connsiteX4-2005" fmla="*/ 1232261 w 2434575"/>
                    <a:gd name="connsiteY4-2006" fmla="*/ 145701 h 1065057"/>
                    <a:gd name="connsiteX5-2007" fmla="*/ 1322696 w 2434575"/>
                    <a:gd name="connsiteY5-2008" fmla="*/ 185894 h 1065057"/>
                    <a:gd name="connsiteX6-2009" fmla="*/ 1428204 w 2434575"/>
                    <a:gd name="connsiteY6-2010" fmla="*/ 211015 h 1065057"/>
                    <a:gd name="connsiteX7-2011" fmla="*/ 1594001 w 2434575"/>
                    <a:gd name="connsiteY7-2012" fmla="*/ 236136 h 1065057"/>
                    <a:gd name="connsiteX8-2013" fmla="*/ 1749751 w 2434575"/>
                    <a:gd name="connsiteY8-2014" fmla="*/ 236136 h 1065057"/>
                    <a:gd name="connsiteX9-2015" fmla="*/ 2091395 w 2434575"/>
                    <a:gd name="connsiteY9-2016" fmla="*/ 231112 h 1065057"/>
                    <a:gd name="connsiteX10-2017" fmla="*/ 2257193 w 2434575"/>
                    <a:gd name="connsiteY10-2018" fmla="*/ 231112 h 1065057"/>
                    <a:gd name="connsiteX11-2019" fmla="*/ 2327531 w 2434575"/>
                    <a:gd name="connsiteY11-2020" fmla="*/ 246185 h 1065057"/>
                    <a:gd name="connsiteX12-2021" fmla="*/ 2412942 w 2434575"/>
                    <a:gd name="connsiteY12-2022" fmla="*/ 291402 h 1065057"/>
                    <a:gd name="connsiteX13-2023" fmla="*/ 2422991 w 2434575"/>
                    <a:gd name="connsiteY13-2024" fmla="*/ 376813 h 1065057"/>
                    <a:gd name="connsiteX14-2025" fmla="*/ 2433039 w 2434575"/>
                    <a:gd name="connsiteY14-2026" fmla="*/ 537587 h 1065057"/>
                    <a:gd name="connsiteX15-2027" fmla="*/ 2387821 w 2434575"/>
                    <a:gd name="connsiteY15-2028" fmla="*/ 758651 h 1065057"/>
                    <a:gd name="connsiteX16-2029" fmla="*/ 2196903 w 2434575"/>
                    <a:gd name="connsiteY16-2030" fmla="*/ 859134 h 1065057"/>
                    <a:gd name="connsiteX17-2031" fmla="*/ 945883 w 2434575"/>
                    <a:gd name="connsiteY17-2032" fmla="*/ 999811 h 1065057"/>
                    <a:gd name="connsiteX18-2033" fmla="*/ 594190 w 2434575"/>
                    <a:gd name="connsiteY18-2034" fmla="*/ 1040004 h 1065057"/>
                    <a:gd name="connsiteX19-2035" fmla="*/ 217377 w 2434575"/>
                    <a:gd name="connsiteY19-2036" fmla="*/ 1055078 h 1065057"/>
                    <a:gd name="connsiteX20-2037" fmla="*/ 21434 w 2434575"/>
                    <a:gd name="connsiteY20-2038" fmla="*/ 884255 h 1065057"/>
                    <a:gd name="connsiteX21-2039" fmla="*/ 16410 w 2434575"/>
                    <a:gd name="connsiteY21-2040" fmla="*/ 663191 h 1065057"/>
                    <a:gd name="connsiteX22-2041" fmla="*/ 121918 w 2434575"/>
                    <a:gd name="connsiteY22-2042" fmla="*/ 351692 h 1065057"/>
                    <a:gd name="connsiteX23-2043" fmla="*/ 272643 w 2434575"/>
                    <a:gd name="connsiteY23-2044" fmla="*/ 145701 h 1065057"/>
                    <a:gd name="connsiteX24-2045" fmla="*/ 488683 w 2434575"/>
                    <a:gd name="connsiteY24-2046" fmla="*/ 40193 h 1065057"/>
                    <a:gd name="connsiteX25-2047" fmla="*/ 684626 w 2434575"/>
                    <a:gd name="connsiteY25-2048" fmla="*/ 0 h 1065057"/>
                    <a:gd name="connsiteX26-2049" fmla="*/ 820278 w 2434575"/>
                    <a:gd name="connsiteY26-2050" fmla="*/ 5024 h 1065057"/>
                    <a:gd name="connsiteX0-2051" fmla="*/ 820278 w 2434575"/>
                    <a:gd name="connsiteY0-2052" fmla="*/ 7188 h 1067221"/>
                    <a:gd name="connsiteX1-2053" fmla="*/ 940859 w 2434575"/>
                    <a:gd name="connsiteY1-2054" fmla="*/ 22261 h 1067221"/>
                    <a:gd name="connsiteX2-2055" fmla="*/ 1071487 w 2434575"/>
                    <a:gd name="connsiteY2-2056" fmla="*/ 57430 h 1067221"/>
                    <a:gd name="connsiteX3-2057" fmla="*/ 1141826 w 2434575"/>
                    <a:gd name="connsiteY3-2058" fmla="*/ 92599 h 1067221"/>
                    <a:gd name="connsiteX4-2059" fmla="*/ 1232261 w 2434575"/>
                    <a:gd name="connsiteY4-2060" fmla="*/ 147865 h 1067221"/>
                    <a:gd name="connsiteX5-2061" fmla="*/ 1322696 w 2434575"/>
                    <a:gd name="connsiteY5-2062" fmla="*/ 188058 h 1067221"/>
                    <a:gd name="connsiteX6-2063" fmla="*/ 1428204 w 2434575"/>
                    <a:gd name="connsiteY6-2064" fmla="*/ 213179 h 1067221"/>
                    <a:gd name="connsiteX7-2065" fmla="*/ 1594001 w 2434575"/>
                    <a:gd name="connsiteY7-2066" fmla="*/ 238300 h 1067221"/>
                    <a:gd name="connsiteX8-2067" fmla="*/ 1749751 w 2434575"/>
                    <a:gd name="connsiteY8-2068" fmla="*/ 238300 h 1067221"/>
                    <a:gd name="connsiteX9-2069" fmla="*/ 2091395 w 2434575"/>
                    <a:gd name="connsiteY9-2070" fmla="*/ 233276 h 1067221"/>
                    <a:gd name="connsiteX10-2071" fmla="*/ 2257193 w 2434575"/>
                    <a:gd name="connsiteY10-2072" fmla="*/ 233276 h 1067221"/>
                    <a:gd name="connsiteX11-2073" fmla="*/ 2327531 w 2434575"/>
                    <a:gd name="connsiteY11-2074" fmla="*/ 248349 h 1067221"/>
                    <a:gd name="connsiteX12-2075" fmla="*/ 2412942 w 2434575"/>
                    <a:gd name="connsiteY12-2076" fmla="*/ 293566 h 1067221"/>
                    <a:gd name="connsiteX13-2077" fmla="*/ 2422991 w 2434575"/>
                    <a:gd name="connsiteY13-2078" fmla="*/ 378977 h 1067221"/>
                    <a:gd name="connsiteX14-2079" fmla="*/ 2433039 w 2434575"/>
                    <a:gd name="connsiteY14-2080" fmla="*/ 539751 h 1067221"/>
                    <a:gd name="connsiteX15-2081" fmla="*/ 2387821 w 2434575"/>
                    <a:gd name="connsiteY15-2082" fmla="*/ 760815 h 1067221"/>
                    <a:gd name="connsiteX16-2083" fmla="*/ 2196903 w 2434575"/>
                    <a:gd name="connsiteY16-2084" fmla="*/ 861298 h 1067221"/>
                    <a:gd name="connsiteX17-2085" fmla="*/ 945883 w 2434575"/>
                    <a:gd name="connsiteY17-2086" fmla="*/ 1001975 h 1067221"/>
                    <a:gd name="connsiteX18-2087" fmla="*/ 594190 w 2434575"/>
                    <a:gd name="connsiteY18-2088" fmla="*/ 1042168 h 1067221"/>
                    <a:gd name="connsiteX19-2089" fmla="*/ 217377 w 2434575"/>
                    <a:gd name="connsiteY19-2090" fmla="*/ 1057242 h 1067221"/>
                    <a:gd name="connsiteX20-2091" fmla="*/ 21434 w 2434575"/>
                    <a:gd name="connsiteY20-2092" fmla="*/ 886419 h 1067221"/>
                    <a:gd name="connsiteX21-2093" fmla="*/ 16410 w 2434575"/>
                    <a:gd name="connsiteY21-2094" fmla="*/ 665355 h 1067221"/>
                    <a:gd name="connsiteX22-2095" fmla="*/ 121918 w 2434575"/>
                    <a:gd name="connsiteY22-2096" fmla="*/ 353856 h 1067221"/>
                    <a:gd name="connsiteX23-2097" fmla="*/ 272643 w 2434575"/>
                    <a:gd name="connsiteY23-2098" fmla="*/ 147865 h 1067221"/>
                    <a:gd name="connsiteX24-2099" fmla="*/ 488683 w 2434575"/>
                    <a:gd name="connsiteY24-2100" fmla="*/ 42357 h 1067221"/>
                    <a:gd name="connsiteX25-2101" fmla="*/ 684626 w 2434575"/>
                    <a:gd name="connsiteY25-2102" fmla="*/ 2164 h 1067221"/>
                    <a:gd name="connsiteX26-2103" fmla="*/ 820278 w 2434575"/>
                    <a:gd name="connsiteY26-2104" fmla="*/ 7188 h 1067221"/>
                    <a:gd name="connsiteX0-2105" fmla="*/ 820278 w 2434575"/>
                    <a:gd name="connsiteY0-2106" fmla="*/ 10480 h 1070513"/>
                    <a:gd name="connsiteX1-2107" fmla="*/ 940859 w 2434575"/>
                    <a:gd name="connsiteY1-2108" fmla="*/ 25553 h 1070513"/>
                    <a:gd name="connsiteX2-2109" fmla="*/ 1071487 w 2434575"/>
                    <a:gd name="connsiteY2-2110" fmla="*/ 60722 h 1070513"/>
                    <a:gd name="connsiteX3-2111" fmla="*/ 1141826 w 2434575"/>
                    <a:gd name="connsiteY3-2112" fmla="*/ 95891 h 1070513"/>
                    <a:gd name="connsiteX4-2113" fmla="*/ 1232261 w 2434575"/>
                    <a:gd name="connsiteY4-2114" fmla="*/ 151157 h 1070513"/>
                    <a:gd name="connsiteX5-2115" fmla="*/ 1322696 w 2434575"/>
                    <a:gd name="connsiteY5-2116" fmla="*/ 191350 h 1070513"/>
                    <a:gd name="connsiteX6-2117" fmla="*/ 1428204 w 2434575"/>
                    <a:gd name="connsiteY6-2118" fmla="*/ 216471 h 1070513"/>
                    <a:gd name="connsiteX7-2119" fmla="*/ 1594001 w 2434575"/>
                    <a:gd name="connsiteY7-2120" fmla="*/ 241592 h 1070513"/>
                    <a:gd name="connsiteX8-2121" fmla="*/ 1749751 w 2434575"/>
                    <a:gd name="connsiteY8-2122" fmla="*/ 241592 h 1070513"/>
                    <a:gd name="connsiteX9-2123" fmla="*/ 2091395 w 2434575"/>
                    <a:gd name="connsiteY9-2124" fmla="*/ 236568 h 1070513"/>
                    <a:gd name="connsiteX10-2125" fmla="*/ 2257193 w 2434575"/>
                    <a:gd name="connsiteY10-2126" fmla="*/ 236568 h 1070513"/>
                    <a:gd name="connsiteX11-2127" fmla="*/ 2327531 w 2434575"/>
                    <a:gd name="connsiteY11-2128" fmla="*/ 251641 h 1070513"/>
                    <a:gd name="connsiteX12-2129" fmla="*/ 2412942 w 2434575"/>
                    <a:gd name="connsiteY12-2130" fmla="*/ 296858 h 1070513"/>
                    <a:gd name="connsiteX13-2131" fmla="*/ 2422991 w 2434575"/>
                    <a:gd name="connsiteY13-2132" fmla="*/ 382269 h 1070513"/>
                    <a:gd name="connsiteX14-2133" fmla="*/ 2433039 w 2434575"/>
                    <a:gd name="connsiteY14-2134" fmla="*/ 543043 h 1070513"/>
                    <a:gd name="connsiteX15-2135" fmla="*/ 2387821 w 2434575"/>
                    <a:gd name="connsiteY15-2136" fmla="*/ 764107 h 1070513"/>
                    <a:gd name="connsiteX16-2137" fmla="*/ 2196903 w 2434575"/>
                    <a:gd name="connsiteY16-2138" fmla="*/ 864590 h 1070513"/>
                    <a:gd name="connsiteX17-2139" fmla="*/ 945883 w 2434575"/>
                    <a:gd name="connsiteY17-2140" fmla="*/ 1005267 h 1070513"/>
                    <a:gd name="connsiteX18-2141" fmla="*/ 594190 w 2434575"/>
                    <a:gd name="connsiteY18-2142" fmla="*/ 1045460 h 1070513"/>
                    <a:gd name="connsiteX19-2143" fmla="*/ 217377 w 2434575"/>
                    <a:gd name="connsiteY19-2144" fmla="*/ 1060534 h 1070513"/>
                    <a:gd name="connsiteX20-2145" fmla="*/ 21434 w 2434575"/>
                    <a:gd name="connsiteY20-2146" fmla="*/ 889711 h 1070513"/>
                    <a:gd name="connsiteX21-2147" fmla="*/ 16410 w 2434575"/>
                    <a:gd name="connsiteY21-2148" fmla="*/ 668647 h 1070513"/>
                    <a:gd name="connsiteX22-2149" fmla="*/ 121918 w 2434575"/>
                    <a:gd name="connsiteY22-2150" fmla="*/ 357148 h 1070513"/>
                    <a:gd name="connsiteX23-2151" fmla="*/ 272643 w 2434575"/>
                    <a:gd name="connsiteY23-2152" fmla="*/ 151157 h 1070513"/>
                    <a:gd name="connsiteX24-2153" fmla="*/ 488683 w 2434575"/>
                    <a:gd name="connsiteY24-2154" fmla="*/ 45649 h 1070513"/>
                    <a:gd name="connsiteX25-2155" fmla="*/ 684626 w 2434575"/>
                    <a:gd name="connsiteY25-2156" fmla="*/ 5456 h 1070513"/>
                    <a:gd name="connsiteX26-2157" fmla="*/ 820278 w 2434575"/>
                    <a:gd name="connsiteY26-2158" fmla="*/ 10480 h 1070513"/>
                    <a:gd name="connsiteX0-2159" fmla="*/ 820278 w 2434575"/>
                    <a:gd name="connsiteY0-2160" fmla="*/ 7153 h 1067186"/>
                    <a:gd name="connsiteX1-2161" fmla="*/ 940859 w 2434575"/>
                    <a:gd name="connsiteY1-2162" fmla="*/ 22226 h 1067186"/>
                    <a:gd name="connsiteX2-2163" fmla="*/ 1071487 w 2434575"/>
                    <a:gd name="connsiteY2-2164" fmla="*/ 57395 h 1067186"/>
                    <a:gd name="connsiteX3-2165" fmla="*/ 1141826 w 2434575"/>
                    <a:gd name="connsiteY3-2166" fmla="*/ 92564 h 1067186"/>
                    <a:gd name="connsiteX4-2167" fmla="*/ 1232261 w 2434575"/>
                    <a:gd name="connsiteY4-2168" fmla="*/ 147830 h 1067186"/>
                    <a:gd name="connsiteX5-2169" fmla="*/ 1322696 w 2434575"/>
                    <a:gd name="connsiteY5-2170" fmla="*/ 188023 h 1067186"/>
                    <a:gd name="connsiteX6-2171" fmla="*/ 1428204 w 2434575"/>
                    <a:gd name="connsiteY6-2172" fmla="*/ 213144 h 1067186"/>
                    <a:gd name="connsiteX7-2173" fmla="*/ 1594001 w 2434575"/>
                    <a:gd name="connsiteY7-2174" fmla="*/ 238265 h 1067186"/>
                    <a:gd name="connsiteX8-2175" fmla="*/ 1749751 w 2434575"/>
                    <a:gd name="connsiteY8-2176" fmla="*/ 238265 h 1067186"/>
                    <a:gd name="connsiteX9-2177" fmla="*/ 2091395 w 2434575"/>
                    <a:gd name="connsiteY9-2178" fmla="*/ 233241 h 1067186"/>
                    <a:gd name="connsiteX10-2179" fmla="*/ 2257193 w 2434575"/>
                    <a:gd name="connsiteY10-2180" fmla="*/ 233241 h 1067186"/>
                    <a:gd name="connsiteX11-2181" fmla="*/ 2327531 w 2434575"/>
                    <a:gd name="connsiteY11-2182" fmla="*/ 248314 h 1067186"/>
                    <a:gd name="connsiteX12-2183" fmla="*/ 2412942 w 2434575"/>
                    <a:gd name="connsiteY12-2184" fmla="*/ 293531 h 1067186"/>
                    <a:gd name="connsiteX13-2185" fmla="*/ 2422991 w 2434575"/>
                    <a:gd name="connsiteY13-2186" fmla="*/ 378942 h 1067186"/>
                    <a:gd name="connsiteX14-2187" fmla="*/ 2433039 w 2434575"/>
                    <a:gd name="connsiteY14-2188" fmla="*/ 539716 h 1067186"/>
                    <a:gd name="connsiteX15-2189" fmla="*/ 2387821 w 2434575"/>
                    <a:gd name="connsiteY15-2190" fmla="*/ 760780 h 1067186"/>
                    <a:gd name="connsiteX16-2191" fmla="*/ 2196903 w 2434575"/>
                    <a:gd name="connsiteY16-2192" fmla="*/ 861263 h 1067186"/>
                    <a:gd name="connsiteX17-2193" fmla="*/ 945883 w 2434575"/>
                    <a:gd name="connsiteY17-2194" fmla="*/ 1001940 h 1067186"/>
                    <a:gd name="connsiteX18-2195" fmla="*/ 594190 w 2434575"/>
                    <a:gd name="connsiteY18-2196" fmla="*/ 1042133 h 1067186"/>
                    <a:gd name="connsiteX19-2197" fmla="*/ 217377 w 2434575"/>
                    <a:gd name="connsiteY19-2198" fmla="*/ 1057207 h 1067186"/>
                    <a:gd name="connsiteX20-2199" fmla="*/ 21434 w 2434575"/>
                    <a:gd name="connsiteY20-2200" fmla="*/ 886384 h 1067186"/>
                    <a:gd name="connsiteX21-2201" fmla="*/ 16410 w 2434575"/>
                    <a:gd name="connsiteY21-2202" fmla="*/ 665320 h 1067186"/>
                    <a:gd name="connsiteX22-2203" fmla="*/ 121918 w 2434575"/>
                    <a:gd name="connsiteY22-2204" fmla="*/ 353821 h 1067186"/>
                    <a:gd name="connsiteX23-2205" fmla="*/ 272643 w 2434575"/>
                    <a:gd name="connsiteY23-2206" fmla="*/ 147830 h 1067186"/>
                    <a:gd name="connsiteX24-2207" fmla="*/ 488683 w 2434575"/>
                    <a:gd name="connsiteY24-2208" fmla="*/ 42322 h 1067186"/>
                    <a:gd name="connsiteX25-2209" fmla="*/ 684626 w 2434575"/>
                    <a:gd name="connsiteY25-2210" fmla="*/ 2129 h 1067186"/>
                    <a:gd name="connsiteX26-2211" fmla="*/ 820278 w 2434575"/>
                    <a:gd name="connsiteY26-2212" fmla="*/ 7153 h 1067186"/>
                    <a:gd name="connsiteX0-2213" fmla="*/ 820278 w 2434575"/>
                    <a:gd name="connsiteY0-2214" fmla="*/ 7153 h 1067186"/>
                    <a:gd name="connsiteX1-2215" fmla="*/ 940859 w 2434575"/>
                    <a:gd name="connsiteY1-2216" fmla="*/ 22226 h 1067186"/>
                    <a:gd name="connsiteX2-2217" fmla="*/ 1071487 w 2434575"/>
                    <a:gd name="connsiteY2-2218" fmla="*/ 57395 h 1067186"/>
                    <a:gd name="connsiteX3-2219" fmla="*/ 1141826 w 2434575"/>
                    <a:gd name="connsiteY3-2220" fmla="*/ 92564 h 1067186"/>
                    <a:gd name="connsiteX4-2221" fmla="*/ 1232261 w 2434575"/>
                    <a:gd name="connsiteY4-2222" fmla="*/ 147830 h 1067186"/>
                    <a:gd name="connsiteX5-2223" fmla="*/ 1322696 w 2434575"/>
                    <a:gd name="connsiteY5-2224" fmla="*/ 188023 h 1067186"/>
                    <a:gd name="connsiteX6-2225" fmla="*/ 1428204 w 2434575"/>
                    <a:gd name="connsiteY6-2226" fmla="*/ 213144 h 1067186"/>
                    <a:gd name="connsiteX7-2227" fmla="*/ 1594001 w 2434575"/>
                    <a:gd name="connsiteY7-2228" fmla="*/ 238265 h 1067186"/>
                    <a:gd name="connsiteX8-2229" fmla="*/ 1749751 w 2434575"/>
                    <a:gd name="connsiteY8-2230" fmla="*/ 238265 h 1067186"/>
                    <a:gd name="connsiteX9-2231" fmla="*/ 2091395 w 2434575"/>
                    <a:gd name="connsiteY9-2232" fmla="*/ 233241 h 1067186"/>
                    <a:gd name="connsiteX10-2233" fmla="*/ 2257193 w 2434575"/>
                    <a:gd name="connsiteY10-2234" fmla="*/ 233241 h 1067186"/>
                    <a:gd name="connsiteX11-2235" fmla="*/ 2327531 w 2434575"/>
                    <a:gd name="connsiteY11-2236" fmla="*/ 248314 h 1067186"/>
                    <a:gd name="connsiteX12-2237" fmla="*/ 2412942 w 2434575"/>
                    <a:gd name="connsiteY12-2238" fmla="*/ 293531 h 1067186"/>
                    <a:gd name="connsiteX13-2239" fmla="*/ 2422991 w 2434575"/>
                    <a:gd name="connsiteY13-2240" fmla="*/ 378942 h 1067186"/>
                    <a:gd name="connsiteX14-2241" fmla="*/ 2433039 w 2434575"/>
                    <a:gd name="connsiteY14-2242" fmla="*/ 539716 h 1067186"/>
                    <a:gd name="connsiteX15-2243" fmla="*/ 2387821 w 2434575"/>
                    <a:gd name="connsiteY15-2244" fmla="*/ 760780 h 1067186"/>
                    <a:gd name="connsiteX16-2245" fmla="*/ 2196903 w 2434575"/>
                    <a:gd name="connsiteY16-2246" fmla="*/ 861263 h 1067186"/>
                    <a:gd name="connsiteX17-2247" fmla="*/ 945883 w 2434575"/>
                    <a:gd name="connsiteY17-2248" fmla="*/ 1001940 h 1067186"/>
                    <a:gd name="connsiteX18-2249" fmla="*/ 594190 w 2434575"/>
                    <a:gd name="connsiteY18-2250" fmla="*/ 1042133 h 1067186"/>
                    <a:gd name="connsiteX19-2251" fmla="*/ 217377 w 2434575"/>
                    <a:gd name="connsiteY19-2252" fmla="*/ 1057207 h 1067186"/>
                    <a:gd name="connsiteX20-2253" fmla="*/ 21434 w 2434575"/>
                    <a:gd name="connsiteY20-2254" fmla="*/ 886384 h 1067186"/>
                    <a:gd name="connsiteX21-2255" fmla="*/ 16410 w 2434575"/>
                    <a:gd name="connsiteY21-2256" fmla="*/ 665320 h 1067186"/>
                    <a:gd name="connsiteX22-2257" fmla="*/ 121918 w 2434575"/>
                    <a:gd name="connsiteY22-2258" fmla="*/ 353821 h 1067186"/>
                    <a:gd name="connsiteX23-2259" fmla="*/ 272643 w 2434575"/>
                    <a:gd name="connsiteY23-2260" fmla="*/ 147830 h 1067186"/>
                    <a:gd name="connsiteX24-2261" fmla="*/ 488683 w 2434575"/>
                    <a:gd name="connsiteY24-2262" fmla="*/ 42322 h 1067186"/>
                    <a:gd name="connsiteX25-2263" fmla="*/ 684626 w 2434575"/>
                    <a:gd name="connsiteY25-2264" fmla="*/ 2129 h 1067186"/>
                    <a:gd name="connsiteX26-2265" fmla="*/ 820278 w 2434575"/>
                    <a:gd name="connsiteY26-2266" fmla="*/ 7153 h 1067186"/>
                    <a:gd name="connsiteX0-2267" fmla="*/ 820278 w 2434575"/>
                    <a:gd name="connsiteY0-2268" fmla="*/ 7153 h 1067186"/>
                    <a:gd name="connsiteX1-2269" fmla="*/ 940859 w 2434575"/>
                    <a:gd name="connsiteY1-2270" fmla="*/ 22226 h 1067186"/>
                    <a:gd name="connsiteX2-2271" fmla="*/ 1071487 w 2434575"/>
                    <a:gd name="connsiteY2-2272" fmla="*/ 57395 h 1067186"/>
                    <a:gd name="connsiteX3-2273" fmla="*/ 1141826 w 2434575"/>
                    <a:gd name="connsiteY3-2274" fmla="*/ 92564 h 1067186"/>
                    <a:gd name="connsiteX4-2275" fmla="*/ 1232261 w 2434575"/>
                    <a:gd name="connsiteY4-2276" fmla="*/ 147830 h 1067186"/>
                    <a:gd name="connsiteX5-2277" fmla="*/ 1322696 w 2434575"/>
                    <a:gd name="connsiteY5-2278" fmla="*/ 188023 h 1067186"/>
                    <a:gd name="connsiteX6-2279" fmla="*/ 1428204 w 2434575"/>
                    <a:gd name="connsiteY6-2280" fmla="*/ 213144 h 1067186"/>
                    <a:gd name="connsiteX7-2281" fmla="*/ 1594001 w 2434575"/>
                    <a:gd name="connsiteY7-2282" fmla="*/ 238265 h 1067186"/>
                    <a:gd name="connsiteX8-2283" fmla="*/ 1749751 w 2434575"/>
                    <a:gd name="connsiteY8-2284" fmla="*/ 238265 h 1067186"/>
                    <a:gd name="connsiteX9-2285" fmla="*/ 2091395 w 2434575"/>
                    <a:gd name="connsiteY9-2286" fmla="*/ 233241 h 1067186"/>
                    <a:gd name="connsiteX10-2287" fmla="*/ 2257193 w 2434575"/>
                    <a:gd name="connsiteY10-2288" fmla="*/ 233241 h 1067186"/>
                    <a:gd name="connsiteX11-2289" fmla="*/ 2327531 w 2434575"/>
                    <a:gd name="connsiteY11-2290" fmla="*/ 248314 h 1067186"/>
                    <a:gd name="connsiteX12-2291" fmla="*/ 2412942 w 2434575"/>
                    <a:gd name="connsiteY12-2292" fmla="*/ 293531 h 1067186"/>
                    <a:gd name="connsiteX13-2293" fmla="*/ 2422991 w 2434575"/>
                    <a:gd name="connsiteY13-2294" fmla="*/ 378942 h 1067186"/>
                    <a:gd name="connsiteX14-2295" fmla="*/ 2433039 w 2434575"/>
                    <a:gd name="connsiteY14-2296" fmla="*/ 539716 h 1067186"/>
                    <a:gd name="connsiteX15-2297" fmla="*/ 2387821 w 2434575"/>
                    <a:gd name="connsiteY15-2298" fmla="*/ 760780 h 1067186"/>
                    <a:gd name="connsiteX16-2299" fmla="*/ 2196903 w 2434575"/>
                    <a:gd name="connsiteY16-2300" fmla="*/ 861263 h 1067186"/>
                    <a:gd name="connsiteX17-2301" fmla="*/ 945883 w 2434575"/>
                    <a:gd name="connsiteY17-2302" fmla="*/ 1001940 h 1067186"/>
                    <a:gd name="connsiteX18-2303" fmla="*/ 594190 w 2434575"/>
                    <a:gd name="connsiteY18-2304" fmla="*/ 1042133 h 1067186"/>
                    <a:gd name="connsiteX19-2305" fmla="*/ 217377 w 2434575"/>
                    <a:gd name="connsiteY19-2306" fmla="*/ 1057207 h 1067186"/>
                    <a:gd name="connsiteX20-2307" fmla="*/ 21434 w 2434575"/>
                    <a:gd name="connsiteY20-2308" fmla="*/ 886384 h 1067186"/>
                    <a:gd name="connsiteX21-2309" fmla="*/ 16410 w 2434575"/>
                    <a:gd name="connsiteY21-2310" fmla="*/ 665320 h 1067186"/>
                    <a:gd name="connsiteX22-2311" fmla="*/ 121918 w 2434575"/>
                    <a:gd name="connsiteY22-2312" fmla="*/ 353821 h 1067186"/>
                    <a:gd name="connsiteX23-2313" fmla="*/ 272643 w 2434575"/>
                    <a:gd name="connsiteY23-2314" fmla="*/ 147830 h 1067186"/>
                    <a:gd name="connsiteX24-2315" fmla="*/ 488683 w 2434575"/>
                    <a:gd name="connsiteY24-2316" fmla="*/ 42322 h 1067186"/>
                    <a:gd name="connsiteX25-2317" fmla="*/ 684626 w 2434575"/>
                    <a:gd name="connsiteY25-2318" fmla="*/ 2129 h 1067186"/>
                    <a:gd name="connsiteX26-2319" fmla="*/ 820278 w 2434575"/>
                    <a:gd name="connsiteY26-2320" fmla="*/ 7153 h 1067186"/>
                    <a:gd name="connsiteX0-2321" fmla="*/ 820278 w 2434575"/>
                    <a:gd name="connsiteY0-2322" fmla="*/ 7153 h 1067186"/>
                    <a:gd name="connsiteX1-2323" fmla="*/ 940859 w 2434575"/>
                    <a:gd name="connsiteY1-2324" fmla="*/ 22226 h 1067186"/>
                    <a:gd name="connsiteX2-2325" fmla="*/ 1071487 w 2434575"/>
                    <a:gd name="connsiteY2-2326" fmla="*/ 57395 h 1067186"/>
                    <a:gd name="connsiteX3-2327" fmla="*/ 1141826 w 2434575"/>
                    <a:gd name="connsiteY3-2328" fmla="*/ 92564 h 1067186"/>
                    <a:gd name="connsiteX4-2329" fmla="*/ 1232261 w 2434575"/>
                    <a:gd name="connsiteY4-2330" fmla="*/ 147830 h 1067186"/>
                    <a:gd name="connsiteX5-2331" fmla="*/ 1322696 w 2434575"/>
                    <a:gd name="connsiteY5-2332" fmla="*/ 188023 h 1067186"/>
                    <a:gd name="connsiteX6-2333" fmla="*/ 1428204 w 2434575"/>
                    <a:gd name="connsiteY6-2334" fmla="*/ 213144 h 1067186"/>
                    <a:gd name="connsiteX7-2335" fmla="*/ 1594001 w 2434575"/>
                    <a:gd name="connsiteY7-2336" fmla="*/ 238265 h 1067186"/>
                    <a:gd name="connsiteX8-2337" fmla="*/ 1749751 w 2434575"/>
                    <a:gd name="connsiteY8-2338" fmla="*/ 238265 h 1067186"/>
                    <a:gd name="connsiteX9-2339" fmla="*/ 2091395 w 2434575"/>
                    <a:gd name="connsiteY9-2340" fmla="*/ 233241 h 1067186"/>
                    <a:gd name="connsiteX10-2341" fmla="*/ 2257193 w 2434575"/>
                    <a:gd name="connsiteY10-2342" fmla="*/ 233241 h 1067186"/>
                    <a:gd name="connsiteX11-2343" fmla="*/ 2327531 w 2434575"/>
                    <a:gd name="connsiteY11-2344" fmla="*/ 248314 h 1067186"/>
                    <a:gd name="connsiteX12-2345" fmla="*/ 2412942 w 2434575"/>
                    <a:gd name="connsiteY12-2346" fmla="*/ 293531 h 1067186"/>
                    <a:gd name="connsiteX13-2347" fmla="*/ 2422991 w 2434575"/>
                    <a:gd name="connsiteY13-2348" fmla="*/ 378942 h 1067186"/>
                    <a:gd name="connsiteX14-2349" fmla="*/ 2433039 w 2434575"/>
                    <a:gd name="connsiteY14-2350" fmla="*/ 539716 h 1067186"/>
                    <a:gd name="connsiteX15-2351" fmla="*/ 2387821 w 2434575"/>
                    <a:gd name="connsiteY15-2352" fmla="*/ 760780 h 1067186"/>
                    <a:gd name="connsiteX16-2353" fmla="*/ 2196903 w 2434575"/>
                    <a:gd name="connsiteY16-2354" fmla="*/ 861263 h 1067186"/>
                    <a:gd name="connsiteX17-2355" fmla="*/ 945883 w 2434575"/>
                    <a:gd name="connsiteY17-2356" fmla="*/ 1001940 h 1067186"/>
                    <a:gd name="connsiteX18-2357" fmla="*/ 594190 w 2434575"/>
                    <a:gd name="connsiteY18-2358" fmla="*/ 1042133 h 1067186"/>
                    <a:gd name="connsiteX19-2359" fmla="*/ 217377 w 2434575"/>
                    <a:gd name="connsiteY19-2360" fmla="*/ 1057207 h 1067186"/>
                    <a:gd name="connsiteX20-2361" fmla="*/ 21434 w 2434575"/>
                    <a:gd name="connsiteY20-2362" fmla="*/ 886384 h 1067186"/>
                    <a:gd name="connsiteX21-2363" fmla="*/ 16410 w 2434575"/>
                    <a:gd name="connsiteY21-2364" fmla="*/ 665320 h 1067186"/>
                    <a:gd name="connsiteX22-2365" fmla="*/ 121918 w 2434575"/>
                    <a:gd name="connsiteY22-2366" fmla="*/ 353821 h 1067186"/>
                    <a:gd name="connsiteX23-2367" fmla="*/ 272643 w 2434575"/>
                    <a:gd name="connsiteY23-2368" fmla="*/ 147830 h 1067186"/>
                    <a:gd name="connsiteX24-2369" fmla="*/ 488683 w 2434575"/>
                    <a:gd name="connsiteY24-2370" fmla="*/ 42322 h 1067186"/>
                    <a:gd name="connsiteX25-2371" fmla="*/ 684626 w 2434575"/>
                    <a:gd name="connsiteY25-2372" fmla="*/ 2129 h 1067186"/>
                    <a:gd name="connsiteX26-2373" fmla="*/ 820278 w 2434575"/>
                    <a:gd name="connsiteY26-2374" fmla="*/ 7153 h 1067186"/>
                    <a:gd name="connsiteX0-2375" fmla="*/ 820278 w 2434575"/>
                    <a:gd name="connsiteY0-2376" fmla="*/ 7153 h 1067186"/>
                    <a:gd name="connsiteX1-2377" fmla="*/ 940859 w 2434575"/>
                    <a:gd name="connsiteY1-2378" fmla="*/ 22226 h 1067186"/>
                    <a:gd name="connsiteX2-2379" fmla="*/ 1071487 w 2434575"/>
                    <a:gd name="connsiteY2-2380" fmla="*/ 57395 h 1067186"/>
                    <a:gd name="connsiteX3-2381" fmla="*/ 1141826 w 2434575"/>
                    <a:gd name="connsiteY3-2382" fmla="*/ 92564 h 1067186"/>
                    <a:gd name="connsiteX4-2383" fmla="*/ 1232261 w 2434575"/>
                    <a:gd name="connsiteY4-2384" fmla="*/ 147830 h 1067186"/>
                    <a:gd name="connsiteX5-2385" fmla="*/ 1322696 w 2434575"/>
                    <a:gd name="connsiteY5-2386" fmla="*/ 188023 h 1067186"/>
                    <a:gd name="connsiteX6-2387" fmla="*/ 1428204 w 2434575"/>
                    <a:gd name="connsiteY6-2388" fmla="*/ 213144 h 1067186"/>
                    <a:gd name="connsiteX7-2389" fmla="*/ 1594001 w 2434575"/>
                    <a:gd name="connsiteY7-2390" fmla="*/ 238265 h 1067186"/>
                    <a:gd name="connsiteX8-2391" fmla="*/ 1749751 w 2434575"/>
                    <a:gd name="connsiteY8-2392" fmla="*/ 238265 h 1067186"/>
                    <a:gd name="connsiteX9-2393" fmla="*/ 2091395 w 2434575"/>
                    <a:gd name="connsiteY9-2394" fmla="*/ 233241 h 1067186"/>
                    <a:gd name="connsiteX10-2395" fmla="*/ 2257193 w 2434575"/>
                    <a:gd name="connsiteY10-2396" fmla="*/ 233241 h 1067186"/>
                    <a:gd name="connsiteX11-2397" fmla="*/ 2327531 w 2434575"/>
                    <a:gd name="connsiteY11-2398" fmla="*/ 248314 h 1067186"/>
                    <a:gd name="connsiteX12-2399" fmla="*/ 2412942 w 2434575"/>
                    <a:gd name="connsiteY12-2400" fmla="*/ 293531 h 1067186"/>
                    <a:gd name="connsiteX13-2401" fmla="*/ 2422991 w 2434575"/>
                    <a:gd name="connsiteY13-2402" fmla="*/ 378942 h 1067186"/>
                    <a:gd name="connsiteX14-2403" fmla="*/ 2433039 w 2434575"/>
                    <a:gd name="connsiteY14-2404" fmla="*/ 539716 h 1067186"/>
                    <a:gd name="connsiteX15-2405" fmla="*/ 2387821 w 2434575"/>
                    <a:gd name="connsiteY15-2406" fmla="*/ 760780 h 1067186"/>
                    <a:gd name="connsiteX16-2407" fmla="*/ 2196903 w 2434575"/>
                    <a:gd name="connsiteY16-2408" fmla="*/ 861263 h 1067186"/>
                    <a:gd name="connsiteX17-2409" fmla="*/ 945883 w 2434575"/>
                    <a:gd name="connsiteY17-2410" fmla="*/ 1001940 h 1067186"/>
                    <a:gd name="connsiteX18-2411" fmla="*/ 594190 w 2434575"/>
                    <a:gd name="connsiteY18-2412" fmla="*/ 1042133 h 1067186"/>
                    <a:gd name="connsiteX19-2413" fmla="*/ 217377 w 2434575"/>
                    <a:gd name="connsiteY19-2414" fmla="*/ 1057207 h 1067186"/>
                    <a:gd name="connsiteX20-2415" fmla="*/ 21434 w 2434575"/>
                    <a:gd name="connsiteY20-2416" fmla="*/ 886384 h 1067186"/>
                    <a:gd name="connsiteX21-2417" fmla="*/ 16410 w 2434575"/>
                    <a:gd name="connsiteY21-2418" fmla="*/ 665320 h 1067186"/>
                    <a:gd name="connsiteX22-2419" fmla="*/ 121918 w 2434575"/>
                    <a:gd name="connsiteY22-2420" fmla="*/ 353821 h 1067186"/>
                    <a:gd name="connsiteX23-2421" fmla="*/ 272643 w 2434575"/>
                    <a:gd name="connsiteY23-2422" fmla="*/ 147830 h 1067186"/>
                    <a:gd name="connsiteX24-2423" fmla="*/ 488683 w 2434575"/>
                    <a:gd name="connsiteY24-2424" fmla="*/ 42322 h 1067186"/>
                    <a:gd name="connsiteX25-2425" fmla="*/ 684626 w 2434575"/>
                    <a:gd name="connsiteY25-2426" fmla="*/ 2129 h 1067186"/>
                    <a:gd name="connsiteX26-2427" fmla="*/ 820278 w 2434575"/>
                    <a:gd name="connsiteY26-2428" fmla="*/ 7153 h 1067186"/>
                    <a:gd name="connsiteX0-2429" fmla="*/ 820278 w 2434575"/>
                    <a:gd name="connsiteY0-2430" fmla="*/ 6648 h 1066681"/>
                    <a:gd name="connsiteX1-2431" fmla="*/ 940859 w 2434575"/>
                    <a:gd name="connsiteY1-2432" fmla="*/ 21721 h 1066681"/>
                    <a:gd name="connsiteX2-2433" fmla="*/ 1071487 w 2434575"/>
                    <a:gd name="connsiteY2-2434" fmla="*/ 56890 h 1066681"/>
                    <a:gd name="connsiteX3-2435" fmla="*/ 1141826 w 2434575"/>
                    <a:gd name="connsiteY3-2436" fmla="*/ 92059 h 1066681"/>
                    <a:gd name="connsiteX4-2437" fmla="*/ 1232261 w 2434575"/>
                    <a:gd name="connsiteY4-2438" fmla="*/ 147325 h 1066681"/>
                    <a:gd name="connsiteX5-2439" fmla="*/ 1322696 w 2434575"/>
                    <a:gd name="connsiteY5-2440" fmla="*/ 187518 h 1066681"/>
                    <a:gd name="connsiteX6-2441" fmla="*/ 1428204 w 2434575"/>
                    <a:gd name="connsiteY6-2442" fmla="*/ 212639 h 1066681"/>
                    <a:gd name="connsiteX7-2443" fmla="*/ 1594001 w 2434575"/>
                    <a:gd name="connsiteY7-2444" fmla="*/ 237760 h 1066681"/>
                    <a:gd name="connsiteX8-2445" fmla="*/ 1749751 w 2434575"/>
                    <a:gd name="connsiteY8-2446" fmla="*/ 237760 h 1066681"/>
                    <a:gd name="connsiteX9-2447" fmla="*/ 2091395 w 2434575"/>
                    <a:gd name="connsiteY9-2448" fmla="*/ 232736 h 1066681"/>
                    <a:gd name="connsiteX10-2449" fmla="*/ 2257193 w 2434575"/>
                    <a:gd name="connsiteY10-2450" fmla="*/ 232736 h 1066681"/>
                    <a:gd name="connsiteX11-2451" fmla="*/ 2327531 w 2434575"/>
                    <a:gd name="connsiteY11-2452" fmla="*/ 247809 h 1066681"/>
                    <a:gd name="connsiteX12-2453" fmla="*/ 2412942 w 2434575"/>
                    <a:gd name="connsiteY12-2454" fmla="*/ 293026 h 1066681"/>
                    <a:gd name="connsiteX13-2455" fmla="*/ 2422991 w 2434575"/>
                    <a:gd name="connsiteY13-2456" fmla="*/ 378437 h 1066681"/>
                    <a:gd name="connsiteX14-2457" fmla="*/ 2433039 w 2434575"/>
                    <a:gd name="connsiteY14-2458" fmla="*/ 539211 h 1066681"/>
                    <a:gd name="connsiteX15-2459" fmla="*/ 2387821 w 2434575"/>
                    <a:gd name="connsiteY15-2460" fmla="*/ 760275 h 1066681"/>
                    <a:gd name="connsiteX16-2461" fmla="*/ 2196903 w 2434575"/>
                    <a:gd name="connsiteY16-2462" fmla="*/ 860758 h 1066681"/>
                    <a:gd name="connsiteX17-2463" fmla="*/ 945883 w 2434575"/>
                    <a:gd name="connsiteY17-2464" fmla="*/ 1001435 h 1066681"/>
                    <a:gd name="connsiteX18-2465" fmla="*/ 594190 w 2434575"/>
                    <a:gd name="connsiteY18-2466" fmla="*/ 1041628 h 1066681"/>
                    <a:gd name="connsiteX19-2467" fmla="*/ 217377 w 2434575"/>
                    <a:gd name="connsiteY19-2468" fmla="*/ 1056702 h 1066681"/>
                    <a:gd name="connsiteX20-2469" fmla="*/ 21434 w 2434575"/>
                    <a:gd name="connsiteY20-2470" fmla="*/ 885879 h 1066681"/>
                    <a:gd name="connsiteX21-2471" fmla="*/ 16410 w 2434575"/>
                    <a:gd name="connsiteY21-2472" fmla="*/ 664815 h 1066681"/>
                    <a:gd name="connsiteX22-2473" fmla="*/ 121918 w 2434575"/>
                    <a:gd name="connsiteY22-2474" fmla="*/ 353316 h 1066681"/>
                    <a:gd name="connsiteX23-2475" fmla="*/ 272643 w 2434575"/>
                    <a:gd name="connsiteY23-2476" fmla="*/ 147325 h 1066681"/>
                    <a:gd name="connsiteX24-2477" fmla="*/ 503923 w 2434575"/>
                    <a:gd name="connsiteY24-2478" fmla="*/ 34197 h 1066681"/>
                    <a:gd name="connsiteX25-2479" fmla="*/ 684626 w 2434575"/>
                    <a:gd name="connsiteY25-2480" fmla="*/ 1624 h 1066681"/>
                    <a:gd name="connsiteX26-2481" fmla="*/ 820278 w 2434575"/>
                    <a:gd name="connsiteY26-2482" fmla="*/ 6648 h 1066681"/>
                    <a:gd name="connsiteX0-2483" fmla="*/ 820278 w 2434575"/>
                    <a:gd name="connsiteY0-2484" fmla="*/ 6648 h 1066681"/>
                    <a:gd name="connsiteX1-2485" fmla="*/ 940859 w 2434575"/>
                    <a:gd name="connsiteY1-2486" fmla="*/ 21721 h 1066681"/>
                    <a:gd name="connsiteX2-2487" fmla="*/ 1071487 w 2434575"/>
                    <a:gd name="connsiteY2-2488" fmla="*/ 56890 h 1066681"/>
                    <a:gd name="connsiteX3-2489" fmla="*/ 1141826 w 2434575"/>
                    <a:gd name="connsiteY3-2490" fmla="*/ 92059 h 1066681"/>
                    <a:gd name="connsiteX4-2491" fmla="*/ 1232261 w 2434575"/>
                    <a:gd name="connsiteY4-2492" fmla="*/ 147325 h 1066681"/>
                    <a:gd name="connsiteX5-2493" fmla="*/ 1322696 w 2434575"/>
                    <a:gd name="connsiteY5-2494" fmla="*/ 187518 h 1066681"/>
                    <a:gd name="connsiteX6-2495" fmla="*/ 1428204 w 2434575"/>
                    <a:gd name="connsiteY6-2496" fmla="*/ 212639 h 1066681"/>
                    <a:gd name="connsiteX7-2497" fmla="*/ 1594001 w 2434575"/>
                    <a:gd name="connsiteY7-2498" fmla="*/ 237760 h 1066681"/>
                    <a:gd name="connsiteX8-2499" fmla="*/ 1749751 w 2434575"/>
                    <a:gd name="connsiteY8-2500" fmla="*/ 237760 h 1066681"/>
                    <a:gd name="connsiteX9-2501" fmla="*/ 2091395 w 2434575"/>
                    <a:gd name="connsiteY9-2502" fmla="*/ 232736 h 1066681"/>
                    <a:gd name="connsiteX10-2503" fmla="*/ 2257193 w 2434575"/>
                    <a:gd name="connsiteY10-2504" fmla="*/ 232736 h 1066681"/>
                    <a:gd name="connsiteX11-2505" fmla="*/ 2327531 w 2434575"/>
                    <a:gd name="connsiteY11-2506" fmla="*/ 247809 h 1066681"/>
                    <a:gd name="connsiteX12-2507" fmla="*/ 2412942 w 2434575"/>
                    <a:gd name="connsiteY12-2508" fmla="*/ 293026 h 1066681"/>
                    <a:gd name="connsiteX13-2509" fmla="*/ 2422991 w 2434575"/>
                    <a:gd name="connsiteY13-2510" fmla="*/ 378437 h 1066681"/>
                    <a:gd name="connsiteX14-2511" fmla="*/ 2433039 w 2434575"/>
                    <a:gd name="connsiteY14-2512" fmla="*/ 539211 h 1066681"/>
                    <a:gd name="connsiteX15-2513" fmla="*/ 2387821 w 2434575"/>
                    <a:gd name="connsiteY15-2514" fmla="*/ 760275 h 1066681"/>
                    <a:gd name="connsiteX16-2515" fmla="*/ 2196903 w 2434575"/>
                    <a:gd name="connsiteY16-2516" fmla="*/ 860758 h 1066681"/>
                    <a:gd name="connsiteX17-2517" fmla="*/ 945883 w 2434575"/>
                    <a:gd name="connsiteY17-2518" fmla="*/ 1001435 h 1066681"/>
                    <a:gd name="connsiteX18-2519" fmla="*/ 594190 w 2434575"/>
                    <a:gd name="connsiteY18-2520" fmla="*/ 1041628 h 1066681"/>
                    <a:gd name="connsiteX19-2521" fmla="*/ 217377 w 2434575"/>
                    <a:gd name="connsiteY19-2522" fmla="*/ 1056702 h 1066681"/>
                    <a:gd name="connsiteX20-2523" fmla="*/ 21434 w 2434575"/>
                    <a:gd name="connsiteY20-2524" fmla="*/ 885879 h 1066681"/>
                    <a:gd name="connsiteX21-2525" fmla="*/ 16410 w 2434575"/>
                    <a:gd name="connsiteY21-2526" fmla="*/ 664815 h 1066681"/>
                    <a:gd name="connsiteX22-2527" fmla="*/ 121918 w 2434575"/>
                    <a:gd name="connsiteY22-2528" fmla="*/ 353316 h 1066681"/>
                    <a:gd name="connsiteX23-2529" fmla="*/ 272643 w 2434575"/>
                    <a:gd name="connsiteY23-2530" fmla="*/ 147325 h 1066681"/>
                    <a:gd name="connsiteX24-2531" fmla="*/ 503923 w 2434575"/>
                    <a:gd name="connsiteY24-2532" fmla="*/ 34197 h 1066681"/>
                    <a:gd name="connsiteX25-2533" fmla="*/ 684626 w 2434575"/>
                    <a:gd name="connsiteY25-2534" fmla="*/ 1624 h 1066681"/>
                    <a:gd name="connsiteX26-2535" fmla="*/ 820278 w 2434575"/>
                    <a:gd name="connsiteY26-2536" fmla="*/ 6648 h 1066681"/>
                    <a:gd name="connsiteX0-2537" fmla="*/ 820278 w 2434575"/>
                    <a:gd name="connsiteY0-2538" fmla="*/ 6648 h 1066681"/>
                    <a:gd name="connsiteX1-2539" fmla="*/ 940859 w 2434575"/>
                    <a:gd name="connsiteY1-2540" fmla="*/ 21721 h 1066681"/>
                    <a:gd name="connsiteX2-2541" fmla="*/ 1071487 w 2434575"/>
                    <a:gd name="connsiteY2-2542" fmla="*/ 56890 h 1066681"/>
                    <a:gd name="connsiteX3-2543" fmla="*/ 1141826 w 2434575"/>
                    <a:gd name="connsiteY3-2544" fmla="*/ 92059 h 1066681"/>
                    <a:gd name="connsiteX4-2545" fmla="*/ 1232261 w 2434575"/>
                    <a:gd name="connsiteY4-2546" fmla="*/ 147325 h 1066681"/>
                    <a:gd name="connsiteX5-2547" fmla="*/ 1322696 w 2434575"/>
                    <a:gd name="connsiteY5-2548" fmla="*/ 187518 h 1066681"/>
                    <a:gd name="connsiteX6-2549" fmla="*/ 1428204 w 2434575"/>
                    <a:gd name="connsiteY6-2550" fmla="*/ 212639 h 1066681"/>
                    <a:gd name="connsiteX7-2551" fmla="*/ 1594001 w 2434575"/>
                    <a:gd name="connsiteY7-2552" fmla="*/ 237760 h 1066681"/>
                    <a:gd name="connsiteX8-2553" fmla="*/ 1749751 w 2434575"/>
                    <a:gd name="connsiteY8-2554" fmla="*/ 237760 h 1066681"/>
                    <a:gd name="connsiteX9-2555" fmla="*/ 2091395 w 2434575"/>
                    <a:gd name="connsiteY9-2556" fmla="*/ 232736 h 1066681"/>
                    <a:gd name="connsiteX10-2557" fmla="*/ 2257193 w 2434575"/>
                    <a:gd name="connsiteY10-2558" fmla="*/ 232736 h 1066681"/>
                    <a:gd name="connsiteX11-2559" fmla="*/ 2327531 w 2434575"/>
                    <a:gd name="connsiteY11-2560" fmla="*/ 247809 h 1066681"/>
                    <a:gd name="connsiteX12-2561" fmla="*/ 2412942 w 2434575"/>
                    <a:gd name="connsiteY12-2562" fmla="*/ 293026 h 1066681"/>
                    <a:gd name="connsiteX13-2563" fmla="*/ 2422991 w 2434575"/>
                    <a:gd name="connsiteY13-2564" fmla="*/ 378437 h 1066681"/>
                    <a:gd name="connsiteX14-2565" fmla="*/ 2433039 w 2434575"/>
                    <a:gd name="connsiteY14-2566" fmla="*/ 539211 h 1066681"/>
                    <a:gd name="connsiteX15-2567" fmla="*/ 2387821 w 2434575"/>
                    <a:gd name="connsiteY15-2568" fmla="*/ 760275 h 1066681"/>
                    <a:gd name="connsiteX16-2569" fmla="*/ 2196903 w 2434575"/>
                    <a:gd name="connsiteY16-2570" fmla="*/ 860758 h 1066681"/>
                    <a:gd name="connsiteX17-2571" fmla="*/ 945883 w 2434575"/>
                    <a:gd name="connsiteY17-2572" fmla="*/ 1001435 h 1066681"/>
                    <a:gd name="connsiteX18-2573" fmla="*/ 594190 w 2434575"/>
                    <a:gd name="connsiteY18-2574" fmla="*/ 1041628 h 1066681"/>
                    <a:gd name="connsiteX19-2575" fmla="*/ 217377 w 2434575"/>
                    <a:gd name="connsiteY19-2576" fmla="*/ 1056702 h 1066681"/>
                    <a:gd name="connsiteX20-2577" fmla="*/ 21434 w 2434575"/>
                    <a:gd name="connsiteY20-2578" fmla="*/ 885879 h 1066681"/>
                    <a:gd name="connsiteX21-2579" fmla="*/ 16410 w 2434575"/>
                    <a:gd name="connsiteY21-2580" fmla="*/ 664815 h 1066681"/>
                    <a:gd name="connsiteX22-2581" fmla="*/ 121918 w 2434575"/>
                    <a:gd name="connsiteY22-2582" fmla="*/ 353316 h 1066681"/>
                    <a:gd name="connsiteX23-2583" fmla="*/ 272643 w 2434575"/>
                    <a:gd name="connsiteY23-2584" fmla="*/ 147325 h 1066681"/>
                    <a:gd name="connsiteX24-2585" fmla="*/ 503923 w 2434575"/>
                    <a:gd name="connsiteY24-2586" fmla="*/ 34197 h 1066681"/>
                    <a:gd name="connsiteX25-2587" fmla="*/ 684626 w 2434575"/>
                    <a:gd name="connsiteY25-2588" fmla="*/ 1624 h 1066681"/>
                    <a:gd name="connsiteX26-2589" fmla="*/ 820278 w 2434575"/>
                    <a:gd name="connsiteY26-2590" fmla="*/ 6648 h 1066681"/>
                    <a:gd name="connsiteX0-2591" fmla="*/ 820278 w 2434575"/>
                    <a:gd name="connsiteY0-2592" fmla="*/ 6648 h 1066681"/>
                    <a:gd name="connsiteX1-2593" fmla="*/ 940859 w 2434575"/>
                    <a:gd name="connsiteY1-2594" fmla="*/ 21721 h 1066681"/>
                    <a:gd name="connsiteX2-2595" fmla="*/ 1071487 w 2434575"/>
                    <a:gd name="connsiteY2-2596" fmla="*/ 56890 h 1066681"/>
                    <a:gd name="connsiteX3-2597" fmla="*/ 1141826 w 2434575"/>
                    <a:gd name="connsiteY3-2598" fmla="*/ 92059 h 1066681"/>
                    <a:gd name="connsiteX4-2599" fmla="*/ 1232261 w 2434575"/>
                    <a:gd name="connsiteY4-2600" fmla="*/ 147325 h 1066681"/>
                    <a:gd name="connsiteX5-2601" fmla="*/ 1322696 w 2434575"/>
                    <a:gd name="connsiteY5-2602" fmla="*/ 187518 h 1066681"/>
                    <a:gd name="connsiteX6-2603" fmla="*/ 1428204 w 2434575"/>
                    <a:gd name="connsiteY6-2604" fmla="*/ 212639 h 1066681"/>
                    <a:gd name="connsiteX7-2605" fmla="*/ 1594001 w 2434575"/>
                    <a:gd name="connsiteY7-2606" fmla="*/ 237760 h 1066681"/>
                    <a:gd name="connsiteX8-2607" fmla="*/ 1749751 w 2434575"/>
                    <a:gd name="connsiteY8-2608" fmla="*/ 237760 h 1066681"/>
                    <a:gd name="connsiteX9-2609" fmla="*/ 2091395 w 2434575"/>
                    <a:gd name="connsiteY9-2610" fmla="*/ 232736 h 1066681"/>
                    <a:gd name="connsiteX10-2611" fmla="*/ 2257193 w 2434575"/>
                    <a:gd name="connsiteY10-2612" fmla="*/ 232736 h 1066681"/>
                    <a:gd name="connsiteX11-2613" fmla="*/ 2327531 w 2434575"/>
                    <a:gd name="connsiteY11-2614" fmla="*/ 247809 h 1066681"/>
                    <a:gd name="connsiteX12-2615" fmla="*/ 2422991 w 2434575"/>
                    <a:gd name="connsiteY12-2616" fmla="*/ 378437 h 1066681"/>
                    <a:gd name="connsiteX13-2617" fmla="*/ 2433039 w 2434575"/>
                    <a:gd name="connsiteY13-2618" fmla="*/ 539211 h 1066681"/>
                    <a:gd name="connsiteX14-2619" fmla="*/ 2387821 w 2434575"/>
                    <a:gd name="connsiteY14-2620" fmla="*/ 760275 h 1066681"/>
                    <a:gd name="connsiteX15-2621" fmla="*/ 2196903 w 2434575"/>
                    <a:gd name="connsiteY15-2622" fmla="*/ 860758 h 1066681"/>
                    <a:gd name="connsiteX16-2623" fmla="*/ 945883 w 2434575"/>
                    <a:gd name="connsiteY16-2624" fmla="*/ 1001435 h 1066681"/>
                    <a:gd name="connsiteX17-2625" fmla="*/ 594190 w 2434575"/>
                    <a:gd name="connsiteY17-2626" fmla="*/ 1041628 h 1066681"/>
                    <a:gd name="connsiteX18-2627" fmla="*/ 217377 w 2434575"/>
                    <a:gd name="connsiteY18-2628" fmla="*/ 1056702 h 1066681"/>
                    <a:gd name="connsiteX19-2629" fmla="*/ 21434 w 2434575"/>
                    <a:gd name="connsiteY19-2630" fmla="*/ 885879 h 1066681"/>
                    <a:gd name="connsiteX20-2631" fmla="*/ 16410 w 2434575"/>
                    <a:gd name="connsiteY20-2632" fmla="*/ 664815 h 1066681"/>
                    <a:gd name="connsiteX21-2633" fmla="*/ 121918 w 2434575"/>
                    <a:gd name="connsiteY21-2634" fmla="*/ 353316 h 1066681"/>
                    <a:gd name="connsiteX22-2635" fmla="*/ 272643 w 2434575"/>
                    <a:gd name="connsiteY22-2636" fmla="*/ 147325 h 1066681"/>
                    <a:gd name="connsiteX23-2637" fmla="*/ 503923 w 2434575"/>
                    <a:gd name="connsiteY23-2638" fmla="*/ 34197 h 1066681"/>
                    <a:gd name="connsiteX24-2639" fmla="*/ 684626 w 2434575"/>
                    <a:gd name="connsiteY24-2640" fmla="*/ 1624 h 1066681"/>
                    <a:gd name="connsiteX25-2641" fmla="*/ 820278 w 2434575"/>
                    <a:gd name="connsiteY25-2642" fmla="*/ 6648 h 1066681"/>
                    <a:gd name="connsiteX0-2643" fmla="*/ 820278 w 2436323"/>
                    <a:gd name="connsiteY0-2644" fmla="*/ 6648 h 1066681"/>
                    <a:gd name="connsiteX1-2645" fmla="*/ 940859 w 2436323"/>
                    <a:gd name="connsiteY1-2646" fmla="*/ 21721 h 1066681"/>
                    <a:gd name="connsiteX2-2647" fmla="*/ 1071487 w 2436323"/>
                    <a:gd name="connsiteY2-2648" fmla="*/ 56890 h 1066681"/>
                    <a:gd name="connsiteX3-2649" fmla="*/ 1141826 w 2436323"/>
                    <a:gd name="connsiteY3-2650" fmla="*/ 92059 h 1066681"/>
                    <a:gd name="connsiteX4-2651" fmla="*/ 1232261 w 2436323"/>
                    <a:gd name="connsiteY4-2652" fmla="*/ 147325 h 1066681"/>
                    <a:gd name="connsiteX5-2653" fmla="*/ 1322696 w 2436323"/>
                    <a:gd name="connsiteY5-2654" fmla="*/ 187518 h 1066681"/>
                    <a:gd name="connsiteX6-2655" fmla="*/ 1428204 w 2436323"/>
                    <a:gd name="connsiteY6-2656" fmla="*/ 212639 h 1066681"/>
                    <a:gd name="connsiteX7-2657" fmla="*/ 1594001 w 2436323"/>
                    <a:gd name="connsiteY7-2658" fmla="*/ 237760 h 1066681"/>
                    <a:gd name="connsiteX8-2659" fmla="*/ 1749751 w 2436323"/>
                    <a:gd name="connsiteY8-2660" fmla="*/ 237760 h 1066681"/>
                    <a:gd name="connsiteX9-2661" fmla="*/ 2091395 w 2436323"/>
                    <a:gd name="connsiteY9-2662" fmla="*/ 232736 h 1066681"/>
                    <a:gd name="connsiteX10-2663" fmla="*/ 2257193 w 2436323"/>
                    <a:gd name="connsiteY10-2664" fmla="*/ 232736 h 1066681"/>
                    <a:gd name="connsiteX11-2665" fmla="*/ 2327531 w 2436323"/>
                    <a:gd name="connsiteY11-2666" fmla="*/ 247809 h 1066681"/>
                    <a:gd name="connsiteX12-2667" fmla="*/ 2430611 w 2436323"/>
                    <a:gd name="connsiteY12-2668" fmla="*/ 401297 h 1066681"/>
                    <a:gd name="connsiteX13-2669" fmla="*/ 2433039 w 2436323"/>
                    <a:gd name="connsiteY13-2670" fmla="*/ 539211 h 1066681"/>
                    <a:gd name="connsiteX14-2671" fmla="*/ 2387821 w 2436323"/>
                    <a:gd name="connsiteY14-2672" fmla="*/ 760275 h 1066681"/>
                    <a:gd name="connsiteX15-2673" fmla="*/ 2196903 w 2436323"/>
                    <a:gd name="connsiteY15-2674" fmla="*/ 860758 h 1066681"/>
                    <a:gd name="connsiteX16-2675" fmla="*/ 945883 w 2436323"/>
                    <a:gd name="connsiteY16-2676" fmla="*/ 1001435 h 1066681"/>
                    <a:gd name="connsiteX17-2677" fmla="*/ 594190 w 2436323"/>
                    <a:gd name="connsiteY17-2678" fmla="*/ 1041628 h 1066681"/>
                    <a:gd name="connsiteX18-2679" fmla="*/ 217377 w 2436323"/>
                    <a:gd name="connsiteY18-2680" fmla="*/ 1056702 h 1066681"/>
                    <a:gd name="connsiteX19-2681" fmla="*/ 21434 w 2436323"/>
                    <a:gd name="connsiteY19-2682" fmla="*/ 885879 h 1066681"/>
                    <a:gd name="connsiteX20-2683" fmla="*/ 16410 w 2436323"/>
                    <a:gd name="connsiteY20-2684" fmla="*/ 664815 h 1066681"/>
                    <a:gd name="connsiteX21-2685" fmla="*/ 121918 w 2436323"/>
                    <a:gd name="connsiteY21-2686" fmla="*/ 353316 h 1066681"/>
                    <a:gd name="connsiteX22-2687" fmla="*/ 272643 w 2436323"/>
                    <a:gd name="connsiteY22-2688" fmla="*/ 147325 h 1066681"/>
                    <a:gd name="connsiteX23-2689" fmla="*/ 503923 w 2436323"/>
                    <a:gd name="connsiteY23-2690" fmla="*/ 34197 h 1066681"/>
                    <a:gd name="connsiteX24-2691" fmla="*/ 684626 w 2436323"/>
                    <a:gd name="connsiteY24-2692" fmla="*/ 1624 h 1066681"/>
                    <a:gd name="connsiteX25-2693" fmla="*/ 820278 w 2436323"/>
                    <a:gd name="connsiteY25-2694" fmla="*/ 6648 h 1066681"/>
                    <a:gd name="connsiteX0-2695" fmla="*/ 820278 w 2436323"/>
                    <a:gd name="connsiteY0-2696" fmla="*/ 6648 h 1066681"/>
                    <a:gd name="connsiteX1-2697" fmla="*/ 940859 w 2436323"/>
                    <a:gd name="connsiteY1-2698" fmla="*/ 21721 h 1066681"/>
                    <a:gd name="connsiteX2-2699" fmla="*/ 1071487 w 2436323"/>
                    <a:gd name="connsiteY2-2700" fmla="*/ 56890 h 1066681"/>
                    <a:gd name="connsiteX3-2701" fmla="*/ 1141826 w 2436323"/>
                    <a:gd name="connsiteY3-2702" fmla="*/ 92059 h 1066681"/>
                    <a:gd name="connsiteX4-2703" fmla="*/ 1232261 w 2436323"/>
                    <a:gd name="connsiteY4-2704" fmla="*/ 147325 h 1066681"/>
                    <a:gd name="connsiteX5-2705" fmla="*/ 1322696 w 2436323"/>
                    <a:gd name="connsiteY5-2706" fmla="*/ 187518 h 1066681"/>
                    <a:gd name="connsiteX6-2707" fmla="*/ 1428204 w 2436323"/>
                    <a:gd name="connsiteY6-2708" fmla="*/ 212639 h 1066681"/>
                    <a:gd name="connsiteX7-2709" fmla="*/ 1594001 w 2436323"/>
                    <a:gd name="connsiteY7-2710" fmla="*/ 237760 h 1066681"/>
                    <a:gd name="connsiteX8-2711" fmla="*/ 1749751 w 2436323"/>
                    <a:gd name="connsiteY8-2712" fmla="*/ 237760 h 1066681"/>
                    <a:gd name="connsiteX9-2713" fmla="*/ 2091395 w 2436323"/>
                    <a:gd name="connsiteY9-2714" fmla="*/ 232736 h 1066681"/>
                    <a:gd name="connsiteX10-2715" fmla="*/ 2257193 w 2436323"/>
                    <a:gd name="connsiteY10-2716" fmla="*/ 232736 h 1066681"/>
                    <a:gd name="connsiteX11-2717" fmla="*/ 2327531 w 2436323"/>
                    <a:gd name="connsiteY11-2718" fmla="*/ 247809 h 1066681"/>
                    <a:gd name="connsiteX12-2719" fmla="*/ 2430611 w 2436323"/>
                    <a:gd name="connsiteY12-2720" fmla="*/ 401297 h 1066681"/>
                    <a:gd name="connsiteX13-2721" fmla="*/ 2433039 w 2436323"/>
                    <a:gd name="connsiteY13-2722" fmla="*/ 539211 h 1066681"/>
                    <a:gd name="connsiteX14-2723" fmla="*/ 2387821 w 2436323"/>
                    <a:gd name="connsiteY14-2724" fmla="*/ 760275 h 1066681"/>
                    <a:gd name="connsiteX15-2725" fmla="*/ 2196903 w 2436323"/>
                    <a:gd name="connsiteY15-2726" fmla="*/ 860758 h 1066681"/>
                    <a:gd name="connsiteX16-2727" fmla="*/ 945883 w 2436323"/>
                    <a:gd name="connsiteY16-2728" fmla="*/ 1001435 h 1066681"/>
                    <a:gd name="connsiteX17-2729" fmla="*/ 594190 w 2436323"/>
                    <a:gd name="connsiteY17-2730" fmla="*/ 1041628 h 1066681"/>
                    <a:gd name="connsiteX18-2731" fmla="*/ 217377 w 2436323"/>
                    <a:gd name="connsiteY18-2732" fmla="*/ 1056702 h 1066681"/>
                    <a:gd name="connsiteX19-2733" fmla="*/ 21434 w 2436323"/>
                    <a:gd name="connsiteY19-2734" fmla="*/ 885879 h 1066681"/>
                    <a:gd name="connsiteX20-2735" fmla="*/ 16410 w 2436323"/>
                    <a:gd name="connsiteY20-2736" fmla="*/ 664815 h 1066681"/>
                    <a:gd name="connsiteX21-2737" fmla="*/ 121918 w 2436323"/>
                    <a:gd name="connsiteY21-2738" fmla="*/ 353316 h 1066681"/>
                    <a:gd name="connsiteX22-2739" fmla="*/ 272643 w 2436323"/>
                    <a:gd name="connsiteY22-2740" fmla="*/ 147325 h 1066681"/>
                    <a:gd name="connsiteX23-2741" fmla="*/ 503923 w 2436323"/>
                    <a:gd name="connsiteY23-2742" fmla="*/ 34197 h 1066681"/>
                    <a:gd name="connsiteX24-2743" fmla="*/ 684626 w 2436323"/>
                    <a:gd name="connsiteY24-2744" fmla="*/ 1624 h 1066681"/>
                    <a:gd name="connsiteX25-2745" fmla="*/ 820278 w 2436323"/>
                    <a:gd name="connsiteY25-2746" fmla="*/ 6648 h 1066681"/>
                    <a:gd name="connsiteX0-2747" fmla="*/ 820278 w 2436323"/>
                    <a:gd name="connsiteY0-2748" fmla="*/ 6648 h 1066681"/>
                    <a:gd name="connsiteX1-2749" fmla="*/ 940859 w 2436323"/>
                    <a:gd name="connsiteY1-2750" fmla="*/ 21721 h 1066681"/>
                    <a:gd name="connsiteX2-2751" fmla="*/ 1071487 w 2436323"/>
                    <a:gd name="connsiteY2-2752" fmla="*/ 56890 h 1066681"/>
                    <a:gd name="connsiteX3-2753" fmla="*/ 1141826 w 2436323"/>
                    <a:gd name="connsiteY3-2754" fmla="*/ 92059 h 1066681"/>
                    <a:gd name="connsiteX4-2755" fmla="*/ 1232261 w 2436323"/>
                    <a:gd name="connsiteY4-2756" fmla="*/ 147325 h 1066681"/>
                    <a:gd name="connsiteX5-2757" fmla="*/ 1322696 w 2436323"/>
                    <a:gd name="connsiteY5-2758" fmla="*/ 187518 h 1066681"/>
                    <a:gd name="connsiteX6-2759" fmla="*/ 1428204 w 2436323"/>
                    <a:gd name="connsiteY6-2760" fmla="*/ 212639 h 1066681"/>
                    <a:gd name="connsiteX7-2761" fmla="*/ 1594001 w 2436323"/>
                    <a:gd name="connsiteY7-2762" fmla="*/ 237760 h 1066681"/>
                    <a:gd name="connsiteX8-2763" fmla="*/ 1749751 w 2436323"/>
                    <a:gd name="connsiteY8-2764" fmla="*/ 237760 h 1066681"/>
                    <a:gd name="connsiteX9-2765" fmla="*/ 2091395 w 2436323"/>
                    <a:gd name="connsiteY9-2766" fmla="*/ 232736 h 1066681"/>
                    <a:gd name="connsiteX10-2767" fmla="*/ 2257193 w 2436323"/>
                    <a:gd name="connsiteY10-2768" fmla="*/ 232736 h 1066681"/>
                    <a:gd name="connsiteX11-2769" fmla="*/ 2327531 w 2436323"/>
                    <a:gd name="connsiteY11-2770" fmla="*/ 247809 h 1066681"/>
                    <a:gd name="connsiteX12-2771" fmla="*/ 2430611 w 2436323"/>
                    <a:gd name="connsiteY12-2772" fmla="*/ 401297 h 1066681"/>
                    <a:gd name="connsiteX13-2773" fmla="*/ 2433039 w 2436323"/>
                    <a:gd name="connsiteY13-2774" fmla="*/ 539211 h 1066681"/>
                    <a:gd name="connsiteX14-2775" fmla="*/ 2387821 w 2436323"/>
                    <a:gd name="connsiteY14-2776" fmla="*/ 760275 h 1066681"/>
                    <a:gd name="connsiteX15-2777" fmla="*/ 2196903 w 2436323"/>
                    <a:gd name="connsiteY15-2778" fmla="*/ 860758 h 1066681"/>
                    <a:gd name="connsiteX16-2779" fmla="*/ 945883 w 2436323"/>
                    <a:gd name="connsiteY16-2780" fmla="*/ 1001435 h 1066681"/>
                    <a:gd name="connsiteX17-2781" fmla="*/ 594190 w 2436323"/>
                    <a:gd name="connsiteY17-2782" fmla="*/ 1041628 h 1066681"/>
                    <a:gd name="connsiteX18-2783" fmla="*/ 217377 w 2436323"/>
                    <a:gd name="connsiteY18-2784" fmla="*/ 1056702 h 1066681"/>
                    <a:gd name="connsiteX19-2785" fmla="*/ 21434 w 2436323"/>
                    <a:gd name="connsiteY19-2786" fmla="*/ 885879 h 1066681"/>
                    <a:gd name="connsiteX20-2787" fmla="*/ 16410 w 2436323"/>
                    <a:gd name="connsiteY20-2788" fmla="*/ 664815 h 1066681"/>
                    <a:gd name="connsiteX21-2789" fmla="*/ 121918 w 2436323"/>
                    <a:gd name="connsiteY21-2790" fmla="*/ 353316 h 1066681"/>
                    <a:gd name="connsiteX22-2791" fmla="*/ 272643 w 2436323"/>
                    <a:gd name="connsiteY22-2792" fmla="*/ 147325 h 1066681"/>
                    <a:gd name="connsiteX23-2793" fmla="*/ 503923 w 2436323"/>
                    <a:gd name="connsiteY23-2794" fmla="*/ 34197 h 1066681"/>
                    <a:gd name="connsiteX24-2795" fmla="*/ 684626 w 2436323"/>
                    <a:gd name="connsiteY24-2796" fmla="*/ 1624 h 1066681"/>
                    <a:gd name="connsiteX25-2797" fmla="*/ 820278 w 2436323"/>
                    <a:gd name="connsiteY25-2798" fmla="*/ 6648 h 1066681"/>
                    <a:gd name="connsiteX0-2799" fmla="*/ 820278 w 2436323"/>
                    <a:gd name="connsiteY0-2800" fmla="*/ 6648 h 1066681"/>
                    <a:gd name="connsiteX1-2801" fmla="*/ 940859 w 2436323"/>
                    <a:gd name="connsiteY1-2802" fmla="*/ 21721 h 1066681"/>
                    <a:gd name="connsiteX2-2803" fmla="*/ 1071487 w 2436323"/>
                    <a:gd name="connsiteY2-2804" fmla="*/ 56890 h 1066681"/>
                    <a:gd name="connsiteX3-2805" fmla="*/ 1141826 w 2436323"/>
                    <a:gd name="connsiteY3-2806" fmla="*/ 92059 h 1066681"/>
                    <a:gd name="connsiteX4-2807" fmla="*/ 1232261 w 2436323"/>
                    <a:gd name="connsiteY4-2808" fmla="*/ 147325 h 1066681"/>
                    <a:gd name="connsiteX5-2809" fmla="*/ 1322696 w 2436323"/>
                    <a:gd name="connsiteY5-2810" fmla="*/ 187518 h 1066681"/>
                    <a:gd name="connsiteX6-2811" fmla="*/ 1428204 w 2436323"/>
                    <a:gd name="connsiteY6-2812" fmla="*/ 212639 h 1066681"/>
                    <a:gd name="connsiteX7-2813" fmla="*/ 1594001 w 2436323"/>
                    <a:gd name="connsiteY7-2814" fmla="*/ 237760 h 1066681"/>
                    <a:gd name="connsiteX8-2815" fmla="*/ 1749751 w 2436323"/>
                    <a:gd name="connsiteY8-2816" fmla="*/ 237760 h 1066681"/>
                    <a:gd name="connsiteX9-2817" fmla="*/ 2091395 w 2436323"/>
                    <a:gd name="connsiteY9-2818" fmla="*/ 232736 h 1066681"/>
                    <a:gd name="connsiteX10-2819" fmla="*/ 2257193 w 2436323"/>
                    <a:gd name="connsiteY10-2820" fmla="*/ 232736 h 1066681"/>
                    <a:gd name="connsiteX11-2821" fmla="*/ 2327531 w 2436323"/>
                    <a:gd name="connsiteY11-2822" fmla="*/ 247809 h 1066681"/>
                    <a:gd name="connsiteX12-2823" fmla="*/ 2430611 w 2436323"/>
                    <a:gd name="connsiteY12-2824" fmla="*/ 401297 h 1066681"/>
                    <a:gd name="connsiteX13-2825" fmla="*/ 2433039 w 2436323"/>
                    <a:gd name="connsiteY13-2826" fmla="*/ 539211 h 1066681"/>
                    <a:gd name="connsiteX14-2827" fmla="*/ 2387821 w 2436323"/>
                    <a:gd name="connsiteY14-2828" fmla="*/ 760275 h 1066681"/>
                    <a:gd name="connsiteX15-2829" fmla="*/ 2196903 w 2436323"/>
                    <a:gd name="connsiteY15-2830" fmla="*/ 860758 h 1066681"/>
                    <a:gd name="connsiteX16-2831" fmla="*/ 945883 w 2436323"/>
                    <a:gd name="connsiteY16-2832" fmla="*/ 1001435 h 1066681"/>
                    <a:gd name="connsiteX17-2833" fmla="*/ 594190 w 2436323"/>
                    <a:gd name="connsiteY17-2834" fmla="*/ 1041628 h 1066681"/>
                    <a:gd name="connsiteX18-2835" fmla="*/ 217377 w 2436323"/>
                    <a:gd name="connsiteY18-2836" fmla="*/ 1056702 h 1066681"/>
                    <a:gd name="connsiteX19-2837" fmla="*/ 21434 w 2436323"/>
                    <a:gd name="connsiteY19-2838" fmla="*/ 885879 h 1066681"/>
                    <a:gd name="connsiteX20-2839" fmla="*/ 16410 w 2436323"/>
                    <a:gd name="connsiteY20-2840" fmla="*/ 664815 h 1066681"/>
                    <a:gd name="connsiteX21-2841" fmla="*/ 121918 w 2436323"/>
                    <a:gd name="connsiteY21-2842" fmla="*/ 353316 h 1066681"/>
                    <a:gd name="connsiteX22-2843" fmla="*/ 272643 w 2436323"/>
                    <a:gd name="connsiteY22-2844" fmla="*/ 147325 h 1066681"/>
                    <a:gd name="connsiteX23-2845" fmla="*/ 503923 w 2436323"/>
                    <a:gd name="connsiteY23-2846" fmla="*/ 34197 h 1066681"/>
                    <a:gd name="connsiteX24-2847" fmla="*/ 684626 w 2436323"/>
                    <a:gd name="connsiteY24-2848" fmla="*/ 1624 h 1066681"/>
                    <a:gd name="connsiteX25-2849" fmla="*/ 820278 w 2436323"/>
                    <a:gd name="connsiteY25-2850" fmla="*/ 6648 h 1066681"/>
                    <a:gd name="connsiteX0-2851" fmla="*/ 820278 w 2436323"/>
                    <a:gd name="connsiteY0-2852" fmla="*/ 6648 h 1066681"/>
                    <a:gd name="connsiteX1-2853" fmla="*/ 940859 w 2436323"/>
                    <a:gd name="connsiteY1-2854" fmla="*/ 21721 h 1066681"/>
                    <a:gd name="connsiteX2-2855" fmla="*/ 1071487 w 2436323"/>
                    <a:gd name="connsiteY2-2856" fmla="*/ 56890 h 1066681"/>
                    <a:gd name="connsiteX3-2857" fmla="*/ 1141826 w 2436323"/>
                    <a:gd name="connsiteY3-2858" fmla="*/ 92059 h 1066681"/>
                    <a:gd name="connsiteX4-2859" fmla="*/ 1232261 w 2436323"/>
                    <a:gd name="connsiteY4-2860" fmla="*/ 147325 h 1066681"/>
                    <a:gd name="connsiteX5-2861" fmla="*/ 1322696 w 2436323"/>
                    <a:gd name="connsiteY5-2862" fmla="*/ 187518 h 1066681"/>
                    <a:gd name="connsiteX6-2863" fmla="*/ 1428204 w 2436323"/>
                    <a:gd name="connsiteY6-2864" fmla="*/ 212639 h 1066681"/>
                    <a:gd name="connsiteX7-2865" fmla="*/ 1594001 w 2436323"/>
                    <a:gd name="connsiteY7-2866" fmla="*/ 237760 h 1066681"/>
                    <a:gd name="connsiteX8-2867" fmla="*/ 1749751 w 2436323"/>
                    <a:gd name="connsiteY8-2868" fmla="*/ 237760 h 1066681"/>
                    <a:gd name="connsiteX9-2869" fmla="*/ 2091395 w 2436323"/>
                    <a:gd name="connsiteY9-2870" fmla="*/ 232736 h 1066681"/>
                    <a:gd name="connsiteX10-2871" fmla="*/ 2257193 w 2436323"/>
                    <a:gd name="connsiteY10-2872" fmla="*/ 232736 h 1066681"/>
                    <a:gd name="connsiteX11-2873" fmla="*/ 2377061 w 2436323"/>
                    <a:gd name="connsiteY11-2874" fmla="*/ 278289 h 1066681"/>
                    <a:gd name="connsiteX12-2875" fmla="*/ 2430611 w 2436323"/>
                    <a:gd name="connsiteY12-2876" fmla="*/ 401297 h 1066681"/>
                    <a:gd name="connsiteX13-2877" fmla="*/ 2433039 w 2436323"/>
                    <a:gd name="connsiteY13-2878" fmla="*/ 539211 h 1066681"/>
                    <a:gd name="connsiteX14-2879" fmla="*/ 2387821 w 2436323"/>
                    <a:gd name="connsiteY14-2880" fmla="*/ 760275 h 1066681"/>
                    <a:gd name="connsiteX15-2881" fmla="*/ 2196903 w 2436323"/>
                    <a:gd name="connsiteY15-2882" fmla="*/ 860758 h 1066681"/>
                    <a:gd name="connsiteX16-2883" fmla="*/ 945883 w 2436323"/>
                    <a:gd name="connsiteY16-2884" fmla="*/ 1001435 h 1066681"/>
                    <a:gd name="connsiteX17-2885" fmla="*/ 594190 w 2436323"/>
                    <a:gd name="connsiteY17-2886" fmla="*/ 1041628 h 1066681"/>
                    <a:gd name="connsiteX18-2887" fmla="*/ 217377 w 2436323"/>
                    <a:gd name="connsiteY18-2888" fmla="*/ 1056702 h 1066681"/>
                    <a:gd name="connsiteX19-2889" fmla="*/ 21434 w 2436323"/>
                    <a:gd name="connsiteY19-2890" fmla="*/ 885879 h 1066681"/>
                    <a:gd name="connsiteX20-2891" fmla="*/ 16410 w 2436323"/>
                    <a:gd name="connsiteY20-2892" fmla="*/ 664815 h 1066681"/>
                    <a:gd name="connsiteX21-2893" fmla="*/ 121918 w 2436323"/>
                    <a:gd name="connsiteY21-2894" fmla="*/ 353316 h 1066681"/>
                    <a:gd name="connsiteX22-2895" fmla="*/ 272643 w 2436323"/>
                    <a:gd name="connsiteY22-2896" fmla="*/ 147325 h 1066681"/>
                    <a:gd name="connsiteX23-2897" fmla="*/ 503923 w 2436323"/>
                    <a:gd name="connsiteY23-2898" fmla="*/ 34197 h 1066681"/>
                    <a:gd name="connsiteX24-2899" fmla="*/ 684626 w 2436323"/>
                    <a:gd name="connsiteY24-2900" fmla="*/ 1624 h 1066681"/>
                    <a:gd name="connsiteX25-2901" fmla="*/ 820278 w 2436323"/>
                    <a:gd name="connsiteY25-2902" fmla="*/ 6648 h 1066681"/>
                    <a:gd name="connsiteX0-2903" fmla="*/ 820278 w 2436323"/>
                    <a:gd name="connsiteY0-2904" fmla="*/ 6648 h 1066681"/>
                    <a:gd name="connsiteX1-2905" fmla="*/ 940859 w 2436323"/>
                    <a:gd name="connsiteY1-2906" fmla="*/ 21721 h 1066681"/>
                    <a:gd name="connsiteX2-2907" fmla="*/ 1071487 w 2436323"/>
                    <a:gd name="connsiteY2-2908" fmla="*/ 56890 h 1066681"/>
                    <a:gd name="connsiteX3-2909" fmla="*/ 1141826 w 2436323"/>
                    <a:gd name="connsiteY3-2910" fmla="*/ 92059 h 1066681"/>
                    <a:gd name="connsiteX4-2911" fmla="*/ 1232261 w 2436323"/>
                    <a:gd name="connsiteY4-2912" fmla="*/ 147325 h 1066681"/>
                    <a:gd name="connsiteX5-2913" fmla="*/ 1322696 w 2436323"/>
                    <a:gd name="connsiteY5-2914" fmla="*/ 187518 h 1066681"/>
                    <a:gd name="connsiteX6-2915" fmla="*/ 1428204 w 2436323"/>
                    <a:gd name="connsiteY6-2916" fmla="*/ 212639 h 1066681"/>
                    <a:gd name="connsiteX7-2917" fmla="*/ 1594001 w 2436323"/>
                    <a:gd name="connsiteY7-2918" fmla="*/ 237760 h 1066681"/>
                    <a:gd name="connsiteX8-2919" fmla="*/ 1749751 w 2436323"/>
                    <a:gd name="connsiteY8-2920" fmla="*/ 237760 h 1066681"/>
                    <a:gd name="connsiteX9-2921" fmla="*/ 2091395 w 2436323"/>
                    <a:gd name="connsiteY9-2922" fmla="*/ 232736 h 1066681"/>
                    <a:gd name="connsiteX10-2923" fmla="*/ 2257193 w 2436323"/>
                    <a:gd name="connsiteY10-2924" fmla="*/ 232736 h 1066681"/>
                    <a:gd name="connsiteX11-2925" fmla="*/ 2377061 w 2436323"/>
                    <a:gd name="connsiteY11-2926" fmla="*/ 278289 h 1066681"/>
                    <a:gd name="connsiteX12-2927" fmla="*/ 2430611 w 2436323"/>
                    <a:gd name="connsiteY12-2928" fmla="*/ 401297 h 1066681"/>
                    <a:gd name="connsiteX13-2929" fmla="*/ 2433039 w 2436323"/>
                    <a:gd name="connsiteY13-2930" fmla="*/ 539211 h 1066681"/>
                    <a:gd name="connsiteX14-2931" fmla="*/ 2387821 w 2436323"/>
                    <a:gd name="connsiteY14-2932" fmla="*/ 760275 h 1066681"/>
                    <a:gd name="connsiteX15-2933" fmla="*/ 2196903 w 2436323"/>
                    <a:gd name="connsiteY15-2934" fmla="*/ 860758 h 1066681"/>
                    <a:gd name="connsiteX16-2935" fmla="*/ 945883 w 2436323"/>
                    <a:gd name="connsiteY16-2936" fmla="*/ 1001435 h 1066681"/>
                    <a:gd name="connsiteX17-2937" fmla="*/ 594190 w 2436323"/>
                    <a:gd name="connsiteY17-2938" fmla="*/ 1041628 h 1066681"/>
                    <a:gd name="connsiteX18-2939" fmla="*/ 217377 w 2436323"/>
                    <a:gd name="connsiteY18-2940" fmla="*/ 1056702 h 1066681"/>
                    <a:gd name="connsiteX19-2941" fmla="*/ 21434 w 2436323"/>
                    <a:gd name="connsiteY19-2942" fmla="*/ 885879 h 1066681"/>
                    <a:gd name="connsiteX20-2943" fmla="*/ 16410 w 2436323"/>
                    <a:gd name="connsiteY20-2944" fmla="*/ 664815 h 1066681"/>
                    <a:gd name="connsiteX21-2945" fmla="*/ 121918 w 2436323"/>
                    <a:gd name="connsiteY21-2946" fmla="*/ 353316 h 1066681"/>
                    <a:gd name="connsiteX22-2947" fmla="*/ 272643 w 2436323"/>
                    <a:gd name="connsiteY22-2948" fmla="*/ 147325 h 1066681"/>
                    <a:gd name="connsiteX23-2949" fmla="*/ 503923 w 2436323"/>
                    <a:gd name="connsiteY23-2950" fmla="*/ 34197 h 1066681"/>
                    <a:gd name="connsiteX24-2951" fmla="*/ 684626 w 2436323"/>
                    <a:gd name="connsiteY24-2952" fmla="*/ 1624 h 1066681"/>
                    <a:gd name="connsiteX25-2953" fmla="*/ 820278 w 2436323"/>
                    <a:gd name="connsiteY25-2954" fmla="*/ 6648 h 1066681"/>
                    <a:gd name="connsiteX0-2955" fmla="*/ 818406 w 2434451"/>
                    <a:gd name="connsiteY0-2956" fmla="*/ 6648 h 1066681"/>
                    <a:gd name="connsiteX1-2957" fmla="*/ 938987 w 2434451"/>
                    <a:gd name="connsiteY1-2958" fmla="*/ 21721 h 1066681"/>
                    <a:gd name="connsiteX2-2959" fmla="*/ 1069615 w 2434451"/>
                    <a:gd name="connsiteY2-2960" fmla="*/ 56890 h 1066681"/>
                    <a:gd name="connsiteX3-2961" fmla="*/ 1139954 w 2434451"/>
                    <a:gd name="connsiteY3-2962" fmla="*/ 92059 h 1066681"/>
                    <a:gd name="connsiteX4-2963" fmla="*/ 1230389 w 2434451"/>
                    <a:gd name="connsiteY4-2964" fmla="*/ 147325 h 1066681"/>
                    <a:gd name="connsiteX5-2965" fmla="*/ 1320824 w 2434451"/>
                    <a:gd name="connsiteY5-2966" fmla="*/ 187518 h 1066681"/>
                    <a:gd name="connsiteX6-2967" fmla="*/ 1426332 w 2434451"/>
                    <a:gd name="connsiteY6-2968" fmla="*/ 212639 h 1066681"/>
                    <a:gd name="connsiteX7-2969" fmla="*/ 1592129 w 2434451"/>
                    <a:gd name="connsiteY7-2970" fmla="*/ 237760 h 1066681"/>
                    <a:gd name="connsiteX8-2971" fmla="*/ 1747879 w 2434451"/>
                    <a:gd name="connsiteY8-2972" fmla="*/ 237760 h 1066681"/>
                    <a:gd name="connsiteX9-2973" fmla="*/ 2089523 w 2434451"/>
                    <a:gd name="connsiteY9-2974" fmla="*/ 232736 h 1066681"/>
                    <a:gd name="connsiteX10-2975" fmla="*/ 2255321 w 2434451"/>
                    <a:gd name="connsiteY10-2976" fmla="*/ 232736 h 1066681"/>
                    <a:gd name="connsiteX11-2977" fmla="*/ 2375189 w 2434451"/>
                    <a:gd name="connsiteY11-2978" fmla="*/ 278289 h 1066681"/>
                    <a:gd name="connsiteX12-2979" fmla="*/ 2428739 w 2434451"/>
                    <a:gd name="connsiteY12-2980" fmla="*/ 401297 h 1066681"/>
                    <a:gd name="connsiteX13-2981" fmla="*/ 2431167 w 2434451"/>
                    <a:gd name="connsiteY13-2982" fmla="*/ 539211 h 1066681"/>
                    <a:gd name="connsiteX14-2983" fmla="*/ 2385949 w 2434451"/>
                    <a:gd name="connsiteY14-2984" fmla="*/ 760275 h 1066681"/>
                    <a:gd name="connsiteX15-2985" fmla="*/ 2195031 w 2434451"/>
                    <a:gd name="connsiteY15-2986" fmla="*/ 860758 h 1066681"/>
                    <a:gd name="connsiteX16-2987" fmla="*/ 944011 w 2434451"/>
                    <a:gd name="connsiteY16-2988" fmla="*/ 1001435 h 1066681"/>
                    <a:gd name="connsiteX17-2989" fmla="*/ 592318 w 2434451"/>
                    <a:gd name="connsiteY17-2990" fmla="*/ 1041628 h 1066681"/>
                    <a:gd name="connsiteX18-2991" fmla="*/ 215505 w 2434451"/>
                    <a:gd name="connsiteY18-2992" fmla="*/ 1056702 h 1066681"/>
                    <a:gd name="connsiteX19-2993" fmla="*/ 19562 w 2434451"/>
                    <a:gd name="connsiteY19-2994" fmla="*/ 885879 h 1066681"/>
                    <a:gd name="connsiteX20-2995" fmla="*/ 18324 w 2434451"/>
                    <a:gd name="connsiteY20-2996" fmla="*/ 596235 h 1066681"/>
                    <a:gd name="connsiteX21-2997" fmla="*/ 120046 w 2434451"/>
                    <a:gd name="connsiteY21-2998" fmla="*/ 353316 h 1066681"/>
                    <a:gd name="connsiteX22-2999" fmla="*/ 270771 w 2434451"/>
                    <a:gd name="connsiteY22-3000" fmla="*/ 147325 h 1066681"/>
                    <a:gd name="connsiteX23-3001" fmla="*/ 502051 w 2434451"/>
                    <a:gd name="connsiteY23-3002" fmla="*/ 34197 h 1066681"/>
                    <a:gd name="connsiteX24-3003" fmla="*/ 682754 w 2434451"/>
                    <a:gd name="connsiteY24-3004" fmla="*/ 1624 h 1066681"/>
                    <a:gd name="connsiteX25-3005" fmla="*/ 818406 w 2434451"/>
                    <a:gd name="connsiteY25-3006" fmla="*/ 6648 h 1066681"/>
                    <a:gd name="connsiteX0-3007" fmla="*/ 822792 w 2438837"/>
                    <a:gd name="connsiteY0-3008" fmla="*/ 6648 h 1066681"/>
                    <a:gd name="connsiteX1-3009" fmla="*/ 943373 w 2438837"/>
                    <a:gd name="connsiteY1-3010" fmla="*/ 21721 h 1066681"/>
                    <a:gd name="connsiteX2-3011" fmla="*/ 1074001 w 2438837"/>
                    <a:gd name="connsiteY2-3012" fmla="*/ 56890 h 1066681"/>
                    <a:gd name="connsiteX3-3013" fmla="*/ 1144340 w 2438837"/>
                    <a:gd name="connsiteY3-3014" fmla="*/ 92059 h 1066681"/>
                    <a:gd name="connsiteX4-3015" fmla="*/ 1234775 w 2438837"/>
                    <a:gd name="connsiteY4-3016" fmla="*/ 147325 h 1066681"/>
                    <a:gd name="connsiteX5-3017" fmla="*/ 1325210 w 2438837"/>
                    <a:gd name="connsiteY5-3018" fmla="*/ 187518 h 1066681"/>
                    <a:gd name="connsiteX6-3019" fmla="*/ 1430718 w 2438837"/>
                    <a:gd name="connsiteY6-3020" fmla="*/ 212639 h 1066681"/>
                    <a:gd name="connsiteX7-3021" fmla="*/ 1596515 w 2438837"/>
                    <a:gd name="connsiteY7-3022" fmla="*/ 237760 h 1066681"/>
                    <a:gd name="connsiteX8-3023" fmla="*/ 1752265 w 2438837"/>
                    <a:gd name="connsiteY8-3024" fmla="*/ 237760 h 1066681"/>
                    <a:gd name="connsiteX9-3025" fmla="*/ 2093909 w 2438837"/>
                    <a:gd name="connsiteY9-3026" fmla="*/ 232736 h 1066681"/>
                    <a:gd name="connsiteX10-3027" fmla="*/ 2259707 w 2438837"/>
                    <a:gd name="connsiteY10-3028" fmla="*/ 232736 h 1066681"/>
                    <a:gd name="connsiteX11-3029" fmla="*/ 2379575 w 2438837"/>
                    <a:gd name="connsiteY11-3030" fmla="*/ 278289 h 1066681"/>
                    <a:gd name="connsiteX12-3031" fmla="*/ 2433125 w 2438837"/>
                    <a:gd name="connsiteY12-3032" fmla="*/ 401297 h 1066681"/>
                    <a:gd name="connsiteX13-3033" fmla="*/ 2435553 w 2438837"/>
                    <a:gd name="connsiteY13-3034" fmla="*/ 539211 h 1066681"/>
                    <a:gd name="connsiteX14-3035" fmla="*/ 2390335 w 2438837"/>
                    <a:gd name="connsiteY14-3036" fmla="*/ 760275 h 1066681"/>
                    <a:gd name="connsiteX15-3037" fmla="*/ 2199417 w 2438837"/>
                    <a:gd name="connsiteY15-3038" fmla="*/ 860758 h 1066681"/>
                    <a:gd name="connsiteX16-3039" fmla="*/ 948397 w 2438837"/>
                    <a:gd name="connsiteY16-3040" fmla="*/ 1001435 h 1066681"/>
                    <a:gd name="connsiteX17-3041" fmla="*/ 596704 w 2438837"/>
                    <a:gd name="connsiteY17-3042" fmla="*/ 1041628 h 1066681"/>
                    <a:gd name="connsiteX18-3043" fmla="*/ 219891 w 2438837"/>
                    <a:gd name="connsiteY18-3044" fmla="*/ 1056702 h 1066681"/>
                    <a:gd name="connsiteX19-3045" fmla="*/ 23948 w 2438837"/>
                    <a:gd name="connsiteY19-3046" fmla="*/ 885879 h 1066681"/>
                    <a:gd name="connsiteX20-3047" fmla="*/ 22710 w 2438837"/>
                    <a:gd name="connsiteY20-3048" fmla="*/ 596235 h 1066681"/>
                    <a:gd name="connsiteX21-3049" fmla="*/ 124432 w 2438837"/>
                    <a:gd name="connsiteY21-3050" fmla="*/ 353316 h 1066681"/>
                    <a:gd name="connsiteX22-3051" fmla="*/ 275157 w 2438837"/>
                    <a:gd name="connsiteY22-3052" fmla="*/ 147325 h 1066681"/>
                    <a:gd name="connsiteX23-3053" fmla="*/ 506437 w 2438837"/>
                    <a:gd name="connsiteY23-3054" fmla="*/ 34197 h 1066681"/>
                    <a:gd name="connsiteX24-3055" fmla="*/ 687140 w 2438837"/>
                    <a:gd name="connsiteY24-3056" fmla="*/ 1624 h 1066681"/>
                    <a:gd name="connsiteX25-3057" fmla="*/ 822792 w 2438837"/>
                    <a:gd name="connsiteY25-3058" fmla="*/ 6648 h 1066681"/>
                    <a:gd name="connsiteX0-3059" fmla="*/ 822792 w 2438837"/>
                    <a:gd name="connsiteY0-3060" fmla="*/ 6648 h 1066681"/>
                    <a:gd name="connsiteX1-3061" fmla="*/ 943373 w 2438837"/>
                    <a:gd name="connsiteY1-3062" fmla="*/ 21721 h 1066681"/>
                    <a:gd name="connsiteX2-3063" fmla="*/ 1074001 w 2438837"/>
                    <a:gd name="connsiteY2-3064" fmla="*/ 56890 h 1066681"/>
                    <a:gd name="connsiteX3-3065" fmla="*/ 1144340 w 2438837"/>
                    <a:gd name="connsiteY3-3066" fmla="*/ 92059 h 1066681"/>
                    <a:gd name="connsiteX4-3067" fmla="*/ 1234775 w 2438837"/>
                    <a:gd name="connsiteY4-3068" fmla="*/ 147325 h 1066681"/>
                    <a:gd name="connsiteX5-3069" fmla="*/ 1325210 w 2438837"/>
                    <a:gd name="connsiteY5-3070" fmla="*/ 187518 h 1066681"/>
                    <a:gd name="connsiteX6-3071" fmla="*/ 1430718 w 2438837"/>
                    <a:gd name="connsiteY6-3072" fmla="*/ 212639 h 1066681"/>
                    <a:gd name="connsiteX7-3073" fmla="*/ 1596515 w 2438837"/>
                    <a:gd name="connsiteY7-3074" fmla="*/ 237760 h 1066681"/>
                    <a:gd name="connsiteX8-3075" fmla="*/ 1752265 w 2438837"/>
                    <a:gd name="connsiteY8-3076" fmla="*/ 237760 h 1066681"/>
                    <a:gd name="connsiteX9-3077" fmla="*/ 2093909 w 2438837"/>
                    <a:gd name="connsiteY9-3078" fmla="*/ 232736 h 1066681"/>
                    <a:gd name="connsiteX10-3079" fmla="*/ 2259707 w 2438837"/>
                    <a:gd name="connsiteY10-3080" fmla="*/ 232736 h 1066681"/>
                    <a:gd name="connsiteX11-3081" fmla="*/ 2379575 w 2438837"/>
                    <a:gd name="connsiteY11-3082" fmla="*/ 278289 h 1066681"/>
                    <a:gd name="connsiteX12-3083" fmla="*/ 2433125 w 2438837"/>
                    <a:gd name="connsiteY12-3084" fmla="*/ 401297 h 1066681"/>
                    <a:gd name="connsiteX13-3085" fmla="*/ 2435553 w 2438837"/>
                    <a:gd name="connsiteY13-3086" fmla="*/ 539211 h 1066681"/>
                    <a:gd name="connsiteX14-3087" fmla="*/ 2390335 w 2438837"/>
                    <a:gd name="connsiteY14-3088" fmla="*/ 760275 h 1066681"/>
                    <a:gd name="connsiteX15-3089" fmla="*/ 2199417 w 2438837"/>
                    <a:gd name="connsiteY15-3090" fmla="*/ 860758 h 1066681"/>
                    <a:gd name="connsiteX16-3091" fmla="*/ 1482341 w 2438837"/>
                    <a:gd name="connsiteY16-3092" fmla="*/ 940475 h 1066681"/>
                    <a:gd name="connsiteX17-3093" fmla="*/ 596704 w 2438837"/>
                    <a:gd name="connsiteY17-3094" fmla="*/ 1041628 h 1066681"/>
                    <a:gd name="connsiteX18-3095" fmla="*/ 219891 w 2438837"/>
                    <a:gd name="connsiteY18-3096" fmla="*/ 1056702 h 1066681"/>
                    <a:gd name="connsiteX19-3097" fmla="*/ 23948 w 2438837"/>
                    <a:gd name="connsiteY19-3098" fmla="*/ 885879 h 1066681"/>
                    <a:gd name="connsiteX20-3099" fmla="*/ 22710 w 2438837"/>
                    <a:gd name="connsiteY20-3100" fmla="*/ 596235 h 1066681"/>
                    <a:gd name="connsiteX21-3101" fmla="*/ 124432 w 2438837"/>
                    <a:gd name="connsiteY21-3102" fmla="*/ 353316 h 1066681"/>
                    <a:gd name="connsiteX22-3103" fmla="*/ 275157 w 2438837"/>
                    <a:gd name="connsiteY22-3104" fmla="*/ 147325 h 1066681"/>
                    <a:gd name="connsiteX23-3105" fmla="*/ 506437 w 2438837"/>
                    <a:gd name="connsiteY23-3106" fmla="*/ 34197 h 1066681"/>
                    <a:gd name="connsiteX24-3107" fmla="*/ 687140 w 2438837"/>
                    <a:gd name="connsiteY24-3108" fmla="*/ 1624 h 1066681"/>
                    <a:gd name="connsiteX25-3109" fmla="*/ 822792 w 2438837"/>
                    <a:gd name="connsiteY25-3110" fmla="*/ 6648 h 1066681"/>
                    <a:gd name="connsiteX0-3111" fmla="*/ 822792 w 2438837"/>
                    <a:gd name="connsiteY0-3112" fmla="*/ 6648 h 1066681"/>
                    <a:gd name="connsiteX1-3113" fmla="*/ 943373 w 2438837"/>
                    <a:gd name="connsiteY1-3114" fmla="*/ 21721 h 1066681"/>
                    <a:gd name="connsiteX2-3115" fmla="*/ 1074001 w 2438837"/>
                    <a:gd name="connsiteY2-3116" fmla="*/ 56890 h 1066681"/>
                    <a:gd name="connsiteX3-3117" fmla="*/ 1144340 w 2438837"/>
                    <a:gd name="connsiteY3-3118" fmla="*/ 92059 h 1066681"/>
                    <a:gd name="connsiteX4-3119" fmla="*/ 1234775 w 2438837"/>
                    <a:gd name="connsiteY4-3120" fmla="*/ 147325 h 1066681"/>
                    <a:gd name="connsiteX5-3121" fmla="*/ 1325210 w 2438837"/>
                    <a:gd name="connsiteY5-3122" fmla="*/ 187518 h 1066681"/>
                    <a:gd name="connsiteX6-3123" fmla="*/ 1430718 w 2438837"/>
                    <a:gd name="connsiteY6-3124" fmla="*/ 212639 h 1066681"/>
                    <a:gd name="connsiteX7-3125" fmla="*/ 1596515 w 2438837"/>
                    <a:gd name="connsiteY7-3126" fmla="*/ 237760 h 1066681"/>
                    <a:gd name="connsiteX8-3127" fmla="*/ 1752265 w 2438837"/>
                    <a:gd name="connsiteY8-3128" fmla="*/ 237760 h 1066681"/>
                    <a:gd name="connsiteX9-3129" fmla="*/ 2093909 w 2438837"/>
                    <a:gd name="connsiteY9-3130" fmla="*/ 232736 h 1066681"/>
                    <a:gd name="connsiteX10-3131" fmla="*/ 2259707 w 2438837"/>
                    <a:gd name="connsiteY10-3132" fmla="*/ 232736 h 1066681"/>
                    <a:gd name="connsiteX11-3133" fmla="*/ 2379575 w 2438837"/>
                    <a:gd name="connsiteY11-3134" fmla="*/ 278289 h 1066681"/>
                    <a:gd name="connsiteX12-3135" fmla="*/ 2433125 w 2438837"/>
                    <a:gd name="connsiteY12-3136" fmla="*/ 401297 h 1066681"/>
                    <a:gd name="connsiteX13-3137" fmla="*/ 2435553 w 2438837"/>
                    <a:gd name="connsiteY13-3138" fmla="*/ 539211 h 1066681"/>
                    <a:gd name="connsiteX14-3139" fmla="*/ 2390335 w 2438837"/>
                    <a:gd name="connsiteY14-3140" fmla="*/ 760275 h 1066681"/>
                    <a:gd name="connsiteX15-3141" fmla="*/ 2199417 w 2438837"/>
                    <a:gd name="connsiteY15-3142" fmla="*/ 860758 h 1066681"/>
                    <a:gd name="connsiteX16-3143" fmla="*/ 1482341 w 2438837"/>
                    <a:gd name="connsiteY16-3144" fmla="*/ 940475 h 1066681"/>
                    <a:gd name="connsiteX17-3145" fmla="*/ 619425 w 2438837"/>
                    <a:gd name="connsiteY17-3146" fmla="*/ 1041628 h 1066681"/>
                    <a:gd name="connsiteX18-3147" fmla="*/ 219891 w 2438837"/>
                    <a:gd name="connsiteY18-3148" fmla="*/ 1056702 h 1066681"/>
                    <a:gd name="connsiteX19-3149" fmla="*/ 23948 w 2438837"/>
                    <a:gd name="connsiteY19-3150" fmla="*/ 885879 h 1066681"/>
                    <a:gd name="connsiteX20-3151" fmla="*/ 22710 w 2438837"/>
                    <a:gd name="connsiteY20-3152" fmla="*/ 596235 h 1066681"/>
                    <a:gd name="connsiteX21-3153" fmla="*/ 124432 w 2438837"/>
                    <a:gd name="connsiteY21-3154" fmla="*/ 353316 h 1066681"/>
                    <a:gd name="connsiteX22-3155" fmla="*/ 275157 w 2438837"/>
                    <a:gd name="connsiteY22-3156" fmla="*/ 147325 h 1066681"/>
                    <a:gd name="connsiteX23-3157" fmla="*/ 506437 w 2438837"/>
                    <a:gd name="connsiteY23-3158" fmla="*/ 34197 h 1066681"/>
                    <a:gd name="connsiteX24-3159" fmla="*/ 687140 w 2438837"/>
                    <a:gd name="connsiteY24-3160" fmla="*/ 1624 h 1066681"/>
                    <a:gd name="connsiteX25-3161" fmla="*/ 822792 w 2438837"/>
                    <a:gd name="connsiteY25-3162" fmla="*/ 6648 h 106668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  <a:cxn ang="0">
                      <a:pos x="connsiteX23-47" y="connsiteY23-48"/>
                    </a:cxn>
                    <a:cxn ang="0">
                      <a:pos x="connsiteX24-49" y="connsiteY24-50"/>
                    </a:cxn>
                    <a:cxn ang="0">
                      <a:pos x="connsiteX25-51" y="connsiteY25-52"/>
                    </a:cxn>
                  </a:cxnLst>
                  <a:rect l="l" t="t" r="r" b="b"/>
                  <a:pathLst>
                    <a:path w="2438837" h="1066681">
                      <a:moveTo>
                        <a:pt x="822792" y="6648"/>
                      </a:moveTo>
                      <a:cubicBezTo>
                        <a:pt x="865497" y="9997"/>
                        <a:pt x="901505" y="13347"/>
                        <a:pt x="943373" y="21721"/>
                      </a:cubicBezTo>
                      <a:lnTo>
                        <a:pt x="1074001" y="56890"/>
                      </a:lnTo>
                      <a:lnTo>
                        <a:pt x="1144340" y="92059"/>
                      </a:lnTo>
                      <a:lnTo>
                        <a:pt x="1234775" y="147325"/>
                      </a:lnTo>
                      <a:lnTo>
                        <a:pt x="1325210" y="187518"/>
                      </a:lnTo>
                      <a:lnTo>
                        <a:pt x="1430718" y="212639"/>
                      </a:lnTo>
                      <a:lnTo>
                        <a:pt x="1596515" y="237760"/>
                      </a:lnTo>
                      <a:lnTo>
                        <a:pt x="1752265" y="237760"/>
                      </a:lnTo>
                      <a:lnTo>
                        <a:pt x="2093909" y="232736"/>
                      </a:lnTo>
                      <a:cubicBezTo>
                        <a:pt x="2178483" y="231899"/>
                        <a:pt x="2212096" y="225144"/>
                        <a:pt x="2259707" y="232736"/>
                      </a:cubicBezTo>
                      <a:cubicBezTo>
                        <a:pt x="2307318" y="240328"/>
                        <a:pt x="2350672" y="250196"/>
                        <a:pt x="2379575" y="278289"/>
                      </a:cubicBezTo>
                      <a:cubicBezTo>
                        <a:pt x="2413935" y="329452"/>
                        <a:pt x="2417815" y="323464"/>
                        <a:pt x="2433125" y="401297"/>
                      </a:cubicBezTo>
                      <a:cubicBezTo>
                        <a:pt x="2436474" y="461378"/>
                        <a:pt x="2442685" y="479381"/>
                        <a:pt x="2435553" y="539211"/>
                      </a:cubicBezTo>
                      <a:cubicBezTo>
                        <a:pt x="2428421" y="599041"/>
                        <a:pt x="2429691" y="706684"/>
                        <a:pt x="2390335" y="760275"/>
                      </a:cubicBezTo>
                      <a:cubicBezTo>
                        <a:pt x="2350979" y="813866"/>
                        <a:pt x="2450626" y="806330"/>
                        <a:pt x="2199417" y="860758"/>
                      </a:cubicBezTo>
                      <a:lnTo>
                        <a:pt x="1482341" y="940475"/>
                      </a:lnTo>
                      <a:lnTo>
                        <a:pt x="619425" y="1041628"/>
                      </a:lnTo>
                      <a:cubicBezTo>
                        <a:pt x="507218" y="1050839"/>
                        <a:pt x="319137" y="1082660"/>
                        <a:pt x="219891" y="1056702"/>
                      </a:cubicBezTo>
                      <a:cubicBezTo>
                        <a:pt x="120645" y="1030744"/>
                        <a:pt x="56812" y="962624"/>
                        <a:pt x="23948" y="885879"/>
                      </a:cubicBezTo>
                      <a:cubicBezTo>
                        <a:pt x="-8916" y="809134"/>
                        <a:pt x="-6634" y="726571"/>
                        <a:pt x="22710" y="596235"/>
                      </a:cubicBezTo>
                      <a:cubicBezTo>
                        <a:pt x="52054" y="465899"/>
                        <a:pt x="82358" y="428134"/>
                        <a:pt x="124432" y="353316"/>
                      </a:cubicBezTo>
                      <a:cubicBezTo>
                        <a:pt x="166506" y="278498"/>
                        <a:pt x="211489" y="200512"/>
                        <a:pt x="275157" y="147325"/>
                      </a:cubicBezTo>
                      <a:cubicBezTo>
                        <a:pt x="338825" y="94138"/>
                        <a:pt x="399213" y="66645"/>
                        <a:pt x="506437" y="34197"/>
                      </a:cubicBezTo>
                      <a:cubicBezTo>
                        <a:pt x="613661" y="1749"/>
                        <a:pt x="634414" y="6216"/>
                        <a:pt x="687140" y="1624"/>
                      </a:cubicBezTo>
                      <a:cubicBezTo>
                        <a:pt x="739866" y="-2968"/>
                        <a:pt x="780087" y="3299"/>
                        <a:pt x="822792" y="6648"/>
                      </a:cubicBezTo>
                      <a:close/>
                    </a:path>
                  </a:pathLst>
                </a:cu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  <p:sp>
              <p:nvSpPr>
                <p:cNvPr id="66" name="Oval 15"/>
                <p:cNvSpPr/>
                <p:nvPr>
                  <p:custDataLst>
                    <p:tags r:id="rId58"/>
                  </p:custDataLst>
                </p:nvPr>
              </p:nvSpPr>
              <p:spPr bwMode="gray">
                <a:xfrm rot="21447450">
                  <a:off x="3534616" y="2651135"/>
                  <a:ext cx="2277725" cy="393088"/>
                </a:xfrm>
                <a:prstGeom prst="ellipse">
                  <a:avLst/>
                </a:pr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  <p:sp>
              <p:nvSpPr>
                <p:cNvPr id="67" name="Freeform 17"/>
                <p:cNvSpPr/>
                <p:nvPr>
                  <p:custDataLst>
                    <p:tags r:id="rId59"/>
                  </p:custDataLst>
                </p:nvPr>
              </p:nvSpPr>
              <p:spPr bwMode="gray">
                <a:xfrm>
                  <a:off x="2634880" y="2968052"/>
                  <a:ext cx="1211545" cy="1098926"/>
                </a:xfrm>
                <a:custGeom>
                  <a:avLst/>
                  <a:gdLst>
                    <a:gd name="connsiteX0" fmla="*/ 334979 w 1195058"/>
                    <a:gd name="connsiteY0" fmla="*/ 0 h 1041148"/>
                    <a:gd name="connsiteX1" fmla="*/ 679010 w 1195058"/>
                    <a:gd name="connsiteY1" fmla="*/ 0 h 1041148"/>
                    <a:gd name="connsiteX2" fmla="*/ 932507 w 1195058"/>
                    <a:gd name="connsiteY2" fmla="*/ 45267 h 1041148"/>
                    <a:gd name="connsiteX3" fmla="*/ 1122630 w 1195058"/>
                    <a:gd name="connsiteY3" fmla="*/ 126748 h 1041148"/>
                    <a:gd name="connsiteX4" fmla="*/ 1186004 w 1195058"/>
                    <a:gd name="connsiteY4" fmla="*/ 262550 h 1041148"/>
                    <a:gd name="connsiteX5" fmla="*/ 1195058 w 1195058"/>
                    <a:gd name="connsiteY5" fmla="*/ 325924 h 1041148"/>
                    <a:gd name="connsiteX6" fmla="*/ 1113577 w 1195058"/>
                    <a:gd name="connsiteY6" fmla="*/ 452673 h 1041148"/>
                    <a:gd name="connsiteX7" fmla="*/ 796705 w 1195058"/>
                    <a:gd name="connsiteY7" fmla="*/ 896293 h 1041148"/>
                    <a:gd name="connsiteX8" fmla="*/ 706171 w 1195058"/>
                    <a:gd name="connsiteY8" fmla="*/ 1023041 h 1041148"/>
                    <a:gd name="connsiteX9" fmla="*/ 543208 w 1195058"/>
                    <a:gd name="connsiteY9" fmla="*/ 1041148 h 1041148"/>
                    <a:gd name="connsiteX10" fmla="*/ 353085 w 1195058"/>
                    <a:gd name="connsiteY10" fmla="*/ 751437 h 1041148"/>
                    <a:gd name="connsiteX11" fmla="*/ 36214 w 1195058"/>
                    <a:gd name="connsiteY11" fmla="*/ 371192 h 1041148"/>
                    <a:gd name="connsiteX12" fmla="*/ 18107 w 1195058"/>
                    <a:gd name="connsiteY12" fmla="*/ 316871 h 1041148"/>
                    <a:gd name="connsiteX13" fmla="*/ 0 w 1195058"/>
                    <a:gd name="connsiteY13" fmla="*/ 162962 h 1041148"/>
                    <a:gd name="connsiteX14" fmla="*/ 135802 w 1195058"/>
                    <a:gd name="connsiteY14" fmla="*/ 36213 h 1041148"/>
                    <a:gd name="connsiteX15" fmla="*/ 334979 w 1195058"/>
                    <a:gd name="connsiteY15" fmla="*/ 0 h 1041148"/>
                    <a:gd name="connsiteX0-1" fmla="*/ 316872 w 1176951"/>
                    <a:gd name="connsiteY0-2" fmla="*/ 0 h 1041148"/>
                    <a:gd name="connsiteX1-3" fmla="*/ 660903 w 1176951"/>
                    <a:gd name="connsiteY1-4" fmla="*/ 0 h 1041148"/>
                    <a:gd name="connsiteX2-5" fmla="*/ 914400 w 1176951"/>
                    <a:gd name="connsiteY2-6" fmla="*/ 45267 h 1041148"/>
                    <a:gd name="connsiteX3-7" fmla="*/ 1104523 w 1176951"/>
                    <a:gd name="connsiteY3-8" fmla="*/ 126748 h 1041148"/>
                    <a:gd name="connsiteX4-9" fmla="*/ 1167897 w 1176951"/>
                    <a:gd name="connsiteY4-10" fmla="*/ 262550 h 1041148"/>
                    <a:gd name="connsiteX5-11" fmla="*/ 1176951 w 1176951"/>
                    <a:gd name="connsiteY5-12" fmla="*/ 325924 h 1041148"/>
                    <a:gd name="connsiteX6-13" fmla="*/ 1095470 w 1176951"/>
                    <a:gd name="connsiteY6-14" fmla="*/ 452673 h 1041148"/>
                    <a:gd name="connsiteX7-15" fmla="*/ 778598 w 1176951"/>
                    <a:gd name="connsiteY7-16" fmla="*/ 896293 h 1041148"/>
                    <a:gd name="connsiteX8-17" fmla="*/ 688064 w 1176951"/>
                    <a:gd name="connsiteY8-18" fmla="*/ 1023041 h 1041148"/>
                    <a:gd name="connsiteX9-19" fmla="*/ 525101 w 1176951"/>
                    <a:gd name="connsiteY9-20" fmla="*/ 1041148 h 1041148"/>
                    <a:gd name="connsiteX10-21" fmla="*/ 334978 w 1176951"/>
                    <a:gd name="connsiteY10-22" fmla="*/ 751437 h 1041148"/>
                    <a:gd name="connsiteX11-23" fmla="*/ 18107 w 1176951"/>
                    <a:gd name="connsiteY11-24" fmla="*/ 371192 h 1041148"/>
                    <a:gd name="connsiteX12-25" fmla="*/ 0 w 1176951"/>
                    <a:gd name="connsiteY12-26" fmla="*/ 316871 h 1041148"/>
                    <a:gd name="connsiteX13-27" fmla="*/ 2558 w 1176951"/>
                    <a:gd name="connsiteY13-28" fmla="*/ 126799 h 1041148"/>
                    <a:gd name="connsiteX14-29" fmla="*/ 117695 w 1176951"/>
                    <a:gd name="connsiteY14-30" fmla="*/ 36213 h 1041148"/>
                    <a:gd name="connsiteX15-31" fmla="*/ 316872 w 1176951"/>
                    <a:gd name="connsiteY15-32" fmla="*/ 0 h 1041148"/>
                    <a:gd name="connsiteX0-33" fmla="*/ 342702 w 1202781"/>
                    <a:gd name="connsiteY0-34" fmla="*/ 0 h 1041148"/>
                    <a:gd name="connsiteX1-35" fmla="*/ 686733 w 1202781"/>
                    <a:gd name="connsiteY1-36" fmla="*/ 0 h 1041148"/>
                    <a:gd name="connsiteX2-37" fmla="*/ 940230 w 1202781"/>
                    <a:gd name="connsiteY2-38" fmla="*/ 45267 h 1041148"/>
                    <a:gd name="connsiteX3-39" fmla="*/ 1130353 w 1202781"/>
                    <a:gd name="connsiteY3-40" fmla="*/ 126748 h 1041148"/>
                    <a:gd name="connsiteX4-41" fmla="*/ 1193727 w 1202781"/>
                    <a:gd name="connsiteY4-42" fmla="*/ 262550 h 1041148"/>
                    <a:gd name="connsiteX5-43" fmla="*/ 1202781 w 1202781"/>
                    <a:gd name="connsiteY5-44" fmla="*/ 325924 h 1041148"/>
                    <a:gd name="connsiteX6-45" fmla="*/ 1121300 w 1202781"/>
                    <a:gd name="connsiteY6-46" fmla="*/ 452673 h 1041148"/>
                    <a:gd name="connsiteX7-47" fmla="*/ 804428 w 1202781"/>
                    <a:gd name="connsiteY7-48" fmla="*/ 896293 h 1041148"/>
                    <a:gd name="connsiteX8-49" fmla="*/ 713894 w 1202781"/>
                    <a:gd name="connsiteY8-50" fmla="*/ 1023041 h 1041148"/>
                    <a:gd name="connsiteX9-51" fmla="*/ 550931 w 1202781"/>
                    <a:gd name="connsiteY9-52" fmla="*/ 1041148 h 1041148"/>
                    <a:gd name="connsiteX10-53" fmla="*/ 360808 w 1202781"/>
                    <a:gd name="connsiteY10-54" fmla="*/ 751437 h 1041148"/>
                    <a:gd name="connsiteX11-55" fmla="*/ 43937 w 1202781"/>
                    <a:gd name="connsiteY11-56" fmla="*/ 371192 h 1041148"/>
                    <a:gd name="connsiteX12-57" fmla="*/ 0 w 1202781"/>
                    <a:gd name="connsiteY12-58" fmla="*/ 260044 h 1041148"/>
                    <a:gd name="connsiteX13-59" fmla="*/ 28388 w 1202781"/>
                    <a:gd name="connsiteY13-60" fmla="*/ 126799 h 1041148"/>
                    <a:gd name="connsiteX14-61" fmla="*/ 143525 w 1202781"/>
                    <a:gd name="connsiteY14-62" fmla="*/ 36213 h 1041148"/>
                    <a:gd name="connsiteX15-63" fmla="*/ 342702 w 1202781"/>
                    <a:gd name="connsiteY15-64" fmla="*/ 0 h 1041148"/>
                    <a:gd name="connsiteX0-65" fmla="*/ 342702 w 1202781"/>
                    <a:gd name="connsiteY0-66" fmla="*/ 0 h 1041148"/>
                    <a:gd name="connsiteX1-67" fmla="*/ 686733 w 1202781"/>
                    <a:gd name="connsiteY1-68" fmla="*/ 0 h 1041148"/>
                    <a:gd name="connsiteX2-69" fmla="*/ 940230 w 1202781"/>
                    <a:gd name="connsiteY2-70" fmla="*/ 45267 h 1041148"/>
                    <a:gd name="connsiteX3-71" fmla="*/ 1130353 w 1202781"/>
                    <a:gd name="connsiteY3-72" fmla="*/ 126748 h 1041148"/>
                    <a:gd name="connsiteX4-73" fmla="*/ 1193727 w 1202781"/>
                    <a:gd name="connsiteY4-74" fmla="*/ 262550 h 1041148"/>
                    <a:gd name="connsiteX5-75" fmla="*/ 1202781 w 1202781"/>
                    <a:gd name="connsiteY5-76" fmla="*/ 325924 h 1041148"/>
                    <a:gd name="connsiteX6-77" fmla="*/ 1121300 w 1202781"/>
                    <a:gd name="connsiteY6-78" fmla="*/ 452673 h 1041148"/>
                    <a:gd name="connsiteX7-79" fmla="*/ 804428 w 1202781"/>
                    <a:gd name="connsiteY7-80" fmla="*/ 896293 h 1041148"/>
                    <a:gd name="connsiteX8-81" fmla="*/ 713894 w 1202781"/>
                    <a:gd name="connsiteY8-82" fmla="*/ 1023041 h 1041148"/>
                    <a:gd name="connsiteX9-83" fmla="*/ 550931 w 1202781"/>
                    <a:gd name="connsiteY9-84" fmla="*/ 1041148 h 1041148"/>
                    <a:gd name="connsiteX10-85" fmla="*/ 360808 w 1202781"/>
                    <a:gd name="connsiteY10-86" fmla="*/ 751437 h 1041148"/>
                    <a:gd name="connsiteX11-87" fmla="*/ 43937 w 1202781"/>
                    <a:gd name="connsiteY11-88" fmla="*/ 371192 h 1041148"/>
                    <a:gd name="connsiteX12-89" fmla="*/ 0 w 1202781"/>
                    <a:gd name="connsiteY12-90" fmla="*/ 260044 h 1041148"/>
                    <a:gd name="connsiteX13-91" fmla="*/ 12889 w 1202781"/>
                    <a:gd name="connsiteY13-92" fmla="*/ 116466 h 1041148"/>
                    <a:gd name="connsiteX14-93" fmla="*/ 143525 w 1202781"/>
                    <a:gd name="connsiteY14-94" fmla="*/ 36213 h 1041148"/>
                    <a:gd name="connsiteX15-95" fmla="*/ 342702 w 1202781"/>
                    <a:gd name="connsiteY15-96" fmla="*/ 0 h 1041148"/>
                    <a:gd name="connsiteX0-97" fmla="*/ 342702 w 1202781"/>
                    <a:gd name="connsiteY0-98" fmla="*/ 0 h 1041148"/>
                    <a:gd name="connsiteX1-99" fmla="*/ 686733 w 1202781"/>
                    <a:gd name="connsiteY1-100" fmla="*/ 0 h 1041148"/>
                    <a:gd name="connsiteX2-101" fmla="*/ 940230 w 1202781"/>
                    <a:gd name="connsiteY2-102" fmla="*/ 45267 h 1041148"/>
                    <a:gd name="connsiteX3-103" fmla="*/ 1130353 w 1202781"/>
                    <a:gd name="connsiteY3-104" fmla="*/ 126748 h 1041148"/>
                    <a:gd name="connsiteX4-105" fmla="*/ 1193727 w 1202781"/>
                    <a:gd name="connsiteY4-106" fmla="*/ 262550 h 1041148"/>
                    <a:gd name="connsiteX5-107" fmla="*/ 1202781 w 1202781"/>
                    <a:gd name="connsiteY5-108" fmla="*/ 325924 h 1041148"/>
                    <a:gd name="connsiteX6-109" fmla="*/ 1121300 w 1202781"/>
                    <a:gd name="connsiteY6-110" fmla="*/ 452673 h 1041148"/>
                    <a:gd name="connsiteX7-111" fmla="*/ 804428 w 1202781"/>
                    <a:gd name="connsiteY7-112" fmla="*/ 896293 h 1041148"/>
                    <a:gd name="connsiteX8-113" fmla="*/ 713894 w 1202781"/>
                    <a:gd name="connsiteY8-114" fmla="*/ 1023041 h 1041148"/>
                    <a:gd name="connsiteX9-115" fmla="*/ 550931 w 1202781"/>
                    <a:gd name="connsiteY9-116" fmla="*/ 1041148 h 1041148"/>
                    <a:gd name="connsiteX10-117" fmla="*/ 360808 w 1202781"/>
                    <a:gd name="connsiteY10-118" fmla="*/ 751437 h 1041148"/>
                    <a:gd name="connsiteX11-119" fmla="*/ 69767 w 1202781"/>
                    <a:gd name="connsiteY11-120" fmla="*/ 412521 h 1041148"/>
                    <a:gd name="connsiteX12-121" fmla="*/ 0 w 1202781"/>
                    <a:gd name="connsiteY12-122" fmla="*/ 260044 h 1041148"/>
                    <a:gd name="connsiteX13-123" fmla="*/ 12889 w 1202781"/>
                    <a:gd name="connsiteY13-124" fmla="*/ 116466 h 1041148"/>
                    <a:gd name="connsiteX14-125" fmla="*/ 143525 w 1202781"/>
                    <a:gd name="connsiteY14-126" fmla="*/ 36213 h 1041148"/>
                    <a:gd name="connsiteX15-127" fmla="*/ 342702 w 1202781"/>
                    <a:gd name="connsiteY15-128" fmla="*/ 0 h 1041148"/>
                    <a:gd name="connsiteX0-129" fmla="*/ 342702 w 1202781"/>
                    <a:gd name="connsiteY0-130" fmla="*/ 0 h 1041148"/>
                    <a:gd name="connsiteX1-131" fmla="*/ 686733 w 1202781"/>
                    <a:gd name="connsiteY1-132" fmla="*/ 0 h 1041148"/>
                    <a:gd name="connsiteX2-133" fmla="*/ 940230 w 1202781"/>
                    <a:gd name="connsiteY2-134" fmla="*/ 45267 h 1041148"/>
                    <a:gd name="connsiteX3-135" fmla="*/ 1130353 w 1202781"/>
                    <a:gd name="connsiteY3-136" fmla="*/ 126748 h 1041148"/>
                    <a:gd name="connsiteX4-137" fmla="*/ 1193727 w 1202781"/>
                    <a:gd name="connsiteY4-138" fmla="*/ 262550 h 1041148"/>
                    <a:gd name="connsiteX5-139" fmla="*/ 1202781 w 1202781"/>
                    <a:gd name="connsiteY5-140" fmla="*/ 325924 h 1041148"/>
                    <a:gd name="connsiteX6-141" fmla="*/ 1121300 w 1202781"/>
                    <a:gd name="connsiteY6-142" fmla="*/ 452673 h 1041148"/>
                    <a:gd name="connsiteX7-143" fmla="*/ 804428 w 1202781"/>
                    <a:gd name="connsiteY7-144" fmla="*/ 896293 h 1041148"/>
                    <a:gd name="connsiteX8-145" fmla="*/ 713894 w 1202781"/>
                    <a:gd name="connsiteY8-146" fmla="*/ 1023041 h 1041148"/>
                    <a:gd name="connsiteX9-147" fmla="*/ 550931 w 1202781"/>
                    <a:gd name="connsiteY9-148" fmla="*/ 1041148 h 1041148"/>
                    <a:gd name="connsiteX10-149" fmla="*/ 360808 w 1202781"/>
                    <a:gd name="connsiteY10-150" fmla="*/ 751437 h 1041148"/>
                    <a:gd name="connsiteX11-151" fmla="*/ 69767 w 1202781"/>
                    <a:gd name="connsiteY11-152" fmla="*/ 412521 h 1041148"/>
                    <a:gd name="connsiteX12-153" fmla="*/ 0 w 1202781"/>
                    <a:gd name="connsiteY12-154" fmla="*/ 260044 h 1041148"/>
                    <a:gd name="connsiteX13-155" fmla="*/ 12889 w 1202781"/>
                    <a:gd name="connsiteY13-156" fmla="*/ 116466 h 1041148"/>
                    <a:gd name="connsiteX14-157" fmla="*/ 143525 w 1202781"/>
                    <a:gd name="connsiteY14-158" fmla="*/ 36213 h 1041148"/>
                    <a:gd name="connsiteX15-159" fmla="*/ 342702 w 1202781"/>
                    <a:gd name="connsiteY15-160" fmla="*/ 0 h 1041148"/>
                    <a:gd name="connsiteX0-161" fmla="*/ 342702 w 1202781"/>
                    <a:gd name="connsiteY0-162" fmla="*/ 0 h 1041148"/>
                    <a:gd name="connsiteX1-163" fmla="*/ 686733 w 1202781"/>
                    <a:gd name="connsiteY1-164" fmla="*/ 0 h 1041148"/>
                    <a:gd name="connsiteX2-165" fmla="*/ 940230 w 1202781"/>
                    <a:gd name="connsiteY2-166" fmla="*/ 45267 h 1041148"/>
                    <a:gd name="connsiteX3-167" fmla="*/ 1130353 w 1202781"/>
                    <a:gd name="connsiteY3-168" fmla="*/ 126748 h 1041148"/>
                    <a:gd name="connsiteX4-169" fmla="*/ 1193727 w 1202781"/>
                    <a:gd name="connsiteY4-170" fmla="*/ 262550 h 1041148"/>
                    <a:gd name="connsiteX5-171" fmla="*/ 1202781 w 1202781"/>
                    <a:gd name="connsiteY5-172" fmla="*/ 325924 h 1041148"/>
                    <a:gd name="connsiteX6-173" fmla="*/ 1121300 w 1202781"/>
                    <a:gd name="connsiteY6-174" fmla="*/ 452673 h 1041148"/>
                    <a:gd name="connsiteX7-175" fmla="*/ 804428 w 1202781"/>
                    <a:gd name="connsiteY7-176" fmla="*/ 896293 h 1041148"/>
                    <a:gd name="connsiteX8-177" fmla="*/ 713894 w 1202781"/>
                    <a:gd name="connsiteY8-178" fmla="*/ 1023041 h 1041148"/>
                    <a:gd name="connsiteX9-179" fmla="*/ 550931 w 1202781"/>
                    <a:gd name="connsiteY9-180" fmla="*/ 1041148 h 1041148"/>
                    <a:gd name="connsiteX10-181" fmla="*/ 360808 w 1202781"/>
                    <a:gd name="connsiteY10-182" fmla="*/ 787599 h 1041148"/>
                    <a:gd name="connsiteX11-183" fmla="*/ 69767 w 1202781"/>
                    <a:gd name="connsiteY11-184" fmla="*/ 412521 h 1041148"/>
                    <a:gd name="connsiteX12-185" fmla="*/ 0 w 1202781"/>
                    <a:gd name="connsiteY12-186" fmla="*/ 260044 h 1041148"/>
                    <a:gd name="connsiteX13-187" fmla="*/ 12889 w 1202781"/>
                    <a:gd name="connsiteY13-188" fmla="*/ 116466 h 1041148"/>
                    <a:gd name="connsiteX14-189" fmla="*/ 143525 w 1202781"/>
                    <a:gd name="connsiteY14-190" fmla="*/ 36213 h 1041148"/>
                    <a:gd name="connsiteX15-191" fmla="*/ 342702 w 1202781"/>
                    <a:gd name="connsiteY15-192" fmla="*/ 0 h 1041148"/>
                    <a:gd name="connsiteX0-193" fmla="*/ 342702 w 1202781"/>
                    <a:gd name="connsiteY0-194" fmla="*/ 0 h 1041148"/>
                    <a:gd name="connsiteX1-195" fmla="*/ 686733 w 1202781"/>
                    <a:gd name="connsiteY1-196" fmla="*/ 0 h 1041148"/>
                    <a:gd name="connsiteX2-197" fmla="*/ 940230 w 1202781"/>
                    <a:gd name="connsiteY2-198" fmla="*/ 45267 h 1041148"/>
                    <a:gd name="connsiteX3-199" fmla="*/ 1130353 w 1202781"/>
                    <a:gd name="connsiteY3-200" fmla="*/ 126748 h 1041148"/>
                    <a:gd name="connsiteX4-201" fmla="*/ 1193727 w 1202781"/>
                    <a:gd name="connsiteY4-202" fmla="*/ 262550 h 1041148"/>
                    <a:gd name="connsiteX5-203" fmla="*/ 1202781 w 1202781"/>
                    <a:gd name="connsiteY5-204" fmla="*/ 325924 h 1041148"/>
                    <a:gd name="connsiteX6-205" fmla="*/ 1121300 w 1202781"/>
                    <a:gd name="connsiteY6-206" fmla="*/ 452673 h 1041148"/>
                    <a:gd name="connsiteX7-207" fmla="*/ 804428 w 1202781"/>
                    <a:gd name="connsiteY7-208" fmla="*/ 896293 h 1041148"/>
                    <a:gd name="connsiteX8-209" fmla="*/ 713894 w 1202781"/>
                    <a:gd name="connsiteY8-210" fmla="*/ 1023041 h 1041148"/>
                    <a:gd name="connsiteX9-211" fmla="*/ 550931 w 1202781"/>
                    <a:gd name="connsiteY9-212" fmla="*/ 1041148 h 1041148"/>
                    <a:gd name="connsiteX10-213" fmla="*/ 360808 w 1202781"/>
                    <a:gd name="connsiteY10-214" fmla="*/ 787599 h 1041148"/>
                    <a:gd name="connsiteX11-215" fmla="*/ 69767 w 1202781"/>
                    <a:gd name="connsiteY11-216" fmla="*/ 412521 h 1041148"/>
                    <a:gd name="connsiteX12-217" fmla="*/ 0 w 1202781"/>
                    <a:gd name="connsiteY12-218" fmla="*/ 260044 h 1041148"/>
                    <a:gd name="connsiteX13-219" fmla="*/ 12889 w 1202781"/>
                    <a:gd name="connsiteY13-220" fmla="*/ 116466 h 1041148"/>
                    <a:gd name="connsiteX14-221" fmla="*/ 143525 w 1202781"/>
                    <a:gd name="connsiteY14-222" fmla="*/ 36213 h 1041148"/>
                    <a:gd name="connsiteX15-223" fmla="*/ 342702 w 1202781"/>
                    <a:gd name="connsiteY15-224" fmla="*/ 0 h 1041148"/>
                    <a:gd name="connsiteX0-225" fmla="*/ 342702 w 1202781"/>
                    <a:gd name="connsiteY0-226" fmla="*/ 0 h 1059258"/>
                    <a:gd name="connsiteX1-227" fmla="*/ 686733 w 1202781"/>
                    <a:gd name="connsiteY1-228" fmla="*/ 0 h 1059258"/>
                    <a:gd name="connsiteX2-229" fmla="*/ 940230 w 1202781"/>
                    <a:gd name="connsiteY2-230" fmla="*/ 45267 h 1059258"/>
                    <a:gd name="connsiteX3-231" fmla="*/ 1130353 w 1202781"/>
                    <a:gd name="connsiteY3-232" fmla="*/ 126748 h 1059258"/>
                    <a:gd name="connsiteX4-233" fmla="*/ 1193727 w 1202781"/>
                    <a:gd name="connsiteY4-234" fmla="*/ 262550 h 1059258"/>
                    <a:gd name="connsiteX5-235" fmla="*/ 1202781 w 1202781"/>
                    <a:gd name="connsiteY5-236" fmla="*/ 325924 h 1059258"/>
                    <a:gd name="connsiteX6-237" fmla="*/ 1121300 w 1202781"/>
                    <a:gd name="connsiteY6-238" fmla="*/ 452673 h 1059258"/>
                    <a:gd name="connsiteX7-239" fmla="*/ 804428 w 1202781"/>
                    <a:gd name="connsiteY7-240" fmla="*/ 896293 h 1059258"/>
                    <a:gd name="connsiteX8-241" fmla="*/ 713894 w 1202781"/>
                    <a:gd name="connsiteY8-242" fmla="*/ 1023041 h 1059258"/>
                    <a:gd name="connsiteX9-243" fmla="*/ 550931 w 1202781"/>
                    <a:gd name="connsiteY9-244" fmla="*/ 1041148 h 1059258"/>
                    <a:gd name="connsiteX10-245" fmla="*/ 360808 w 1202781"/>
                    <a:gd name="connsiteY10-246" fmla="*/ 787599 h 1059258"/>
                    <a:gd name="connsiteX11-247" fmla="*/ 69767 w 1202781"/>
                    <a:gd name="connsiteY11-248" fmla="*/ 412521 h 1059258"/>
                    <a:gd name="connsiteX12-249" fmla="*/ 0 w 1202781"/>
                    <a:gd name="connsiteY12-250" fmla="*/ 260044 h 1059258"/>
                    <a:gd name="connsiteX13-251" fmla="*/ 12889 w 1202781"/>
                    <a:gd name="connsiteY13-252" fmla="*/ 116466 h 1059258"/>
                    <a:gd name="connsiteX14-253" fmla="*/ 143525 w 1202781"/>
                    <a:gd name="connsiteY14-254" fmla="*/ 36213 h 1059258"/>
                    <a:gd name="connsiteX15-255" fmla="*/ 342702 w 1202781"/>
                    <a:gd name="connsiteY15-256" fmla="*/ 0 h 1059258"/>
                    <a:gd name="connsiteX0-257" fmla="*/ 342702 w 1202781"/>
                    <a:gd name="connsiteY0-258" fmla="*/ 0 h 1059258"/>
                    <a:gd name="connsiteX1-259" fmla="*/ 686733 w 1202781"/>
                    <a:gd name="connsiteY1-260" fmla="*/ 0 h 1059258"/>
                    <a:gd name="connsiteX2-261" fmla="*/ 940230 w 1202781"/>
                    <a:gd name="connsiteY2-262" fmla="*/ 45267 h 1059258"/>
                    <a:gd name="connsiteX3-263" fmla="*/ 1130353 w 1202781"/>
                    <a:gd name="connsiteY3-264" fmla="*/ 126748 h 1059258"/>
                    <a:gd name="connsiteX4-265" fmla="*/ 1193727 w 1202781"/>
                    <a:gd name="connsiteY4-266" fmla="*/ 262550 h 1059258"/>
                    <a:gd name="connsiteX5-267" fmla="*/ 1202781 w 1202781"/>
                    <a:gd name="connsiteY5-268" fmla="*/ 325924 h 1059258"/>
                    <a:gd name="connsiteX6-269" fmla="*/ 1121300 w 1202781"/>
                    <a:gd name="connsiteY6-270" fmla="*/ 452673 h 1059258"/>
                    <a:gd name="connsiteX7-271" fmla="*/ 804428 w 1202781"/>
                    <a:gd name="connsiteY7-272" fmla="*/ 896293 h 1059258"/>
                    <a:gd name="connsiteX8-273" fmla="*/ 713894 w 1202781"/>
                    <a:gd name="connsiteY8-274" fmla="*/ 1023041 h 1059258"/>
                    <a:gd name="connsiteX9-275" fmla="*/ 550931 w 1202781"/>
                    <a:gd name="connsiteY9-276" fmla="*/ 1041148 h 1059258"/>
                    <a:gd name="connsiteX10-277" fmla="*/ 360808 w 1202781"/>
                    <a:gd name="connsiteY10-278" fmla="*/ 787599 h 1059258"/>
                    <a:gd name="connsiteX11-279" fmla="*/ 69767 w 1202781"/>
                    <a:gd name="connsiteY11-280" fmla="*/ 412521 h 1059258"/>
                    <a:gd name="connsiteX12-281" fmla="*/ 0 w 1202781"/>
                    <a:gd name="connsiteY12-282" fmla="*/ 260044 h 1059258"/>
                    <a:gd name="connsiteX13-283" fmla="*/ 12889 w 1202781"/>
                    <a:gd name="connsiteY13-284" fmla="*/ 116466 h 1059258"/>
                    <a:gd name="connsiteX14-285" fmla="*/ 143525 w 1202781"/>
                    <a:gd name="connsiteY14-286" fmla="*/ 36213 h 1059258"/>
                    <a:gd name="connsiteX15-287" fmla="*/ 342702 w 1202781"/>
                    <a:gd name="connsiteY15-288" fmla="*/ 0 h 1059258"/>
                    <a:gd name="connsiteX0-289" fmla="*/ 342702 w 1202781"/>
                    <a:gd name="connsiteY0-290" fmla="*/ 0 h 1059258"/>
                    <a:gd name="connsiteX1-291" fmla="*/ 686733 w 1202781"/>
                    <a:gd name="connsiteY1-292" fmla="*/ 0 h 1059258"/>
                    <a:gd name="connsiteX2-293" fmla="*/ 940230 w 1202781"/>
                    <a:gd name="connsiteY2-294" fmla="*/ 45267 h 1059258"/>
                    <a:gd name="connsiteX3-295" fmla="*/ 1130353 w 1202781"/>
                    <a:gd name="connsiteY3-296" fmla="*/ 126748 h 1059258"/>
                    <a:gd name="connsiteX4-297" fmla="*/ 1193727 w 1202781"/>
                    <a:gd name="connsiteY4-298" fmla="*/ 262550 h 1059258"/>
                    <a:gd name="connsiteX5-299" fmla="*/ 1202781 w 1202781"/>
                    <a:gd name="connsiteY5-300" fmla="*/ 325924 h 1059258"/>
                    <a:gd name="connsiteX6-301" fmla="*/ 1121300 w 1202781"/>
                    <a:gd name="connsiteY6-302" fmla="*/ 452673 h 1059258"/>
                    <a:gd name="connsiteX7-303" fmla="*/ 804428 w 1202781"/>
                    <a:gd name="connsiteY7-304" fmla="*/ 896293 h 1059258"/>
                    <a:gd name="connsiteX8-305" fmla="*/ 713894 w 1202781"/>
                    <a:gd name="connsiteY8-306" fmla="*/ 1023041 h 1059258"/>
                    <a:gd name="connsiteX9-307" fmla="*/ 550931 w 1202781"/>
                    <a:gd name="connsiteY9-308" fmla="*/ 1041148 h 1059258"/>
                    <a:gd name="connsiteX10-309" fmla="*/ 360808 w 1202781"/>
                    <a:gd name="connsiteY10-310" fmla="*/ 787599 h 1059258"/>
                    <a:gd name="connsiteX11-311" fmla="*/ 69767 w 1202781"/>
                    <a:gd name="connsiteY11-312" fmla="*/ 412521 h 1059258"/>
                    <a:gd name="connsiteX12-313" fmla="*/ 0 w 1202781"/>
                    <a:gd name="connsiteY12-314" fmla="*/ 260044 h 1059258"/>
                    <a:gd name="connsiteX13-315" fmla="*/ 12889 w 1202781"/>
                    <a:gd name="connsiteY13-316" fmla="*/ 116466 h 1059258"/>
                    <a:gd name="connsiteX14-317" fmla="*/ 143525 w 1202781"/>
                    <a:gd name="connsiteY14-318" fmla="*/ 36213 h 1059258"/>
                    <a:gd name="connsiteX15-319" fmla="*/ 342702 w 1202781"/>
                    <a:gd name="connsiteY15-320" fmla="*/ 0 h 1059258"/>
                    <a:gd name="connsiteX0-321" fmla="*/ 342702 w 1202781"/>
                    <a:gd name="connsiteY0-322" fmla="*/ 0 h 1059258"/>
                    <a:gd name="connsiteX1-323" fmla="*/ 686733 w 1202781"/>
                    <a:gd name="connsiteY1-324" fmla="*/ 0 h 1059258"/>
                    <a:gd name="connsiteX2-325" fmla="*/ 940230 w 1202781"/>
                    <a:gd name="connsiteY2-326" fmla="*/ 45267 h 1059258"/>
                    <a:gd name="connsiteX3-327" fmla="*/ 1130353 w 1202781"/>
                    <a:gd name="connsiteY3-328" fmla="*/ 126748 h 1059258"/>
                    <a:gd name="connsiteX4-329" fmla="*/ 1193727 w 1202781"/>
                    <a:gd name="connsiteY4-330" fmla="*/ 262550 h 1059258"/>
                    <a:gd name="connsiteX5-331" fmla="*/ 1202781 w 1202781"/>
                    <a:gd name="connsiteY5-332" fmla="*/ 325924 h 1059258"/>
                    <a:gd name="connsiteX6-333" fmla="*/ 1121300 w 1202781"/>
                    <a:gd name="connsiteY6-334" fmla="*/ 452673 h 1059258"/>
                    <a:gd name="connsiteX7-335" fmla="*/ 804428 w 1202781"/>
                    <a:gd name="connsiteY7-336" fmla="*/ 896293 h 1059258"/>
                    <a:gd name="connsiteX8-337" fmla="*/ 713894 w 1202781"/>
                    <a:gd name="connsiteY8-338" fmla="*/ 1023041 h 1059258"/>
                    <a:gd name="connsiteX9-339" fmla="*/ 550931 w 1202781"/>
                    <a:gd name="connsiteY9-340" fmla="*/ 1041148 h 1059258"/>
                    <a:gd name="connsiteX10-341" fmla="*/ 360808 w 1202781"/>
                    <a:gd name="connsiteY10-342" fmla="*/ 787599 h 1059258"/>
                    <a:gd name="connsiteX11-343" fmla="*/ 69767 w 1202781"/>
                    <a:gd name="connsiteY11-344" fmla="*/ 412521 h 1059258"/>
                    <a:gd name="connsiteX12-345" fmla="*/ 0 w 1202781"/>
                    <a:gd name="connsiteY12-346" fmla="*/ 260044 h 1059258"/>
                    <a:gd name="connsiteX13-347" fmla="*/ 12889 w 1202781"/>
                    <a:gd name="connsiteY13-348" fmla="*/ 116466 h 1059258"/>
                    <a:gd name="connsiteX14-349" fmla="*/ 143525 w 1202781"/>
                    <a:gd name="connsiteY14-350" fmla="*/ 36213 h 1059258"/>
                    <a:gd name="connsiteX15-351" fmla="*/ 342702 w 1202781"/>
                    <a:gd name="connsiteY15-352" fmla="*/ 0 h 1059258"/>
                    <a:gd name="connsiteX0-353" fmla="*/ 342702 w 1202781"/>
                    <a:gd name="connsiteY0-354" fmla="*/ 0 h 1060877"/>
                    <a:gd name="connsiteX1-355" fmla="*/ 686733 w 1202781"/>
                    <a:gd name="connsiteY1-356" fmla="*/ 0 h 1060877"/>
                    <a:gd name="connsiteX2-357" fmla="*/ 940230 w 1202781"/>
                    <a:gd name="connsiteY2-358" fmla="*/ 45267 h 1060877"/>
                    <a:gd name="connsiteX3-359" fmla="*/ 1130353 w 1202781"/>
                    <a:gd name="connsiteY3-360" fmla="*/ 126748 h 1060877"/>
                    <a:gd name="connsiteX4-361" fmla="*/ 1193727 w 1202781"/>
                    <a:gd name="connsiteY4-362" fmla="*/ 262550 h 1060877"/>
                    <a:gd name="connsiteX5-363" fmla="*/ 1202781 w 1202781"/>
                    <a:gd name="connsiteY5-364" fmla="*/ 325924 h 1060877"/>
                    <a:gd name="connsiteX6-365" fmla="*/ 1121300 w 1202781"/>
                    <a:gd name="connsiteY6-366" fmla="*/ 452673 h 1060877"/>
                    <a:gd name="connsiteX7-367" fmla="*/ 850923 w 1202781"/>
                    <a:gd name="connsiteY7-368" fmla="*/ 854964 h 1060877"/>
                    <a:gd name="connsiteX8-369" fmla="*/ 713894 w 1202781"/>
                    <a:gd name="connsiteY8-370" fmla="*/ 1023041 h 1060877"/>
                    <a:gd name="connsiteX9-371" fmla="*/ 550931 w 1202781"/>
                    <a:gd name="connsiteY9-372" fmla="*/ 1041148 h 1060877"/>
                    <a:gd name="connsiteX10-373" fmla="*/ 360808 w 1202781"/>
                    <a:gd name="connsiteY10-374" fmla="*/ 787599 h 1060877"/>
                    <a:gd name="connsiteX11-375" fmla="*/ 69767 w 1202781"/>
                    <a:gd name="connsiteY11-376" fmla="*/ 412521 h 1060877"/>
                    <a:gd name="connsiteX12-377" fmla="*/ 0 w 1202781"/>
                    <a:gd name="connsiteY12-378" fmla="*/ 260044 h 1060877"/>
                    <a:gd name="connsiteX13-379" fmla="*/ 12889 w 1202781"/>
                    <a:gd name="connsiteY13-380" fmla="*/ 116466 h 1060877"/>
                    <a:gd name="connsiteX14-381" fmla="*/ 143525 w 1202781"/>
                    <a:gd name="connsiteY14-382" fmla="*/ 36213 h 1060877"/>
                    <a:gd name="connsiteX15-383" fmla="*/ 342702 w 1202781"/>
                    <a:gd name="connsiteY15-384" fmla="*/ 0 h 1060877"/>
                    <a:gd name="connsiteX0-385" fmla="*/ 342702 w 1202781"/>
                    <a:gd name="connsiteY0-386" fmla="*/ 0 h 1060877"/>
                    <a:gd name="connsiteX1-387" fmla="*/ 686733 w 1202781"/>
                    <a:gd name="connsiteY1-388" fmla="*/ 0 h 1060877"/>
                    <a:gd name="connsiteX2-389" fmla="*/ 940230 w 1202781"/>
                    <a:gd name="connsiteY2-390" fmla="*/ 45267 h 1060877"/>
                    <a:gd name="connsiteX3-391" fmla="*/ 1130353 w 1202781"/>
                    <a:gd name="connsiteY3-392" fmla="*/ 126748 h 1060877"/>
                    <a:gd name="connsiteX4-393" fmla="*/ 1193727 w 1202781"/>
                    <a:gd name="connsiteY4-394" fmla="*/ 262550 h 1060877"/>
                    <a:gd name="connsiteX5-395" fmla="*/ 1202781 w 1202781"/>
                    <a:gd name="connsiteY5-396" fmla="*/ 325924 h 1060877"/>
                    <a:gd name="connsiteX6-397" fmla="*/ 1121300 w 1202781"/>
                    <a:gd name="connsiteY6-398" fmla="*/ 452673 h 1060877"/>
                    <a:gd name="connsiteX7-399" fmla="*/ 850923 w 1202781"/>
                    <a:gd name="connsiteY7-400" fmla="*/ 854964 h 1060877"/>
                    <a:gd name="connsiteX8-401" fmla="*/ 713894 w 1202781"/>
                    <a:gd name="connsiteY8-402" fmla="*/ 1023041 h 1060877"/>
                    <a:gd name="connsiteX9-403" fmla="*/ 550931 w 1202781"/>
                    <a:gd name="connsiteY9-404" fmla="*/ 1041148 h 1060877"/>
                    <a:gd name="connsiteX10-405" fmla="*/ 360808 w 1202781"/>
                    <a:gd name="connsiteY10-406" fmla="*/ 787599 h 1060877"/>
                    <a:gd name="connsiteX11-407" fmla="*/ 69767 w 1202781"/>
                    <a:gd name="connsiteY11-408" fmla="*/ 412521 h 1060877"/>
                    <a:gd name="connsiteX12-409" fmla="*/ 0 w 1202781"/>
                    <a:gd name="connsiteY12-410" fmla="*/ 260044 h 1060877"/>
                    <a:gd name="connsiteX13-411" fmla="*/ 12889 w 1202781"/>
                    <a:gd name="connsiteY13-412" fmla="*/ 116466 h 1060877"/>
                    <a:gd name="connsiteX14-413" fmla="*/ 143525 w 1202781"/>
                    <a:gd name="connsiteY14-414" fmla="*/ 36213 h 1060877"/>
                    <a:gd name="connsiteX15-415" fmla="*/ 342702 w 1202781"/>
                    <a:gd name="connsiteY15-416" fmla="*/ 0 h 1060877"/>
                    <a:gd name="connsiteX0-417" fmla="*/ 342702 w 1202781"/>
                    <a:gd name="connsiteY0-418" fmla="*/ 0 h 1060877"/>
                    <a:gd name="connsiteX1-419" fmla="*/ 686733 w 1202781"/>
                    <a:gd name="connsiteY1-420" fmla="*/ 0 h 1060877"/>
                    <a:gd name="connsiteX2-421" fmla="*/ 940230 w 1202781"/>
                    <a:gd name="connsiteY2-422" fmla="*/ 45267 h 1060877"/>
                    <a:gd name="connsiteX3-423" fmla="*/ 1130353 w 1202781"/>
                    <a:gd name="connsiteY3-424" fmla="*/ 126748 h 1060877"/>
                    <a:gd name="connsiteX4-425" fmla="*/ 1198894 w 1202781"/>
                    <a:gd name="connsiteY4-426" fmla="*/ 226387 h 1060877"/>
                    <a:gd name="connsiteX5-427" fmla="*/ 1202781 w 1202781"/>
                    <a:gd name="connsiteY5-428" fmla="*/ 325924 h 1060877"/>
                    <a:gd name="connsiteX6-429" fmla="*/ 1121300 w 1202781"/>
                    <a:gd name="connsiteY6-430" fmla="*/ 452673 h 1060877"/>
                    <a:gd name="connsiteX7-431" fmla="*/ 850923 w 1202781"/>
                    <a:gd name="connsiteY7-432" fmla="*/ 854964 h 1060877"/>
                    <a:gd name="connsiteX8-433" fmla="*/ 713894 w 1202781"/>
                    <a:gd name="connsiteY8-434" fmla="*/ 1023041 h 1060877"/>
                    <a:gd name="connsiteX9-435" fmla="*/ 550931 w 1202781"/>
                    <a:gd name="connsiteY9-436" fmla="*/ 1041148 h 1060877"/>
                    <a:gd name="connsiteX10-437" fmla="*/ 360808 w 1202781"/>
                    <a:gd name="connsiteY10-438" fmla="*/ 787599 h 1060877"/>
                    <a:gd name="connsiteX11-439" fmla="*/ 69767 w 1202781"/>
                    <a:gd name="connsiteY11-440" fmla="*/ 412521 h 1060877"/>
                    <a:gd name="connsiteX12-441" fmla="*/ 0 w 1202781"/>
                    <a:gd name="connsiteY12-442" fmla="*/ 260044 h 1060877"/>
                    <a:gd name="connsiteX13-443" fmla="*/ 12889 w 1202781"/>
                    <a:gd name="connsiteY13-444" fmla="*/ 116466 h 1060877"/>
                    <a:gd name="connsiteX14-445" fmla="*/ 143525 w 1202781"/>
                    <a:gd name="connsiteY14-446" fmla="*/ 36213 h 1060877"/>
                    <a:gd name="connsiteX15-447" fmla="*/ 342702 w 1202781"/>
                    <a:gd name="connsiteY15-448" fmla="*/ 0 h 1060877"/>
                    <a:gd name="connsiteX0-449" fmla="*/ 356259 w 1216338"/>
                    <a:gd name="connsiteY0-450" fmla="*/ 0 h 1060877"/>
                    <a:gd name="connsiteX1-451" fmla="*/ 700290 w 1216338"/>
                    <a:gd name="connsiteY1-452" fmla="*/ 0 h 1060877"/>
                    <a:gd name="connsiteX2-453" fmla="*/ 953787 w 1216338"/>
                    <a:gd name="connsiteY2-454" fmla="*/ 45267 h 1060877"/>
                    <a:gd name="connsiteX3-455" fmla="*/ 1143910 w 1216338"/>
                    <a:gd name="connsiteY3-456" fmla="*/ 126748 h 1060877"/>
                    <a:gd name="connsiteX4-457" fmla="*/ 1212451 w 1216338"/>
                    <a:gd name="connsiteY4-458" fmla="*/ 226387 h 1060877"/>
                    <a:gd name="connsiteX5-459" fmla="*/ 1216338 w 1216338"/>
                    <a:gd name="connsiteY5-460" fmla="*/ 325924 h 1060877"/>
                    <a:gd name="connsiteX6-461" fmla="*/ 1134857 w 1216338"/>
                    <a:gd name="connsiteY6-462" fmla="*/ 452673 h 1060877"/>
                    <a:gd name="connsiteX7-463" fmla="*/ 864480 w 1216338"/>
                    <a:gd name="connsiteY7-464" fmla="*/ 854964 h 1060877"/>
                    <a:gd name="connsiteX8-465" fmla="*/ 727451 w 1216338"/>
                    <a:gd name="connsiteY8-466" fmla="*/ 1023041 h 1060877"/>
                    <a:gd name="connsiteX9-467" fmla="*/ 564488 w 1216338"/>
                    <a:gd name="connsiteY9-468" fmla="*/ 1041148 h 1060877"/>
                    <a:gd name="connsiteX10-469" fmla="*/ 374365 w 1216338"/>
                    <a:gd name="connsiteY10-470" fmla="*/ 787599 h 1060877"/>
                    <a:gd name="connsiteX11-471" fmla="*/ 83324 w 1216338"/>
                    <a:gd name="connsiteY11-472" fmla="*/ 412521 h 1060877"/>
                    <a:gd name="connsiteX12-473" fmla="*/ 13557 w 1216338"/>
                    <a:gd name="connsiteY12-474" fmla="*/ 260044 h 1060877"/>
                    <a:gd name="connsiteX13-475" fmla="*/ 26446 w 1216338"/>
                    <a:gd name="connsiteY13-476" fmla="*/ 116466 h 1060877"/>
                    <a:gd name="connsiteX14-477" fmla="*/ 157082 w 1216338"/>
                    <a:gd name="connsiteY14-478" fmla="*/ 36213 h 1060877"/>
                    <a:gd name="connsiteX15-479" fmla="*/ 356259 w 1216338"/>
                    <a:gd name="connsiteY15-480" fmla="*/ 0 h 1060877"/>
                    <a:gd name="connsiteX0-481" fmla="*/ 356259 w 1216338"/>
                    <a:gd name="connsiteY0-482" fmla="*/ 0 h 1060877"/>
                    <a:gd name="connsiteX1-483" fmla="*/ 700290 w 1216338"/>
                    <a:gd name="connsiteY1-484" fmla="*/ 0 h 1060877"/>
                    <a:gd name="connsiteX2-485" fmla="*/ 953787 w 1216338"/>
                    <a:gd name="connsiteY2-486" fmla="*/ 45267 h 1060877"/>
                    <a:gd name="connsiteX3-487" fmla="*/ 1143910 w 1216338"/>
                    <a:gd name="connsiteY3-488" fmla="*/ 126748 h 1060877"/>
                    <a:gd name="connsiteX4-489" fmla="*/ 1212451 w 1216338"/>
                    <a:gd name="connsiteY4-490" fmla="*/ 226387 h 1060877"/>
                    <a:gd name="connsiteX5-491" fmla="*/ 1216338 w 1216338"/>
                    <a:gd name="connsiteY5-492" fmla="*/ 325924 h 1060877"/>
                    <a:gd name="connsiteX6-493" fmla="*/ 1134857 w 1216338"/>
                    <a:gd name="connsiteY6-494" fmla="*/ 452673 h 1060877"/>
                    <a:gd name="connsiteX7-495" fmla="*/ 864480 w 1216338"/>
                    <a:gd name="connsiteY7-496" fmla="*/ 854964 h 1060877"/>
                    <a:gd name="connsiteX8-497" fmla="*/ 727451 w 1216338"/>
                    <a:gd name="connsiteY8-498" fmla="*/ 1023041 h 1060877"/>
                    <a:gd name="connsiteX9-499" fmla="*/ 564488 w 1216338"/>
                    <a:gd name="connsiteY9-500" fmla="*/ 1041148 h 1060877"/>
                    <a:gd name="connsiteX10-501" fmla="*/ 374365 w 1216338"/>
                    <a:gd name="connsiteY10-502" fmla="*/ 787599 h 1060877"/>
                    <a:gd name="connsiteX11-503" fmla="*/ 83324 w 1216338"/>
                    <a:gd name="connsiteY11-504" fmla="*/ 412521 h 1060877"/>
                    <a:gd name="connsiteX12-505" fmla="*/ 13557 w 1216338"/>
                    <a:gd name="connsiteY12-506" fmla="*/ 260044 h 1060877"/>
                    <a:gd name="connsiteX13-507" fmla="*/ 26446 w 1216338"/>
                    <a:gd name="connsiteY13-508" fmla="*/ 116466 h 1060877"/>
                    <a:gd name="connsiteX14-509" fmla="*/ 157082 w 1216338"/>
                    <a:gd name="connsiteY14-510" fmla="*/ 36213 h 1060877"/>
                    <a:gd name="connsiteX15-511" fmla="*/ 356259 w 1216338"/>
                    <a:gd name="connsiteY15-512" fmla="*/ 0 h 1060877"/>
                    <a:gd name="connsiteX0-513" fmla="*/ 353477 w 1213556"/>
                    <a:gd name="connsiteY0-514" fmla="*/ 0 h 1060877"/>
                    <a:gd name="connsiteX1-515" fmla="*/ 697508 w 1213556"/>
                    <a:gd name="connsiteY1-516" fmla="*/ 0 h 1060877"/>
                    <a:gd name="connsiteX2-517" fmla="*/ 951005 w 1213556"/>
                    <a:gd name="connsiteY2-518" fmla="*/ 45267 h 1060877"/>
                    <a:gd name="connsiteX3-519" fmla="*/ 1141128 w 1213556"/>
                    <a:gd name="connsiteY3-520" fmla="*/ 126748 h 1060877"/>
                    <a:gd name="connsiteX4-521" fmla="*/ 1209669 w 1213556"/>
                    <a:gd name="connsiteY4-522" fmla="*/ 226387 h 1060877"/>
                    <a:gd name="connsiteX5-523" fmla="*/ 1213556 w 1213556"/>
                    <a:gd name="connsiteY5-524" fmla="*/ 325924 h 1060877"/>
                    <a:gd name="connsiteX6-525" fmla="*/ 1132075 w 1213556"/>
                    <a:gd name="connsiteY6-526" fmla="*/ 452673 h 1060877"/>
                    <a:gd name="connsiteX7-527" fmla="*/ 861698 w 1213556"/>
                    <a:gd name="connsiteY7-528" fmla="*/ 854964 h 1060877"/>
                    <a:gd name="connsiteX8-529" fmla="*/ 724669 w 1213556"/>
                    <a:gd name="connsiteY8-530" fmla="*/ 1023041 h 1060877"/>
                    <a:gd name="connsiteX9-531" fmla="*/ 561706 w 1213556"/>
                    <a:gd name="connsiteY9-532" fmla="*/ 1041148 h 1060877"/>
                    <a:gd name="connsiteX10-533" fmla="*/ 371583 w 1213556"/>
                    <a:gd name="connsiteY10-534" fmla="*/ 787599 h 1060877"/>
                    <a:gd name="connsiteX11-535" fmla="*/ 80542 w 1213556"/>
                    <a:gd name="connsiteY11-536" fmla="*/ 412521 h 1060877"/>
                    <a:gd name="connsiteX12-537" fmla="*/ 10775 w 1213556"/>
                    <a:gd name="connsiteY12-538" fmla="*/ 260044 h 1060877"/>
                    <a:gd name="connsiteX13-539" fmla="*/ 23664 w 1213556"/>
                    <a:gd name="connsiteY13-540" fmla="*/ 116466 h 1060877"/>
                    <a:gd name="connsiteX14-541" fmla="*/ 154300 w 1213556"/>
                    <a:gd name="connsiteY14-542" fmla="*/ 36213 h 1060877"/>
                    <a:gd name="connsiteX15-543" fmla="*/ 353477 w 1213556"/>
                    <a:gd name="connsiteY15-544" fmla="*/ 0 h 1060877"/>
                    <a:gd name="connsiteX0-545" fmla="*/ 353477 w 1213556"/>
                    <a:gd name="connsiteY0-546" fmla="*/ 0 h 1088609"/>
                    <a:gd name="connsiteX1-547" fmla="*/ 697508 w 1213556"/>
                    <a:gd name="connsiteY1-548" fmla="*/ 0 h 1088609"/>
                    <a:gd name="connsiteX2-549" fmla="*/ 951005 w 1213556"/>
                    <a:gd name="connsiteY2-550" fmla="*/ 45267 h 1088609"/>
                    <a:gd name="connsiteX3-551" fmla="*/ 1141128 w 1213556"/>
                    <a:gd name="connsiteY3-552" fmla="*/ 126748 h 1088609"/>
                    <a:gd name="connsiteX4-553" fmla="*/ 1209669 w 1213556"/>
                    <a:gd name="connsiteY4-554" fmla="*/ 226387 h 1088609"/>
                    <a:gd name="connsiteX5-555" fmla="*/ 1213556 w 1213556"/>
                    <a:gd name="connsiteY5-556" fmla="*/ 325924 h 1088609"/>
                    <a:gd name="connsiteX6-557" fmla="*/ 1132075 w 1213556"/>
                    <a:gd name="connsiteY6-558" fmla="*/ 452673 h 1088609"/>
                    <a:gd name="connsiteX7-559" fmla="*/ 861698 w 1213556"/>
                    <a:gd name="connsiteY7-560" fmla="*/ 854964 h 1088609"/>
                    <a:gd name="connsiteX8-561" fmla="*/ 724669 w 1213556"/>
                    <a:gd name="connsiteY8-562" fmla="*/ 1023041 h 1088609"/>
                    <a:gd name="connsiteX9-563" fmla="*/ 561706 w 1213556"/>
                    <a:gd name="connsiteY9-564" fmla="*/ 1041148 h 1088609"/>
                    <a:gd name="connsiteX10-565" fmla="*/ 80542 w 1213556"/>
                    <a:gd name="connsiteY10-566" fmla="*/ 412521 h 1088609"/>
                    <a:gd name="connsiteX11-567" fmla="*/ 10775 w 1213556"/>
                    <a:gd name="connsiteY11-568" fmla="*/ 260044 h 1088609"/>
                    <a:gd name="connsiteX12-569" fmla="*/ 23664 w 1213556"/>
                    <a:gd name="connsiteY12-570" fmla="*/ 116466 h 1088609"/>
                    <a:gd name="connsiteX13-571" fmla="*/ 154300 w 1213556"/>
                    <a:gd name="connsiteY13-572" fmla="*/ 36213 h 1088609"/>
                    <a:gd name="connsiteX14-573" fmla="*/ 353477 w 1213556"/>
                    <a:gd name="connsiteY14-574" fmla="*/ 0 h 1088609"/>
                    <a:gd name="connsiteX0-575" fmla="*/ 355151 w 1215230"/>
                    <a:gd name="connsiteY0-576" fmla="*/ 0 h 1088609"/>
                    <a:gd name="connsiteX1-577" fmla="*/ 699182 w 1215230"/>
                    <a:gd name="connsiteY1-578" fmla="*/ 0 h 1088609"/>
                    <a:gd name="connsiteX2-579" fmla="*/ 952679 w 1215230"/>
                    <a:gd name="connsiteY2-580" fmla="*/ 45267 h 1088609"/>
                    <a:gd name="connsiteX3-581" fmla="*/ 1142802 w 1215230"/>
                    <a:gd name="connsiteY3-582" fmla="*/ 126748 h 1088609"/>
                    <a:gd name="connsiteX4-583" fmla="*/ 1211343 w 1215230"/>
                    <a:gd name="connsiteY4-584" fmla="*/ 226387 h 1088609"/>
                    <a:gd name="connsiteX5-585" fmla="*/ 1215230 w 1215230"/>
                    <a:gd name="connsiteY5-586" fmla="*/ 325924 h 1088609"/>
                    <a:gd name="connsiteX6-587" fmla="*/ 1133749 w 1215230"/>
                    <a:gd name="connsiteY6-588" fmla="*/ 452673 h 1088609"/>
                    <a:gd name="connsiteX7-589" fmla="*/ 863372 w 1215230"/>
                    <a:gd name="connsiteY7-590" fmla="*/ 854964 h 1088609"/>
                    <a:gd name="connsiteX8-591" fmla="*/ 726343 w 1215230"/>
                    <a:gd name="connsiteY8-592" fmla="*/ 1023041 h 1088609"/>
                    <a:gd name="connsiteX9-593" fmla="*/ 563380 w 1215230"/>
                    <a:gd name="connsiteY9-594" fmla="*/ 1041148 h 1088609"/>
                    <a:gd name="connsiteX10-595" fmla="*/ 82216 w 1215230"/>
                    <a:gd name="connsiteY10-596" fmla="*/ 412521 h 1088609"/>
                    <a:gd name="connsiteX11-597" fmla="*/ 12449 w 1215230"/>
                    <a:gd name="connsiteY11-598" fmla="*/ 260044 h 1088609"/>
                    <a:gd name="connsiteX12-599" fmla="*/ 25338 w 1215230"/>
                    <a:gd name="connsiteY12-600" fmla="*/ 116466 h 1088609"/>
                    <a:gd name="connsiteX13-601" fmla="*/ 155974 w 1215230"/>
                    <a:gd name="connsiteY13-602" fmla="*/ 36213 h 1088609"/>
                    <a:gd name="connsiteX14-603" fmla="*/ 355151 w 1215230"/>
                    <a:gd name="connsiteY14-604" fmla="*/ 0 h 1088609"/>
                    <a:gd name="connsiteX0-605" fmla="*/ 355151 w 1215230"/>
                    <a:gd name="connsiteY0-606" fmla="*/ 7451 h 1096060"/>
                    <a:gd name="connsiteX1-607" fmla="*/ 699182 w 1215230"/>
                    <a:gd name="connsiteY1-608" fmla="*/ 7451 h 1096060"/>
                    <a:gd name="connsiteX2-609" fmla="*/ 952679 w 1215230"/>
                    <a:gd name="connsiteY2-610" fmla="*/ 52718 h 1096060"/>
                    <a:gd name="connsiteX3-611" fmla="*/ 1142802 w 1215230"/>
                    <a:gd name="connsiteY3-612" fmla="*/ 134199 h 1096060"/>
                    <a:gd name="connsiteX4-613" fmla="*/ 1211343 w 1215230"/>
                    <a:gd name="connsiteY4-614" fmla="*/ 233838 h 1096060"/>
                    <a:gd name="connsiteX5-615" fmla="*/ 1215230 w 1215230"/>
                    <a:gd name="connsiteY5-616" fmla="*/ 333375 h 1096060"/>
                    <a:gd name="connsiteX6-617" fmla="*/ 1133749 w 1215230"/>
                    <a:gd name="connsiteY6-618" fmla="*/ 460124 h 1096060"/>
                    <a:gd name="connsiteX7-619" fmla="*/ 863372 w 1215230"/>
                    <a:gd name="connsiteY7-620" fmla="*/ 862415 h 1096060"/>
                    <a:gd name="connsiteX8-621" fmla="*/ 726343 w 1215230"/>
                    <a:gd name="connsiteY8-622" fmla="*/ 1030492 h 1096060"/>
                    <a:gd name="connsiteX9-623" fmla="*/ 563380 w 1215230"/>
                    <a:gd name="connsiteY9-624" fmla="*/ 1048599 h 1096060"/>
                    <a:gd name="connsiteX10-625" fmla="*/ 82216 w 1215230"/>
                    <a:gd name="connsiteY10-626" fmla="*/ 419972 h 1096060"/>
                    <a:gd name="connsiteX11-627" fmla="*/ 12449 w 1215230"/>
                    <a:gd name="connsiteY11-628" fmla="*/ 267495 h 1096060"/>
                    <a:gd name="connsiteX12-629" fmla="*/ 25338 w 1215230"/>
                    <a:gd name="connsiteY12-630" fmla="*/ 123917 h 1096060"/>
                    <a:gd name="connsiteX13-631" fmla="*/ 155974 w 1215230"/>
                    <a:gd name="connsiteY13-632" fmla="*/ 43664 h 1096060"/>
                    <a:gd name="connsiteX14-633" fmla="*/ 355151 w 1215230"/>
                    <a:gd name="connsiteY14-634" fmla="*/ 7451 h 1096060"/>
                    <a:gd name="connsiteX0-635" fmla="*/ 355151 w 1215230"/>
                    <a:gd name="connsiteY0-636" fmla="*/ 6027 h 1094636"/>
                    <a:gd name="connsiteX1-637" fmla="*/ 699182 w 1215230"/>
                    <a:gd name="connsiteY1-638" fmla="*/ 6027 h 1094636"/>
                    <a:gd name="connsiteX2-639" fmla="*/ 952679 w 1215230"/>
                    <a:gd name="connsiteY2-640" fmla="*/ 51294 h 1094636"/>
                    <a:gd name="connsiteX3-641" fmla="*/ 1142802 w 1215230"/>
                    <a:gd name="connsiteY3-642" fmla="*/ 132775 h 1094636"/>
                    <a:gd name="connsiteX4-643" fmla="*/ 1211343 w 1215230"/>
                    <a:gd name="connsiteY4-644" fmla="*/ 232414 h 1094636"/>
                    <a:gd name="connsiteX5-645" fmla="*/ 1215230 w 1215230"/>
                    <a:gd name="connsiteY5-646" fmla="*/ 331951 h 1094636"/>
                    <a:gd name="connsiteX6-647" fmla="*/ 1133749 w 1215230"/>
                    <a:gd name="connsiteY6-648" fmla="*/ 458700 h 1094636"/>
                    <a:gd name="connsiteX7-649" fmla="*/ 863372 w 1215230"/>
                    <a:gd name="connsiteY7-650" fmla="*/ 860991 h 1094636"/>
                    <a:gd name="connsiteX8-651" fmla="*/ 726343 w 1215230"/>
                    <a:gd name="connsiteY8-652" fmla="*/ 1029068 h 1094636"/>
                    <a:gd name="connsiteX9-653" fmla="*/ 563380 w 1215230"/>
                    <a:gd name="connsiteY9-654" fmla="*/ 1047175 h 1094636"/>
                    <a:gd name="connsiteX10-655" fmla="*/ 82216 w 1215230"/>
                    <a:gd name="connsiteY10-656" fmla="*/ 418548 h 1094636"/>
                    <a:gd name="connsiteX11-657" fmla="*/ 12449 w 1215230"/>
                    <a:gd name="connsiteY11-658" fmla="*/ 266071 h 1094636"/>
                    <a:gd name="connsiteX12-659" fmla="*/ 25338 w 1215230"/>
                    <a:gd name="connsiteY12-660" fmla="*/ 122493 h 1094636"/>
                    <a:gd name="connsiteX13-661" fmla="*/ 155974 w 1215230"/>
                    <a:gd name="connsiteY13-662" fmla="*/ 42240 h 1094636"/>
                    <a:gd name="connsiteX14-663" fmla="*/ 355151 w 1215230"/>
                    <a:gd name="connsiteY14-664" fmla="*/ 6027 h 1094636"/>
                    <a:gd name="connsiteX0-665" fmla="*/ 355151 w 1215230"/>
                    <a:gd name="connsiteY0-666" fmla="*/ 6027 h 1094636"/>
                    <a:gd name="connsiteX1-667" fmla="*/ 699182 w 1215230"/>
                    <a:gd name="connsiteY1-668" fmla="*/ 6027 h 1094636"/>
                    <a:gd name="connsiteX2-669" fmla="*/ 952679 w 1215230"/>
                    <a:gd name="connsiteY2-670" fmla="*/ 51294 h 1094636"/>
                    <a:gd name="connsiteX3-671" fmla="*/ 1142802 w 1215230"/>
                    <a:gd name="connsiteY3-672" fmla="*/ 132775 h 1094636"/>
                    <a:gd name="connsiteX4-673" fmla="*/ 1211343 w 1215230"/>
                    <a:gd name="connsiteY4-674" fmla="*/ 232414 h 1094636"/>
                    <a:gd name="connsiteX5-675" fmla="*/ 1215230 w 1215230"/>
                    <a:gd name="connsiteY5-676" fmla="*/ 331951 h 1094636"/>
                    <a:gd name="connsiteX6-677" fmla="*/ 1133749 w 1215230"/>
                    <a:gd name="connsiteY6-678" fmla="*/ 458700 h 1094636"/>
                    <a:gd name="connsiteX7-679" fmla="*/ 863372 w 1215230"/>
                    <a:gd name="connsiteY7-680" fmla="*/ 860991 h 1094636"/>
                    <a:gd name="connsiteX8-681" fmla="*/ 726343 w 1215230"/>
                    <a:gd name="connsiteY8-682" fmla="*/ 1029068 h 1094636"/>
                    <a:gd name="connsiteX9-683" fmla="*/ 563380 w 1215230"/>
                    <a:gd name="connsiteY9-684" fmla="*/ 1047175 h 1094636"/>
                    <a:gd name="connsiteX10-685" fmla="*/ 82216 w 1215230"/>
                    <a:gd name="connsiteY10-686" fmla="*/ 418548 h 1094636"/>
                    <a:gd name="connsiteX11-687" fmla="*/ 12449 w 1215230"/>
                    <a:gd name="connsiteY11-688" fmla="*/ 266071 h 1094636"/>
                    <a:gd name="connsiteX12-689" fmla="*/ 25338 w 1215230"/>
                    <a:gd name="connsiteY12-690" fmla="*/ 122493 h 1094636"/>
                    <a:gd name="connsiteX13-691" fmla="*/ 155974 w 1215230"/>
                    <a:gd name="connsiteY13-692" fmla="*/ 42240 h 1094636"/>
                    <a:gd name="connsiteX14-693" fmla="*/ 355151 w 1215230"/>
                    <a:gd name="connsiteY14-694" fmla="*/ 6027 h 1094636"/>
                    <a:gd name="connsiteX0-695" fmla="*/ 355151 w 1215230"/>
                    <a:gd name="connsiteY0-696" fmla="*/ 6027 h 1094636"/>
                    <a:gd name="connsiteX1-697" fmla="*/ 699182 w 1215230"/>
                    <a:gd name="connsiteY1-698" fmla="*/ 6027 h 1094636"/>
                    <a:gd name="connsiteX2-699" fmla="*/ 952679 w 1215230"/>
                    <a:gd name="connsiteY2-700" fmla="*/ 51294 h 1094636"/>
                    <a:gd name="connsiteX3-701" fmla="*/ 1142802 w 1215230"/>
                    <a:gd name="connsiteY3-702" fmla="*/ 132775 h 1094636"/>
                    <a:gd name="connsiteX4-703" fmla="*/ 1211343 w 1215230"/>
                    <a:gd name="connsiteY4-704" fmla="*/ 232414 h 1094636"/>
                    <a:gd name="connsiteX5-705" fmla="*/ 1215230 w 1215230"/>
                    <a:gd name="connsiteY5-706" fmla="*/ 331951 h 1094636"/>
                    <a:gd name="connsiteX6-707" fmla="*/ 1133749 w 1215230"/>
                    <a:gd name="connsiteY6-708" fmla="*/ 458700 h 1094636"/>
                    <a:gd name="connsiteX7-709" fmla="*/ 863372 w 1215230"/>
                    <a:gd name="connsiteY7-710" fmla="*/ 860991 h 1094636"/>
                    <a:gd name="connsiteX8-711" fmla="*/ 726343 w 1215230"/>
                    <a:gd name="connsiteY8-712" fmla="*/ 1029068 h 1094636"/>
                    <a:gd name="connsiteX9-713" fmla="*/ 563380 w 1215230"/>
                    <a:gd name="connsiteY9-714" fmla="*/ 1047175 h 1094636"/>
                    <a:gd name="connsiteX10-715" fmla="*/ 82216 w 1215230"/>
                    <a:gd name="connsiteY10-716" fmla="*/ 418548 h 1094636"/>
                    <a:gd name="connsiteX11-717" fmla="*/ 12449 w 1215230"/>
                    <a:gd name="connsiteY11-718" fmla="*/ 266071 h 1094636"/>
                    <a:gd name="connsiteX12-719" fmla="*/ 25338 w 1215230"/>
                    <a:gd name="connsiteY12-720" fmla="*/ 122493 h 1094636"/>
                    <a:gd name="connsiteX13-721" fmla="*/ 155974 w 1215230"/>
                    <a:gd name="connsiteY13-722" fmla="*/ 42240 h 1094636"/>
                    <a:gd name="connsiteX14-723" fmla="*/ 355151 w 1215230"/>
                    <a:gd name="connsiteY14-724" fmla="*/ 6027 h 1094636"/>
                    <a:gd name="connsiteX0-725" fmla="*/ 350850 w 1210929"/>
                    <a:gd name="connsiteY0-726" fmla="*/ 6027 h 1094636"/>
                    <a:gd name="connsiteX1-727" fmla="*/ 694881 w 1210929"/>
                    <a:gd name="connsiteY1-728" fmla="*/ 6027 h 1094636"/>
                    <a:gd name="connsiteX2-729" fmla="*/ 948378 w 1210929"/>
                    <a:gd name="connsiteY2-730" fmla="*/ 51294 h 1094636"/>
                    <a:gd name="connsiteX3-731" fmla="*/ 1138501 w 1210929"/>
                    <a:gd name="connsiteY3-732" fmla="*/ 132775 h 1094636"/>
                    <a:gd name="connsiteX4-733" fmla="*/ 1207042 w 1210929"/>
                    <a:gd name="connsiteY4-734" fmla="*/ 232414 h 1094636"/>
                    <a:gd name="connsiteX5-735" fmla="*/ 1210929 w 1210929"/>
                    <a:gd name="connsiteY5-736" fmla="*/ 331951 h 1094636"/>
                    <a:gd name="connsiteX6-737" fmla="*/ 1129448 w 1210929"/>
                    <a:gd name="connsiteY6-738" fmla="*/ 458700 h 1094636"/>
                    <a:gd name="connsiteX7-739" fmla="*/ 859071 w 1210929"/>
                    <a:gd name="connsiteY7-740" fmla="*/ 860991 h 1094636"/>
                    <a:gd name="connsiteX8-741" fmla="*/ 722042 w 1210929"/>
                    <a:gd name="connsiteY8-742" fmla="*/ 1029068 h 1094636"/>
                    <a:gd name="connsiteX9-743" fmla="*/ 559079 w 1210929"/>
                    <a:gd name="connsiteY9-744" fmla="*/ 1047175 h 1094636"/>
                    <a:gd name="connsiteX10-745" fmla="*/ 77915 w 1210929"/>
                    <a:gd name="connsiteY10-746" fmla="*/ 418548 h 1094636"/>
                    <a:gd name="connsiteX11-747" fmla="*/ 8148 w 1210929"/>
                    <a:gd name="connsiteY11-748" fmla="*/ 266071 h 1094636"/>
                    <a:gd name="connsiteX12-749" fmla="*/ 17479 w 1210929"/>
                    <a:gd name="connsiteY12-750" fmla="*/ 136725 h 1094636"/>
                    <a:gd name="connsiteX13-751" fmla="*/ 151673 w 1210929"/>
                    <a:gd name="connsiteY13-752" fmla="*/ 42240 h 1094636"/>
                    <a:gd name="connsiteX14-753" fmla="*/ 350850 w 1210929"/>
                    <a:gd name="connsiteY14-754" fmla="*/ 6027 h 1094636"/>
                    <a:gd name="connsiteX0-755" fmla="*/ 350850 w 1210929"/>
                    <a:gd name="connsiteY0-756" fmla="*/ 9016 h 1097625"/>
                    <a:gd name="connsiteX1-757" fmla="*/ 694881 w 1210929"/>
                    <a:gd name="connsiteY1-758" fmla="*/ 9016 h 1097625"/>
                    <a:gd name="connsiteX2-759" fmla="*/ 948378 w 1210929"/>
                    <a:gd name="connsiteY2-760" fmla="*/ 54283 h 1097625"/>
                    <a:gd name="connsiteX3-761" fmla="*/ 1138501 w 1210929"/>
                    <a:gd name="connsiteY3-762" fmla="*/ 135764 h 1097625"/>
                    <a:gd name="connsiteX4-763" fmla="*/ 1207042 w 1210929"/>
                    <a:gd name="connsiteY4-764" fmla="*/ 235403 h 1097625"/>
                    <a:gd name="connsiteX5-765" fmla="*/ 1210929 w 1210929"/>
                    <a:gd name="connsiteY5-766" fmla="*/ 334940 h 1097625"/>
                    <a:gd name="connsiteX6-767" fmla="*/ 1129448 w 1210929"/>
                    <a:gd name="connsiteY6-768" fmla="*/ 461689 h 1097625"/>
                    <a:gd name="connsiteX7-769" fmla="*/ 859071 w 1210929"/>
                    <a:gd name="connsiteY7-770" fmla="*/ 863980 h 1097625"/>
                    <a:gd name="connsiteX8-771" fmla="*/ 722042 w 1210929"/>
                    <a:gd name="connsiteY8-772" fmla="*/ 1032057 h 1097625"/>
                    <a:gd name="connsiteX9-773" fmla="*/ 559079 w 1210929"/>
                    <a:gd name="connsiteY9-774" fmla="*/ 1050164 h 1097625"/>
                    <a:gd name="connsiteX10-775" fmla="*/ 77915 w 1210929"/>
                    <a:gd name="connsiteY10-776" fmla="*/ 421537 h 1097625"/>
                    <a:gd name="connsiteX11-777" fmla="*/ 8148 w 1210929"/>
                    <a:gd name="connsiteY11-778" fmla="*/ 269060 h 1097625"/>
                    <a:gd name="connsiteX12-779" fmla="*/ 17479 w 1210929"/>
                    <a:gd name="connsiteY12-780" fmla="*/ 139714 h 1097625"/>
                    <a:gd name="connsiteX13-781" fmla="*/ 151673 w 1210929"/>
                    <a:gd name="connsiteY13-782" fmla="*/ 45229 h 1097625"/>
                    <a:gd name="connsiteX14-783" fmla="*/ 350850 w 1210929"/>
                    <a:gd name="connsiteY14-784" fmla="*/ 9016 h 1097625"/>
                    <a:gd name="connsiteX0-785" fmla="*/ 350850 w 1210929"/>
                    <a:gd name="connsiteY0-786" fmla="*/ 7559 h 1096168"/>
                    <a:gd name="connsiteX1-787" fmla="*/ 694881 w 1210929"/>
                    <a:gd name="connsiteY1-788" fmla="*/ 7559 h 1096168"/>
                    <a:gd name="connsiteX2-789" fmla="*/ 948378 w 1210929"/>
                    <a:gd name="connsiteY2-790" fmla="*/ 52826 h 1096168"/>
                    <a:gd name="connsiteX3-791" fmla="*/ 1138501 w 1210929"/>
                    <a:gd name="connsiteY3-792" fmla="*/ 134307 h 1096168"/>
                    <a:gd name="connsiteX4-793" fmla="*/ 1207042 w 1210929"/>
                    <a:gd name="connsiteY4-794" fmla="*/ 233946 h 1096168"/>
                    <a:gd name="connsiteX5-795" fmla="*/ 1210929 w 1210929"/>
                    <a:gd name="connsiteY5-796" fmla="*/ 333483 h 1096168"/>
                    <a:gd name="connsiteX6-797" fmla="*/ 1129448 w 1210929"/>
                    <a:gd name="connsiteY6-798" fmla="*/ 460232 h 1096168"/>
                    <a:gd name="connsiteX7-799" fmla="*/ 859071 w 1210929"/>
                    <a:gd name="connsiteY7-800" fmla="*/ 862523 h 1096168"/>
                    <a:gd name="connsiteX8-801" fmla="*/ 722042 w 1210929"/>
                    <a:gd name="connsiteY8-802" fmla="*/ 1030600 h 1096168"/>
                    <a:gd name="connsiteX9-803" fmla="*/ 559079 w 1210929"/>
                    <a:gd name="connsiteY9-804" fmla="*/ 1048707 h 1096168"/>
                    <a:gd name="connsiteX10-805" fmla="*/ 77915 w 1210929"/>
                    <a:gd name="connsiteY10-806" fmla="*/ 420080 h 1096168"/>
                    <a:gd name="connsiteX11-807" fmla="*/ 8148 w 1210929"/>
                    <a:gd name="connsiteY11-808" fmla="*/ 267603 h 1096168"/>
                    <a:gd name="connsiteX12-809" fmla="*/ 17479 w 1210929"/>
                    <a:gd name="connsiteY12-810" fmla="*/ 138257 h 1096168"/>
                    <a:gd name="connsiteX13-811" fmla="*/ 151673 w 1210929"/>
                    <a:gd name="connsiteY13-812" fmla="*/ 43772 h 1096168"/>
                    <a:gd name="connsiteX14-813" fmla="*/ 350850 w 1210929"/>
                    <a:gd name="connsiteY14-814" fmla="*/ 7559 h 1096168"/>
                    <a:gd name="connsiteX0-815" fmla="*/ 350850 w 1210929"/>
                    <a:gd name="connsiteY0-816" fmla="*/ 7559 h 1098746"/>
                    <a:gd name="connsiteX1-817" fmla="*/ 694881 w 1210929"/>
                    <a:gd name="connsiteY1-818" fmla="*/ 7559 h 1098746"/>
                    <a:gd name="connsiteX2-819" fmla="*/ 948378 w 1210929"/>
                    <a:gd name="connsiteY2-820" fmla="*/ 52826 h 1098746"/>
                    <a:gd name="connsiteX3-821" fmla="*/ 1138501 w 1210929"/>
                    <a:gd name="connsiteY3-822" fmla="*/ 134307 h 1098746"/>
                    <a:gd name="connsiteX4-823" fmla="*/ 1207042 w 1210929"/>
                    <a:gd name="connsiteY4-824" fmla="*/ 233946 h 1098746"/>
                    <a:gd name="connsiteX5-825" fmla="*/ 1210929 w 1210929"/>
                    <a:gd name="connsiteY5-826" fmla="*/ 333483 h 1098746"/>
                    <a:gd name="connsiteX6-827" fmla="*/ 1129448 w 1210929"/>
                    <a:gd name="connsiteY6-828" fmla="*/ 460232 h 1098746"/>
                    <a:gd name="connsiteX7-829" fmla="*/ 859071 w 1210929"/>
                    <a:gd name="connsiteY7-830" fmla="*/ 862523 h 1098746"/>
                    <a:gd name="connsiteX8-831" fmla="*/ 722042 w 1210929"/>
                    <a:gd name="connsiteY8-832" fmla="*/ 1030600 h 1098746"/>
                    <a:gd name="connsiteX9-833" fmla="*/ 559079 w 1210929"/>
                    <a:gd name="connsiteY9-834" fmla="*/ 1048707 h 1098746"/>
                    <a:gd name="connsiteX10-835" fmla="*/ 77915 w 1210929"/>
                    <a:gd name="connsiteY10-836" fmla="*/ 420080 h 1098746"/>
                    <a:gd name="connsiteX11-837" fmla="*/ 8148 w 1210929"/>
                    <a:gd name="connsiteY11-838" fmla="*/ 267603 h 1098746"/>
                    <a:gd name="connsiteX12-839" fmla="*/ 17479 w 1210929"/>
                    <a:gd name="connsiteY12-840" fmla="*/ 138257 h 1098746"/>
                    <a:gd name="connsiteX13-841" fmla="*/ 151673 w 1210929"/>
                    <a:gd name="connsiteY13-842" fmla="*/ 43772 h 1098746"/>
                    <a:gd name="connsiteX14-843" fmla="*/ 350850 w 1210929"/>
                    <a:gd name="connsiteY14-844" fmla="*/ 7559 h 1098746"/>
                    <a:gd name="connsiteX0-845" fmla="*/ 350850 w 1210929"/>
                    <a:gd name="connsiteY0-846" fmla="*/ 7559 h 1098746"/>
                    <a:gd name="connsiteX1-847" fmla="*/ 694881 w 1210929"/>
                    <a:gd name="connsiteY1-848" fmla="*/ 7559 h 1098746"/>
                    <a:gd name="connsiteX2-849" fmla="*/ 948378 w 1210929"/>
                    <a:gd name="connsiteY2-850" fmla="*/ 52826 h 1098746"/>
                    <a:gd name="connsiteX3-851" fmla="*/ 1138501 w 1210929"/>
                    <a:gd name="connsiteY3-852" fmla="*/ 134307 h 1098746"/>
                    <a:gd name="connsiteX4-853" fmla="*/ 1207042 w 1210929"/>
                    <a:gd name="connsiteY4-854" fmla="*/ 233946 h 1098746"/>
                    <a:gd name="connsiteX5-855" fmla="*/ 1210929 w 1210929"/>
                    <a:gd name="connsiteY5-856" fmla="*/ 333483 h 1098746"/>
                    <a:gd name="connsiteX6-857" fmla="*/ 1129448 w 1210929"/>
                    <a:gd name="connsiteY6-858" fmla="*/ 460232 h 1098746"/>
                    <a:gd name="connsiteX7-859" fmla="*/ 859071 w 1210929"/>
                    <a:gd name="connsiteY7-860" fmla="*/ 862523 h 1098746"/>
                    <a:gd name="connsiteX8-861" fmla="*/ 722042 w 1210929"/>
                    <a:gd name="connsiteY8-862" fmla="*/ 1030600 h 1098746"/>
                    <a:gd name="connsiteX9-863" fmla="*/ 559079 w 1210929"/>
                    <a:gd name="connsiteY9-864" fmla="*/ 1048707 h 1098746"/>
                    <a:gd name="connsiteX10-865" fmla="*/ 77915 w 1210929"/>
                    <a:gd name="connsiteY10-866" fmla="*/ 420080 h 1098746"/>
                    <a:gd name="connsiteX11-867" fmla="*/ 8148 w 1210929"/>
                    <a:gd name="connsiteY11-868" fmla="*/ 267603 h 1098746"/>
                    <a:gd name="connsiteX12-869" fmla="*/ 17479 w 1210929"/>
                    <a:gd name="connsiteY12-870" fmla="*/ 138257 h 1098746"/>
                    <a:gd name="connsiteX13-871" fmla="*/ 151673 w 1210929"/>
                    <a:gd name="connsiteY13-872" fmla="*/ 43772 h 1098746"/>
                    <a:gd name="connsiteX14-873" fmla="*/ 350850 w 1210929"/>
                    <a:gd name="connsiteY14-874" fmla="*/ 7559 h 1098746"/>
                    <a:gd name="connsiteX0-875" fmla="*/ 350850 w 1210929"/>
                    <a:gd name="connsiteY0-876" fmla="*/ 7559 h 1098746"/>
                    <a:gd name="connsiteX1-877" fmla="*/ 694881 w 1210929"/>
                    <a:gd name="connsiteY1-878" fmla="*/ 7559 h 1098746"/>
                    <a:gd name="connsiteX2-879" fmla="*/ 948378 w 1210929"/>
                    <a:gd name="connsiteY2-880" fmla="*/ 52826 h 1098746"/>
                    <a:gd name="connsiteX3-881" fmla="*/ 1138501 w 1210929"/>
                    <a:gd name="connsiteY3-882" fmla="*/ 134307 h 1098746"/>
                    <a:gd name="connsiteX4-883" fmla="*/ 1207042 w 1210929"/>
                    <a:gd name="connsiteY4-884" fmla="*/ 233946 h 1098746"/>
                    <a:gd name="connsiteX5-885" fmla="*/ 1210929 w 1210929"/>
                    <a:gd name="connsiteY5-886" fmla="*/ 333483 h 1098746"/>
                    <a:gd name="connsiteX6-887" fmla="*/ 1129448 w 1210929"/>
                    <a:gd name="connsiteY6-888" fmla="*/ 460232 h 1098746"/>
                    <a:gd name="connsiteX7-889" fmla="*/ 859071 w 1210929"/>
                    <a:gd name="connsiteY7-890" fmla="*/ 862523 h 1098746"/>
                    <a:gd name="connsiteX8-891" fmla="*/ 722042 w 1210929"/>
                    <a:gd name="connsiteY8-892" fmla="*/ 1030600 h 1098746"/>
                    <a:gd name="connsiteX9-893" fmla="*/ 559079 w 1210929"/>
                    <a:gd name="connsiteY9-894" fmla="*/ 1048707 h 1098746"/>
                    <a:gd name="connsiteX10-895" fmla="*/ 77915 w 1210929"/>
                    <a:gd name="connsiteY10-896" fmla="*/ 420080 h 1098746"/>
                    <a:gd name="connsiteX11-897" fmla="*/ 8148 w 1210929"/>
                    <a:gd name="connsiteY11-898" fmla="*/ 267603 h 1098746"/>
                    <a:gd name="connsiteX12-899" fmla="*/ 17479 w 1210929"/>
                    <a:gd name="connsiteY12-900" fmla="*/ 138257 h 1098746"/>
                    <a:gd name="connsiteX13-901" fmla="*/ 151673 w 1210929"/>
                    <a:gd name="connsiteY13-902" fmla="*/ 43772 h 1098746"/>
                    <a:gd name="connsiteX14-903" fmla="*/ 350850 w 1210929"/>
                    <a:gd name="connsiteY14-904" fmla="*/ 7559 h 1098746"/>
                    <a:gd name="connsiteX0-905" fmla="*/ 350850 w 1210929"/>
                    <a:gd name="connsiteY0-906" fmla="*/ 7559 h 1098746"/>
                    <a:gd name="connsiteX1-907" fmla="*/ 694881 w 1210929"/>
                    <a:gd name="connsiteY1-908" fmla="*/ 7559 h 1098746"/>
                    <a:gd name="connsiteX2-909" fmla="*/ 948378 w 1210929"/>
                    <a:gd name="connsiteY2-910" fmla="*/ 52826 h 1098746"/>
                    <a:gd name="connsiteX3-911" fmla="*/ 1138501 w 1210929"/>
                    <a:gd name="connsiteY3-912" fmla="*/ 134307 h 1098746"/>
                    <a:gd name="connsiteX4-913" fmla="*/ 1207042 w 1210929"/>
                    <a:gd name="connsiteY4-914" fmla="*/ 233946 h 1098746"/>
                    <a:gd name="connsiteX5-915" fmla="*/ 1210929 w 1210929"/>
                    <a:gd name="connsiteY5-916" fmla="*/ 333483 h 1098746"/>
                    <a:gd name="connsiteX6-917" fmla="*/ 1129448 w 1210929"/>
                    <a:gd name="connsiteY6-918" fmla="*/ 460232 h 1098746"/>
                    <a:gd name="connsiteX7-919" fmla="*/ 859071 w 1210929"/>
                    <a:gd name="connsiteY7-920" fmla="*/ 862523 h 1098746"/>
                    <a:gd name="connsiteX8-921" fmla="*/ 722042 w 1210929"/>
                    <a:gd name="connsiteY8-922" fmla="*/ 1030600 h 1098746"/>
                    <a:gd name="connsiteX9-923" fmla="*/ 559079 w 1210929"/>
                    <a:gd name="connsiteY9-924" fmla="*/ 1048707 h 1098746"/>
                    <a:gd name="connsiteX10-925" fmla="*/ 77915 w 1210929"/>
                    <a:gd name="connsiteY10-926" fmla="*/ 420080 h 1098746"/>
                    <a:gd name="connsiteX11-927" fmla="*/ 8148 w 1210929"/>
                    <a:gd name="connsiteY11-928" fmla="*/ 267603 h 1098746"/>
                    <a:gd name="connsiteX12-929" fmla="*/ 17479 w 1210929"/>
                    <a:gd name="connsiteY12-930" fmla="*/ 138257 h 1098746"/>
                    <a:gd name="connsiteX13-931" fmla="*/ 151673 w 1210929"/>
                    <a:gd name="connsiteY13-932" fmla="*/ 43772 h 1098746"/>
                    <a:gd name="connsiteX14-933" fmla="*/ 350850 w 1210929"/>
                    <a:gd name="connsiteY14-934" fmla="*/ 7559 h 1098746"/>
                    <a:gd name="connsiteX0-935" fmla="*/ 350850 w 1214756"/>
                    <a:gd name="connsiteY0-936" fmla="*/ 7559 h 1098746"/>
                    <a:gd name="connsiteX1-937" fmla="*/ 694881 w 1214756"/>
                    <a:gd name="connsiteY1-938" fmla="*/ 7559 h 1098746"/>
                    <a:gd name="connsiteX2-939" fmla="*/ 948378 w 1214756"/>
                    <a:gd name="connsiteY2-940" fmla="*/ 52826 h 1098746"/>
                    <a:gd name="connsiteX3-941" fmla="*/ 1138501 w 1214756"/>
                    <a:gd name="connsiteY3-942" fmla="*/ 134307 h 1098746"/>
                    <a:gd name="connsiteX4-943" fmla="*/ 1207042 w 1214756"/>
                    <a:gd name="connsiteY4-944" fmla="*/ 233946 h 1098746"/>
                    <a:gd name="connsiteX5-945" fmla="*/ 1210929 w 1214756"/>
                    <a:gd name="connsiteY5-946" fmla="*/ 333483 h 1098746"/>
                    <a:gd name="connsiteX6-947" fmla="*/ 1129448 w 1214756"/>
                    <a:gd name="connsiteY6-948" fmla="*/ 460232 h 1098746"/>
                    <a:gd name="connsiteX7-949" fmla="*/ 859071 w 1214756"/>
                    <a:gd name="connsiteY7-950" fmla="*/ 862523 h 1098746"/>
                    <a:gd name="connsiteX8-951" fmla="*/ 722042 w 1214756"/>
                    <a:gd name="connsiteY8-952" fmla="*/ 1030600 h 1098746"/>
                    <a:gd name="connsiteX9-953" fmla="*/ 559079 w 1214756"/>
                    <a:gd name="connsiteY9-954" fmla="*/ 1048707 h 1098746"/>
                    <a:gd name="connsiteX10-955" fmla="*/ 77915 w 1214756"/>
                    <a:gd name="connsiteY10-956" fmla="*/ 420080 h 1098746"/>
                    <a:gd name="connsiteX11-957" fmla="*/ 8148 w 1214756"/>
                    <a:gd name="connsiteY11-958" fmla="*/ 267603 h 1098746"/>
                    <a:gd name="connsiteX12-959" fmla="*/ 17479 w 1214756"/>
                    <a:gd name="connsiteY12-960" fmla="*/ 138257 h 1098746"/>
                    <a:gd name="connsiteX13-961" fmla="*/ 151673 w 1214756"/>
                    <a:gd name="connsiteY13-962" fmla="*/ 43772 h 1098746"/>
                    <a:gd name="connsiteX14-963" fmla="*/ 350850 w 1214756"/>
                    <a:gd name="connsiteY14-964" fmla="*/ 7559 h 1098746"/>
                    <a:gd name="connsiteX0-965" fmla="*/ 350850 w 1214756"/>
                    <a:gd name="connsiteY0-966" fmla="*/ 7559 h 1098746"/>
                    <a:gd name="connsiteX1-967" fmla="*/ 694881 w 1214756"/>
                    <a:gd name="connsiteY1-968" fmla="*/ 7559 h 1098746"/>
                    <a:gd name="connsiteX2-969" fmla="*/ 948378 w 1214756"/>
                    <a:gd name="connsiteY2-970" fmla="*/ 52826 h 1098746"/>
                    <a:gd name="connsiteX3-971" fmla="*/ 1138501 w 1214756"/>
                    <a:gd name="connsiteY3-972" fmla="*/ 134307 h 1098746"/>
                    <a:gd name="connsiteX4-973" fmla="*/ 1207042 w 1214756"/>
                    <a:gd name="connsiteY4-974" fmla="*/ 233946 h 1098746"/>
                    <a:gd name="connsiteX5-975" fmla="*/ 1210929 w 1214756"/>
                    <a:gd name="connsiteY5-976" fmla="*/ 333483 h 1098746"/>
                    <a:gd name="connsiteX6-977" fmla="*/ 1129448 w 1214756"/>
                    <a:gd name="connsiteY6-978" fmla="*/ 460232 h 1098746"/>
                    <a:gd name="connsiteX7-979" fmla="*/ 859071 w 1214756"/>
                    <a:gd name="connsiteY7-980" fmla="*/ 862523 h 1098746"/>
                    <a:gd name="connsiteX8-981" fmla="*/ 722042 w 1214756"/>
                    <a:gd name="connsiteY8-982" fmla="*/ 1030600 h 1098746"/>
                    <a:gd name="connsiteX9-983" fmla="*/ 559079 w 1214756"/>
                    <a:gd name="connsiteY9-984" fmla="*/ 1048707 h 1098746"/>
                    <a:gd name="connsiteX10-985" fmla="*/ 77915 w 1214756"/>
                    <a:gd name="connsiteY10-986" fmla="*/ 420080 h 1098746"/>
                    <a:gd name="connsiteX11-987" fmla="*/ 8148 w 1214756"/>
                    <a:gd name="connsiteY11-988" fmla="*/ 267603 h 1098746"/>
                    <a:gd name="connsiteX12-989" fmla="*/ 17479 w 1214756"/>
                    <a:gd name="connsiteY12-990" fmla="*/ 138257 h 1098746"/>
                    <a:gd name="connsiteX13-991" fmla="*/ 151673 w 1214756"/>
                    <a:gd name="connsiteY13-992" fmla="*/ 43772 h 1098746"/>
                    <a:gd name="connsiteX14-993" fmla="*/ 350850 w 1214756"/>
                    <a:gd name="connsiteY14-994" fmla="*/ 7559 h 1098746"/>
                    <a:gd name="connsiteX0-995" fmla="*/ 350850 w 1210186"/>
                    <a:gd name="connsiteY0-996" fmla="*/ 7559 h 1098746"/>
                    <a:gd name="connsiteX1-997" fmla="*/ 694881 w 1210186"/>
                    <a:gd name="connsiteY1-998" fmla="*/ 7559 h 1098746"/>
                    <a:gd name="connsiteX2-999" fmla="*/ 948378 w 1210186"/>
                    <a:gd name="connsiteY2-1000" fmla="*/ 52826 h 1098746"/>
                    <a:gd name="connsiteX3-1001" fmla="*/ 1138501 w 1210186"/>
                    <a:gd name="connsiteY3-1002" fmla="*/ 134307 h 1098746"/>
                    <a:gd name="connsiteX4-1003" fmla="*/ 1207042 w 1210186"/>
                    <a:gd name="connsiteY4-1004" fmla="*/ 233946 h 1098746"/>
                    <a:gd name="connsiteX5-1005" fmla="*/ 1200255 w 1210186"/>
                    <a:gd name="connsiteY5-1006" fmla="*/ 347715 h 1098746"/>
                    <a:gd name="connsiteX6-1007" fmla="*/ 1129448 w 1210186"/>
                    <a:gd name="connsiteY6-1008" fmla="*/ 460232 h 1098746"/>
                    <a:gd name="connsiteX7-1009" fmla="*/ 859071 w 1210186"/>
                    <a:gd name="connsiteY7-1010" fmla="*/ 862523 h 1098746"/>
                    <a:gd name="connsiteX8-1011" fmla="*/ 722042 w 1210186"/>
                    <a:gd name="connsiteY8-1012" fmla="*/ 1030600 h 1098746"/>
                    <a:gd name="connsiteX9-1013" fmla="*/ 559079 w 1210186"/>
                    <a:gd name="connsiteY9-1014" fmla="*/ 1048707 h 1098746"/>
                    <a:gd name="connsiteX10-1015" fmla="*/ 77915 w 1210186"/>
                    <a:gd name="connsiteY10-1016" fmla="*/ 420080 h 1098746"/>
                    <a:gd name="connsiteX11-1017" fmla="*/ 8148 w 1210186"/>
                    <a:gd name="connsiteY11-1018" fmla="*/ 267603 h 1098746"/>
                    <a:gd name="connsiteX12-1019" fmla="*/ 17479 w 1210186"/>
                    <a:gd name="connsiteY12-1020" fmla="*/ 138257 h 1098746"/>
                    <a:gd name="connsiteX13-1021" fmla="*/ 151673 w 1210186"/>
                    <a:gd name="connsiteY13-1022" fmla="*/ 43772 h 1098746"/>
                    <a:gd name="connsiteX14-1023" fmla="*/ 350850 w 1210186"/>
                    <a:gd name="connsiteY14-1024" fmla="*/ 7559 h 1098746"/>
                    <a:gd name="connsiteX0-1025" fmla="*/ 350850 w 1208691"/>
                    <a:gd name="connsiteY0-1026" fmla="*/ 7559 h 1098746"/>
                    <a:gd name="connsiteX1-1027" fmla="*/ 694881 w 1208691"/>
                    <a:gd name="connsiteY1-1028" fmla="*/ 7559 h 1098746"/>
                    <a:gd name="connsiteX2-1029" fmla="*/ 948378 w 1208691"/>
                    <a:gd name="connsiteY2-1030" fmla="*/ 52826 h 1098746"/>
                    <a:gd name="connsiteX3-1031" fmla="*/ 1138501 w 1208691"/>
                    <a:gd name="connsiteY3-1032" fmla="*/ 134307 h 1098746"/>
                    <a:gd name="connsiteX4-1033" fmla="*/ 1207042 w 1208691"/>
                    <a:gd name="connsiteY4-1034" fmla="*/ 233946 h 1098746"/>
                    <a:gd name="connsiteX5-1035" fmla="*/ 1189582 w 1208691"/>
                    <a:gd name="connsiteY5-1036" fmla="*/ 354831 h 1098746"/>
                    <a:gd name="connsiteX6-1037" fmla="*/ 1129448 w 1208691"/>
                    <a:gd name="connsiteY6-1038" fmla="*/ 460232 h 1098746"/>
                    <a:gd name="connsiteX7-1039" fmla="*/ 859071 w 1208691"/>
                    <a:gd name="connsiteY7-1040" fmla="*/ 862523 h 1098746"/>
                    <a:gd name="connsiteX8-1041" fmla="*/ 722042 w 1208691"/>
                    <a:gd name="connsiteY8-1042" fmla="*/ 1030600 h 1098746"/>
                    <a:gd name="connsiteX9-1043" fmla="*/ 559079 w 1208691"/>
                    <a:gd name="connsiteY9-1044" fmla="*/ 1048707 h 1098746"/>
                    <a:gd name="connsiteX10-1045" fmla="*/ 77915 w 1208691"/>
                    <a:gd name="connsiteY10-1046" fmla="*/ 420080 h 1098746"/>
                    <a:gd name="connsiteX11-1047" fmla="*/ 8148 w 1208691"/>
                    <a:gd name="connsiteY11-1048" fmla="*/ 267603 h 1098746"/>
                    <a:gd name="connsiteX12-1049" fmla="*/ 17479 w 1208691"/>
                    <a:gd name="connsiteY12-1050" fmla="*/ 138257 h 1098746"/>
                    <a:gd name="connsiteX13-1051" fmla="*/ 151673 w 1208691"/>
                    <a:gd name="connsiteY13-1052" fmla="*/ 43772 h 1098746"/>
                    <a:gd name="connsiteX14-1053" fmla="*/ 350850 w 1208691"/>
                    <a:gd name="connsiteY14-1054" fmla="*/ 7559 h 1098746"/>
                    <a:gd name="connsiteX0-1055" fmla="*/ 350850 w 1209762"/>
                    <a:gd name="connsiteY0-1056" fmla="*/ 7559 h 1098746"/>
                    <a:gd name="connsiteX1-1057" fmla="*/ 694881 w 1209762"/>
                    <a:gd name="connsiteY1-1058" fmla="*/ 7559 h 1098746"/>
                    <a:gd name="connsiteX2-1059" fmla="*/ 948378 w 1209762"/>
                    <a:gd name="connsiteY2-1060" fmla="*/ 52826 h 1098746"/>
                    <a:gd name="connsiteX3-1061" fmla="*/ 1138501 w 1209762"/>
                    <a:gd name="connsiteY3-1062" fmla="*/ 134307 h 1098746"/>
                    <a:gd name="connsiteX4-1063" fmla="*/ 1207042 w 1209762"/>
                    <a:gd name="connsiteY4-1064" fmla="*/ 233946 h 1098746"/>
                    <a:gd name="connsiteX5-1065" fmla="*/ 1189582 w 1209762"/>
                    <a:gd name="connsiteY5-1066" fmla="*/ 354831 h 1098746"/>
                    <a:gd name="connsiteX6-1067" fmla="*/ 1129448 w 1209762"/>
                    <a:gd name="connsiteY6-1068" fmla="*/ 460232 h 1098746"/>
                    <a:gd name="connsiteX7-1069" fmla="*/ 859071 w 1209762"/>
                    <a:gd name="connsiteY7-1070" fmla="*/ 862523 h 1098746"/>
                    <a:gd name="connsiteX8-1071" fmla="*/ 722042 w 1209762"/>
                    <a:gd name="connsiteY8-1072" fmla="*/ 1030600 h 1098746"/>
                    <a:gd name="connsiteX9-1073" fmla="*/ 559079 w 1209762"/>
                    <a:gd name="connsiteY9-1074" fmla="*/ 1048707 h 1098746"/>
                    <a:gd name="connsiteX10-1075" fmla="*/ 77915 w 1209762"/>
                    <a:gd name="connsiteY10-1076" fmla="*/ 420080 h 1098746"/>
                    <a:gd name="connsiteX11-1077" fmla="*/ 8148 w 1209762"/>
                    <a:gd name="connsiteY11-1078" fmla="*/ 267603 h 1098746"/>
                    <a:gd name="connsiteX12-1079" fmla="*/ 17479 w 1209762"/>
                    <a:gd name="connsiteY12-1080" fmla="*/ 138257 h 1098746"/>
                    <a:gd name="connsiteX13-1081" fmla="*/ 151673 w 1209762"/>
                    <a:gd name="connsiteY13-1082" fmla="*/ 43772 h 1098746"/>
                    <a:gd name="connsiteX14-1083" fmla="*/ 350850 w 1209762"/>
                    <a:gd name="connsiteY14-1084" fmla="*/ 7559 h 1098746"/>
                    <a:gd name="connsiteX0-1085" fmla="*/ 350850 w 1211545"/>
                    <a:gd name="connsiteY0-1086" fmla="*/ 7559 h 1098746"/>
                    <a:gd name="connsiteX1-1087" fmla="*/ 694881 w 1211545"/>
                    <a:gd name="connsiteY1-1088" fmla="*/ 7559 h 1098746"/>
                    <a:gd name="connsiteX2-1089" fmla="*/ 948378 w 1211545"/>
                    <a:gd name="connsiteY2-1090" fmla="*/ 52826 h 1098746"/>
                    <a:gd name="connsiteX3-1091" fmla="*/ 1138501 w 1211545"/>
                    <a:gd name="connsiteY3-1092" fmla="*/ 134307 h 1098746"/>
                    <a:gd name="connsiteX4-1093" fmla="*/ 1207042 w 1211545"/>
                    <a:gd name="connsiteY4-1094" fmla="*/ 233946 h 1098746"/>
                    <a:gd name="connsiteX5-1095" fmla="*/ 1189582 w 1211545"/>
                    <a:gd name="connsiteY5-1096" fmla="*/ 354831 h 1098746"/>
                    <a:gd name="connsiteX6-1097" fmla="*/ 1129448 w 1211545"/>
                    <a:gd name="connsiteY6-1098" fmla="*/ 460232 h 1098746"/>
                    <a:gd name="connsiteX7-1099" fmla="*/ 859071 w 1211545"/>
                    <a:gd name="connsiteY7-1100" fmla="*/ 862523 h 1098746"/>
                    <a:gd name="connsiteX8-1101" fmla="*/ 722042 w 1211545"/>
                    <a:gd name="connsiteY8-1102" fmla="*/ 1030600 h 1098746"/>
                    <a:gd name="connsiteX9-1103" fmla="*/ 559079 w 1211545"/>
                    <a:gd name="connsiteY9-1104" fmla="*/ 1048707 h 1098746"/>
                    <a:gd name="connsiteX10-1105" fmla="*/ 77915 w 1211545"/>
                    <a:gd name="connsiteY10-1106" fmla="*/ 420080 h 1098746"/>
                    <a:gd name="connsiteX11-1107" fmla="*/ 8148 w 1211545"/>
                    <a:gd name="connsiteY11-1108" fmla="*/ 267603 h 1098746"/>
                    <a:gd name="connsiteX12-1109" fmla="*/ 17479 w 1211545"/>
                    <a:gd name="connsiteY12-1110" fmla="*/ 138257 h 1098746"/>
                    <a:gd name="connsiteX13-1111" fmla="*/ 151673 w 1211545"/>
                    <a:gd name="connsiteY13-1112" fmla="*/ 43772 h 1098746"/>
                    <a:gd name="connsiteX14-1113" fmla="*/ 350850 w 1211545"/>
                    <a:gd name="connsiteY14-1114" fmla="*/ 7559 h 1098746"/>
                    <a:gd name="connsiteX0-1115" fmla="*/ 350850 w 1211545"/>
                    <a:gd name="connsiteY0-1116" fmla="*/ 7559 h 1100722"/>
                    <a:gd name="connsiteX1-1117" fmla="*/ 694881 w 1211545"/>
                    <a:gd name="connsiteY1-1118" fmla="*/ 7559 h 1100722"/>
                    <a:gd name="connsiteX2-1119" fmla="*/ 948378 w 1211545"/>
                    <a:gd name="connsiteY2-1120" fmla="*/ 52826 h 1100722"/>
                    <a:gd name="connsiteX3-1121" fmla="*/ 1138501 w 1211545"/>
                    <a:gd name="connsiteY3-1122" fmla="*/ 134307 h 1100722"/>
                    <a:gd name="connsiteX4-1123" fmla="*/ 1207042 w 1211545"/>
                    <a:gd name="connsiteY4-1124" fmla="*/ 233946 h 1100722"/>
                    <a:gd name="connsiteX5-1125" fmla="*/ 1189582 w 1211545"/>
                    <a:gd name="connsiteY5-1126" fmla="*/ 354831 h 1100722"/>
                    <a:gd name="connsiteX6-1127" fmla="*/ 1129448 w 1211545"/>
                    <a:gd name="connsiteY6-1128" fmla="*/ 460232 h 1100722"/>
                    <a:gd name="connsiteX7-1129" fmla="*/ 944462 w 1211545"/>
                    <a:gd name="connsiteY7-1130" fmla="*/ 752225 h 1100722"/>
                    <a:gd name="connsiteX8-1131" fmla="*/ 722042 w 1211545"/>
                    <a:gd name="connsiteY8-1132" fmla="*/ 1030600 h 1100722"/>
                    <a:gd name="connsiteX9-1133" fmla="*/ 559079 w 1211545"/>
                    <a:gd name="connsiteY9-1134" fmla="*/ 1048707 h 1100722"/>
                    <a:gd name="connsiteX10-1135" fmla="*/ 77915 w 1211545"/>
                    <a:gd name="connsiteY10-1136" fmla="*/ 420080 h 1100722"/>
                    <a:gd name="connsiteX11-1137" fmla="*/ 8148 w 1211545"/>
                    <a:gd name="connsiteY11-1138" fmla="*/ 267603 h 1100722"/>
                    <a:gd name="connsiteX12-1139" fmla="*/ 17479 w 1211545"/>
                    <a:gd name="connsiteY12-1140" fmla="*/ 138257 h 1100722"/>
                    <a:gd name="connsiteX13-1141" fmla="*/ 151673 w 1211545"/>
                    <a:gd name="connsiteY13-1142" fmla="*/ 43772 h 1100722"/>
                    <a:gd name="connsiteX14-1143" fmla="*/ 350850 w 1211545"/>
                    <a:gd name="connsiteY14-1144" fmla="*/ 7559 h 1100722"/>
                    <a:gd name="connsiteX0-1145" fmla="*/ 350850 w 1211545"/>
                    <a:gd name="connsiteY0-1146" fmla="*/ 7559 h 1098038"/>
                    <a:gd name="connsiteX1-1147" fmla="*/ 694881 w 1211545"/>
                    <a:gd name="connsiteY1-1148" fmla="*/ 7559 h 1098038"/>
                    <a:gd name="connsiteX2-1149" fmla="*/ 948378 w 1211545"/>
                    <a:gd name="connsiteY2-1150" fmla="*/ 52826 h 1098038"/>
                    <a:gd name="connsiteX3-1151" fmla="*/ 1138501 w 1211545"/>
                    <a:gd name="connsiteY3-1152" fmla="*/ 134307 h 1098038"/>
                    <a:gd name="connsiteX4-1153" fmla="*/ 1207042 w 1211545"/>
                    <a:gd name="connsiteY4-1154" fmla="*/ 233946 h 1098038"/>
                    <a:gd name="connsiteX5-1155" fmla="*/ 1189582 w 1211545"/>
                    <a:gd name="connsiteY5-1156" fmla="*/ 354831 h 1098038"/>
                    <a:gd name="connsiteX6-1157" fmla="*/ 1129448 w 1211545"/>
                    <a:gd name="connsiteY6-1158" fmla="*/ 460232 h 1098038"/>
                    <a:gd name="connsiteX7-1159" fmla="*/ 944462 w 1211545"/>
                    <a:gd name="connsiteY7-1160" fmla="*/ 752225 h 1098038"/>
                    <a:gd name="connsiteX8-1161" fmla="*/ 743390 w 1211545"/>
                    <a:gd name="connsiteY8-1162" fmla="*/ 1023484 h 1098038"/>
                    <a:gd name="connsiteX9-1163" fmla="*/ 559079 w 1211545"/>
                    <a:gd name="connsiteY9-1164" fmla="*/ 1048707 h 1098038"/>
                    <a:gd name="connsiteX10-1165" fmla="*/ 77915 w 1211545"/>
                    <a:gd name="connsiteY10-1166" fmla="*/ 420080 h 1098038"/>
                    <a:gd name="connsiteX11-1167" fmla="*/ 8148 w 1211545"/>
                    <a:gd name="connsiteY11-1168" fmla="*/ 267603 h 1098038"/>
                    <a:gd name="connsiteX12-1169" fmla="*/ 17479 w 1211545"/>
                    <a:gd name="connsiteY12-1170" fmla="*/ 138257 h 1098038"/>
                    <a:gd name="connsiteX13-1171" fmla="*/ 151673 w 1211545"/>
                    <a:gd name="connsiteY13-1172" fmla="*/ 43772 h 1098038"/>
                    <a:gd name="connsiteX14-1173" fmla="*/ 350850 w 1211545"/>
                    <a:gd name="connsiteY14-1174" fmla="*/ 7559 h 1098038"/>
                    <a:gd name="connsiteX0-1175" fmla="*/ 350850 w 1211545"/>
                    <a:gd name="connsiteY0-1176" fmla="*/ 7559 h 1098926"/>
                    <a:gd name="connsiteX1-1177" fmla="*/ 694881 w 1211545"/>
                    <a:gd name="connsiteY1-1178" fmla="*/ 7559 h 1098926"/>
                    <a:gd name="connsiteX2-1179" fmla="*/ 948378 w 1211545"/>
                    <a:gd name="connsiteY2-1180" fmla="*/ 52826 h 1098926"/>
                    <a:gd name="connsiteX3-1181" fmla="*/ 1138501 w 1211545"/>
                    <a:gd name="connsiteY3-1182" fmla="*/ 134307 h 1098926"/>
                    <a:gd name="connsiteX4-1183" fmla="*/ 1207042 w 1211545"/>
                    <a:gd name="connsiteY4-1184" fmla="*/ 233946 h 1098926"/>
                    <a:gd name="connsiteX5-1185" fmla="*/ 1189582 w 1211545"/>
                    <a:gd name="connsiteY5-1186" fmla="*/ 354831 h 1098926"/>
                    <a:gd name="connsiteX6-1187" fmla="*/ 1129448 w 1211545"/>
                    <a:gd name="connsiteY6-1188" fmla="*/ 460232 h 1098926"/>
                    <a:gd name="connsiteX7-1189" fmla="*/ 944462 w 1211545"/>
                    <a:gd name="connsiteY7-1190" fmla="*/ 752225 h 1098926"/>
                    <a:gd name="connsiteX8-1191" fmla="*/ 743390 w 1211545"/>
                    <a:gd name="connsiteY8-1192" fmla="*/ 1023484 h 1098926"/>
                    <a:gd name="connsiteX9-1193" fmla="*/ 559079 w 1211545"/>
                    <a:gd name="connsiteY9-1194" fmla="*/ 1048707 h 1098926"/>
                    <a:gd name="connsiteX10-1195" fmla="*/ 77915 w 1211545"/>
                    <a:gd name="connsiteY10-1196" fmla="*/ 420080 h 1098926"/>
                    <a:gd name="connsiteX11-1197" fmla="*/ 8148 w 1211545"/>
                    <a:gd name="connsiteY11-1198" fmla="*/ 267603 h 1098926"/>
                    <a:gd name="connsiteX12-1199" fmla="*/ 17479 w 1211545"/>
                    <a:gd name="connsiteY12-1200" fmla="*/ 138257 h 1098926"/>
                    <a:gd name="connsiteX13-1201" fmla="*/ 151673 w 1211545"/>
                    <a:gd name="connsiteY13-1202" fmla="*/ 43772 h 1098926"/>
                    <a:gd name="connsiteX14-1203" fmla="*/ 350850 w 1211545"/>
                    <a:gd name="connsiteY14-1204" fmla="*/ 7559 h 109892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1211545" h="1098926">
                      <a:moveTo>
                        <a:pt x="350850" y="7559"/>
                      </a:moveTo>
                      <a:cubicBezTo>
                        <a:pt x="435032" y="-954"/>
                        <a:pt x="571244" y="-3972"/>
                        <a:pt x="694881" y="7559"/>
                      </a:cubicBezTo>
                      <a:cubicBezTo>
                        <a:pt x="818518" y="19090"/>
                        <a:pt x="863879" y="37737"/>
                        <a:pt x="948378" y="52826"/>
                      </a:cubicBezTo>
                      <a:cubicBezTo>
                        <a:pt x="1011752" y="79986"/>
                        <a:pt x="1075127" y="96473"/>
                        <a:pt x="1138501" y="134307"/>
                      </a:cubicBezTo>
                      <a:cubicBezTo>
                        <a:pt x="1201875" y="172141"/>
                        <a:pt x="1198529" y="197192"/>
                        <a:pt x="1207042" y="233946"/>
                      </a:cubicBezTo>
                      <a:cubicBezTo>
                        <a:pt x="1215555" y="270700"/>
                        <a:pt x="1213191" y="318094"/>
                        <a:pt x="1189582" y="354831"/>
                      </a:cubicBezTo>
                      <a:cubicBezTo>
                        <a:pt x="1177511" y="386518"/>
                        <a:pt x="1170301" y="394000"/>
                        <a:pt x="1129448" y="460232"/>
                      </a:cubicBezTo>
                      <a:cubicBezTo>
                        <a:pt x="1088595" y="526464"/>
                        <a:pt x="1008805" y="658350"/>
                        <a:pt x="944462" y="752225"/>
                      </a:cubicBezTo>
                      <a:cubicBezTo>
                        <a:pt x="880119" y="846100"/>
                        <a:pt x="793389" y="970512"/>
                        <a:pt x="743390" y="1023484"/>
                      </a:cubicBezTo>
                      <a:cubicBezTo>
                        <a:pt x="693391" y="1076456"/>
                        <a:pt x="669991" y="1149274"/>
                        <a:pt x="559079" y="1048707"/>
                      </a:cubicBezTo>
                      <a:cubicBezTo>
                        <a:pt x="448167" y="948140"/>
                        <a:pt x="169737" y="550264"/>
                        <a:pt x="77915" y="420080"/>
                      </a:cubicBezTo>
                      <a:cubicBezTo>
                        <a:pt x="54659" y="369254"/>
                        <a:pt x="18221" y="314574"/>
                        <a:pt x="8148" y="267603"/>
                      </a:cubicBezTo>
                      <a:cubicBezTo>
                        <a:pt x="-1925" y="220633"/>
                        <a:pt x="-6442" y="175562"/>
                        <a:pt x="17479" y="138257"/>
                      </a:cubicBezTo>
                      <a:cubicBezTo>
                        <a:pt x="53908" y="79484"/>
                        <a:pt x="96111" y="65555"/>
                        <a:pt x="151673" y="43772"/>
                      </a:cubicBezTo>
                      <a:cubicBezTo>
                        <a:pt x="207235" y="21989"/>
                        <a:pt x="266668" y="16072"/>
                        <a:pt x="350850" y="7559"/>
                      </a:cubicBezTo>
                      <a:close/>
                    </a:path>
                  </a:pathLst>
                </a:cu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  <p:sp>
              <p:nvSpPr>
                <p:cNvPr id="68" name="Freeform 18"/>
                <p:cNvSpPr/>
                <p:nvPr>
                  <p:custDataLst>
                    <p:tags r:id="rId60"/>
                  </p:custDataLst>
                </p:nvPr>
              </p:nvSpPr>
              <p:spPr bwMode="gray">
                <a:xfrm>
                  <a:off x="3407869" y="3063139"/>
                  <a:ext cx="1443758" cy="1783880"/>
                </a:xfrm>
                <a:custGeom>
                  <a:avLst/>
                  <a:gdLst>
                    <a:gd name="connsiteX0" fmla="*/ 645694 w 1636294"/>
                    <a:gd name="connsiteY0" fmla="*/ 104274 h 1800727"/>
                    <a:gd name="connsiteX1" fmla="*/ 449179 w 1636294"/>
                    <a:gd name="connsiteY1" fmla="*/ 296779 h 1800727"/>
                    <a:gd name="connsiteX2" fmla="*/ 320842 w 1636294"/>
                    <a:gd name="connsiteY2" fmla="*/ 493295 h 1800727"/>
                    <a:gd name="connsiteX3" fmla="*/ 156410 w 1636294"/>
                    <a:gd name="connsiteY3" fmla="*/ 737937 h 1800727"/>
                    <a:gd name="connsiteX4" fmla="*/ 76200 w 1636294"/>
                    <a:gd name="connsiteY4" fmla="*/ 986590 h 1800727"/>
                    <a:gd name="connsiteX5" fmla="*/ 16042 w 1636294"/>
                    <a:gd name="connsiteY5" fmla="*/ 1231232 h 1800727"/>
                    <a:gd name="connsiteX6" fmla="*/ 0 w 1636294"/>
                    <a:gd name="connsiteY6" fmla="*/ 1407695 h 1800727"/>
                    <a:gd name="connsiteX7" fmla="*/ 52136 w 1636294"/>
                    <a:gd name="connsiteY7" fmla="*/ 1668379 h 1800727"/>
                    <a:gd name="connsiteX8" fmla="*/ 228600 w 1636294"/>
                    <a:gd name="connsiteY8" fmla="*/ 1788695 h 1800727"/>
                    <a:gd name="connsiteX9" fmla="*/ 344905 w 1636294"/>
                    <a:gd name="connsiteY9" fmla="*/ 1800727 h 1800727"/>
                    <a:gd name="connsiteX10" fmla="*/ 453189 w 1636294"/>
                    <a:gd name="connsiteY10" fmla="*/ 1748590 h 1800727"/>
                    <a:gd name="connsiteX11" fmla="*/ 561473 w 1636294"/>
                    <a:gd name="connsiteY11" fmla="*/ 1487906 h 1800727"/>
                    <a:gd name="connsiteX12" fmla="*/ 649705 w 1636294"/>
                    <a:gd name="connsiteY12" fmla="*/ 1167064 h 1800727"/>
                    <a:gd name="connsiteX13" fmla="*/ 770021 w 1636294"/>
                    <a:gd name="connsiteY13" fmla="*/ 938464 h 1800727"/>
                    <a:gd name="connsiteX14" fmla="*/ 958515 w 1636294"/>
                    <a:gd name="connsiteY14" fmla="*/ 717885 h 1800727"/>
                    <a:gd name="connsiteX15" fmla="*/ 1179094 w 1636294"/>
                    <a:gd name="connsiteY15" fmla="*/ 665748 h 1800727"/>
                    <a:gd name="connsiteX16" fmla="*/ 1471863 w 1636294"/>
                    <a:gd name="connsiteY16" fmla="*/ 477253 h 1800727"/>
                    <a:gd name="connsiteX17" fmla="*/ 1636294 w 1636294"/>
                    <a:gd name="connsiteY17" fmla="*/ 160422 h 1800727"/>
                    <a:gd name="connsiteX18" fmla="*/ 1632284 w 1636294"/>
                    <a:gd name="connsiteY18" fmla="*/ 108285 h 1800727"/>
                    <a:gd name="connsiteX19" fmla="*/ 1600200 w 1636294"/>
                    <a:gd name="connsiteY19" fmla="*/ 44116 h 1800727"/>
                    <a:gd name="connsiteX20" fmla="*/ 1451810 w 1636294"/>
                    <a:gd name="connsiteY20" fmla="*/ 0 h 1800727"/>
                    <a:gd name="connsiteX21" fmla="*/ 1175084 w 1636294"/>
                    <a:gd name="connsiteY21" fmla="*/ 4011 h 1800727"/>
                    <a:gd name="connsiteX22" fmla="*/ 858252 w 1636294"/>
                    <a:gd name="connsiteY22" fmla="*/ 32085 h 1800727"/>
                    <a:gd name="connsiteX23" fmla="*/ 645694 w 1636294"/>
                    <a:gd name="connsiteY23" fmla="*/ 104274 h 1800727"/>
                    <a:gd name="connsiteX0-1" fmla="*/ 645694 w 1636294"/>
                    <a:gd name="connsiteY0-2" fmla="*/ 104274 h 1800727"/>
                    <a:gd name="connsiteX1-3" fmla="*/ 449179 w 1636294"/>
                    <a:gd name="connsiteY1-4" fmla="*/ 296779 h 1800727"/>
                    <a:gd name="connsiteX2-5" fmla="*/ 320842 w 1636294"/>
                    <a:gd name="connsiteY2-6" fmla="*/ 493295 h 1800727"/>
                    <a:gd name="connsiteX3-7" fmla="*/ 156410 w 1636294"/>
                    <a:gd name="connsiteY3-8" fmla="*/ 737937 h 1800727"/>
                    <a:gd name="connsiteX4-9" fmla="*/ 76200 w 1636294"/>
                    <a:gd name="connsiteY4-10" fmla="*/ 986590 h 1800727"/>
                    <a:gd name="connsiteX5-11" fmla="*/ 16042 w 1636294"/>
                    <a:gd name="connsiteY5-12" fmla="*/ 1231232 h 1800727"/>
                    <a:gd name="connsiteX6-13" fmla="*/ 0 w 1636294"/>
                    <a:gd name="connsiteY6-14" fmla="*/ 1407695 h 1800727"/>
                    <a:gd name="connsiteX7-15" fmla="*/ 52136 w 1636294"/>
                    <a:gd name="connsiteY7-16" fmla="*/ 1668379 h 1800727"/>
                    <a:gd name="connsiteX8-17" fmla="*/ 228600 w 1636294"/>
                    <a:gd name="connsiteY8-18" fmla="*/ 1788695 h 1800727"/>
                    <a:gd name="connsiteX9-19" fmla="*/ 344905 w 1636294"/>
                    <a:gd name="connsiteY9-20" fmla="*/ 1800727 h 1800727"/>
                    <a:gd name="connsiteX10-21" fmla="*/ 453189 w 1636294"/>
                    <a:gd name="connsiteY10-22" fmla="*/ 1748590 h 1800727"/>
                    <a:gd name="connsiteX11-23" fmla="*/ 561473 w 1636294"/>
                    <a:gd name="connsiteY11-24" fmla="*/ 1487906 h 1800727"/>
                    <a:gd name="connsiteX12-25" fmla="*/ 649705 w 1636294"/>
                    <a:gd name="connsiteY12-26" fmla="*/ 1167064 h 1800727"/>
                    <a:gd name="connsiteX13-27" fmla="*/ 770021 w 1636294"/>
                    <a:gd name="connsiteY13-28" fmla="*/ 938464 h 1800727"/>
                    <a:gd name="connsiteX14-29" fmla="*/ 958515 w 1636294"/>
                    <a:gd name="connsiteY14-30" fmla="*/ 729917 h 1800727"/>
                    <a:gd name="connsiteX15-31" fmla="*/ 1179094 w 1636294"/>
                    <a:gd name="connsiteY15-32" fmla="*/ 665748 h 1800727"/>
                    <a:gd name="connsiteX16-33" fmla="*/ 1471863 w 1636294"/>
                    <a:gd name="connsiteY16-34" fmla="*/ 477253 h 1800727"/>
                    <a:gd name="connsiteX17-35" fmla="*/ 1636294 w 1636294"/>
                    <a:gd name="connsiteY17-36" fmla="*/ 160422 h 1800727"/>
                    <a:gd name="connsiteX18-37" fmla="*/ 1632284 w 1636294"/>
                    <a:gd name="connsiteY18-38" fmla="*/ 108285 h 1800727"/>
                    <a:gd name="connsiteX19-39" fmla="*/ 1600200 w 1636294"/>
                    <a:gd name="connsiteY19-40" fmla="*/ 44116 h 1800727"/>
                    <a:gd name="connsiteX20-41" fmla="*/ 1451810 w 1636294"/>
                    <a:gd name="connsiteY20-42" fmla="*/ 0 h 1800727"/>
                    <a:gd name="connsiteX21-43" fmla="*/ 1175084 w 1636294"/>
                    <a:gd name="connsiteY21-44" fmla="*/ 4011 h 1800727"/>
                    <a:gd name="connsiteX22-45" fmla="*/ 858252 w 1636294"/>
                    <a:gd name="connsiteY22-46" fmla="*/ 32085 h 1800727"/>
                    <a:gd name="connsiteX23-47" fmla="*/ 645694 w 1636294"/>
                    <a:gd name="connsiteY23-48" fmla="*/ 104274 h 1800727"/>
                    <a:gd name="connsiteX0-49" fmla="*/ 645694 w 1636294"/>
                    <a:gd name="connsiteY0-50" fmla="*/ 104274 h 1800727"/>
                    <a:gd name="connsiteX1-51" fmla="*/ 449179 w 1636294"/>
                    <a:gd name="connsiteY1-52" fmla="*/ 296779 h 1800727"/>
                    <a:gd name="connsiteX2-53" fmla="*/ 320842 w 1636294"/>
                    <a:gd name="connsiteY2-54" fmla="*/ 493295 h 1800727"/>
                    <a:gd name="connsiteX3-55" fmla="*/ 156410 w 1636294"/>
                    <a:gd name="connsiteY3-56" fmla="*/ 737937 h 1800727"/>
                    <a:gd name="connsiteX4-57" fmla="*/ 76200 w 1636294"/>
                    <a:gd name="connsiteY4-58" fmla="*/ 986590 h 1800727"/>
                    <a:gd name="connsiteX5-59" fmla="*/ 16042 w 1636294"/>
                    <a:gd name="connsiteY5-60" fmla="*/ 1231232 h 1800727"/>
                    <a:gd name="connsiteX6-61" fmla="*/ 0 w 1636294"/>
                    <a:gd name="connsiteY6-62" fmla="*/ 1407695 h 1800727"/>
                    <a:gd name="connsiteX7-63" fmla="*/ 52136 w 1636294"/>
                    <a:gd name="connsiteY7-64" fmla="*/ 1668379 h 1800727"/>
                    <a:gd name="connsiteX8-65" fmla="*/ 228600 w 1636294"/>
                    <a:gd name="connsiteY8-66" fmla="*/ 1788695 h 1800727"/>
                    <a:gd name="connsiteX9-67" fmla="*/ 344905 w 1636294"/>
                    <a:gd name="connsiteY9-68" fmla="*/ 1800727 h 1800727"/>
                    <a:gd name="connsiteX10-69" fmla="*/ 453189 w 1636294"/>
                    <a:gd name="connsiteY10-70" fmla="*/ 1748590 h 1800727"/>
                    <a:gd name="connsiteX11-71" fmla="*/ 561473 w 1636294"/>
                    <a:gd name="connsiteY11-72" fmla="*/ 1487906 h 1800727"/>
                    <a:gd name="connsiteX12-73" fmla="*/ 649705 w 1636294"/>
                    <a:gd name="connsiteY12-74" fmla="*/ 1167064 h 1800727"/>
                    <a:gd name="connsiteX13-75" fmla="*/ 770021 w 1636294"/>
                    <a:gd name="connsiteY13-76" fmla="*/ 938464 h 1800727"/>
                    <a:gd name="connsiteX14-77" fmla="*/ 966536 w 1636294"/>
                    <a:gd name="connsiteY14-78" fmla="*/ 745959 h 1800727"/>
                    <a:gd name="connsiteX15-79" fmla="*/ 1179094 w 1636294"/>
                    <a:gd name="connsiteY15-80" fmla="*/ 665748 h 1800727"/>
                    <a:gd name="connsiteX16-81" fmla="*/ 1471863 w 1636294"/>
                    <a:gd name="connsiteY16-82" fmla="*/ 477253 h 1800727"/>
                    <a:gd name="connsiteX17-83" fmla="*/ 1636294 w 1636294"/>
                    <a:gd name="connsiteY17-84" fmla="*/ 160422 h 1800727"/>
                    <a:gd name="connsiteX18-85" fmla="*/ 1632284 w 1636294"/>
                    <a:gd name="connsiteY18-86" fmla="*/ 108285 h 1800727"/>
                    <a:gd name="connsiteX19-87" fmla="*/ 1600200 w 1636294"/>
                    <a:gd name="connsiteY19-88" fmla="*/ 44116 h 1800727"/>
                    <a:gd name="connsiteX20-89" fmla="*/ 1451810 w 1636294"/>
                    <a:gd name="connsiteY20-90" fmla="*/ 0 h 1800727"/>
                    <a:gd name="connsiteX21-91" fmla="*/ 1175084 w 1636294"/>
                    <a:gd name="connsiteY21-92" fmla="*/ 4011 h 1800727"/>
                    <a:gd name="connsiteX22-93" fmla="*/ 858252 w 1636294"/>
                    <a:gd name="connsiteY22-94" fmla="*/ 32085 h 1800727"/>
                    <a:gd name="connsiteX23-95" fmla="*/ 645694 w 1636294"/>
                    <a:gd name="connsiteY23-96" fmla="*/ 104274 h 1800727"/>
                    <a:gd name="connsiteX0-97" fmla="*/ 645694 w 1632284"/>
                    <a:gd name="connsiteY0-98" fmla="*/ 104274 h 1800727"/>
                    <a:gd name="connsiteX1-99" fmla="*/ 449179 w 1632284"/>
                    <a:gd name="connsiteY1-100" fmla="*/ 296779 h 1800727"/>
                    <a:gd name="connsiteX2-101" fmla="*/ 320842 w 1632284"/>
                    <a:gd name="connsiteY2-102" fmla="*/ 493295 h 1800727"/>
                    <a:gd name="connsiteX3-103" fmla="*/ 156410 w 1632284"/>
                    <a:gd name="connsiteY3-104" fmla="*/ 737937 h 1800727"/>
                    <a:gd name="connsiteX4-105" fmla="*/ 76200 w 1632284"/>
                    <a:gd name="connsiteY4-106" fmla="*/ 986590 h 1800727"/>
                    <a:gd name="connsiteX5-107" fmla="*/ 16042 w 1632284"/>
                    <a:gd name="connsiteY5-108" fmla="*/ 1231232 h 1800727"/>
                    <a:gd name="connsiteX6-109" fmla="*/ 0 w 1632284"/>
                    <a:gd name="connsiteY6-110" fmla="*/ 1407695 h 1800727"/>
                    <a:gd name="connsiteX7-111" fmla="*/ 52136 w 1632284"/>
                    <a:gd name="connsiteY7-112" fmla="*/ 1668379 h 1800727"/>
                    <a:gd name="connsiteX8-113" fmla="*/ 228600 w 1632284"/>
                    <a:gd name="connsiteY8-114" fmla="*/ 1788695 h 1800727"/>
                    <a:gd name="connsiteX9-115" fmla="*/ 344905 w 1632284"/>
                    <a:gd name="connsiteY9-116" fmla="*/ 1800727 h 1800727"/>
                    <a:gd name="connsiteX10-117" fmla="*/ 453189 w 1632284"/>
                    <a:gd name="connsiteY10-118" fmla="*/ 1748590 h 1800727"/>
                    <a:gd name="connsiteX11-119" fmla="*/ 561473 w 1632284"/>
                    <a:gd name="connsiteY11-120" fmla="*/ 1487906 h 1800727"/>
                    <a:gd name="connsiteX12-121" fmla="*/ 649705 w 1632284"/>
                    <a:gd name="connsiteY12-122" fmla="*/ 1167064 h 1800727"/>
                    <a:gd name="connsiteX13-123" fmla="*/ 770021 w 1632284"/>
                    <a:gd name="connsiteY13-124" fmla="*/ 938464 h 1800727"/>
                    <a:gd name="connsiteX14-125" fmla="*/ 966536 w 1632284"/>
                    <a:gd name="connsiteY14-126" fmla="*/ 745959 h 1800727"/>
                    <a:gd name="connsiteX15-127" fmla="*/ 1179094 w 1632284"/>
                    <a:gd name="connsiteY15-128" fmla="*/ 665748 h 1800727"/>
                    <a:gd name="connsiteX16-129" fmla="*/ 1471863 w 1632284"/>
                    <a:gd name="connsiteY16-130" fmla="*/ 477253 h 1800727"/>
                    <a:gd name="connsiteX17-131" fmla="*/ 1628273 w 1632284"/>
                    <a:gd name="connsiteY17-132" fmla="*/ 212559 h 1800727"/>
                    <a:gd name="connsiteX18-133" fmla="*/ 1632284 w 1632284"/>
                    <a:gd name="connsiteY18-134" fmla="*/ 108285 h 1800727"/>
                    <a:gd name="connsiteX19-135" fmla="*/ 1600200 w 1632284"/>
                    <a:gd name="connsiteY19-136" fmla="*/ 44116 h 1800727"/>
                    <a:gd name="connsiteX20-137" fmla="*/ 1451810 w 1632284"/>
                    <a:gd name="connsiteY20-138" fmla="*/ 0 h 1800727"/>
                    <a:gd name="connsiteX21-139" fmla="*/ 1175084 w 1632284"/>
                    <a:gd name="connsiteY21-140" fmla="*/ 4011 h 1800727"/>
                    <a:gd name="connsiteX22-141" fmla="*/ 858252 w 1632284"/>
                    <a:gd name="connsiteY22-142" fmla="*/ 32085 h 1800727"/>
                    <a:gd name="connsiteX23-143" fmla="*/ 645694 w 1632284"/>
                    <a:gd name="connsiteY23-144" fmla="*/ 104274 h 1800727"/>
                    <a:gd name="connsiteX0-145" fmla="*/ 645694 w 1632284"/>
                    <a:gd name="connsiteY0-146" fmla="*/ 104274 h 1800727"/>
                    <a:gd name="connsiteX1-147" fmla="*/ 449179 w 1632284"/>
                    <a:gd name="connsiteY1-148" fmla="*/ 296779 h 1800727"/>
                    <a:gd name="connsiteX2-149" fmla="*/ 320842 w 1632284"/>
                    <a:gd name="connsiteY2-150" fmla="*/ 493295 h 1800727"/>
                    <a:gd name="connsiteX3-151" fmla="*/ 156410 w 1632284"/>
                    <a:gd name="connsiteY3-152" fmla="*/ 737937 h 1800727"/>
                    <a:gd name="connsiteX4-153" fmla="*/ 76200 w 1632284"/>
                    <a:gd name="connsiteY4-154" fmla="*/ 986590 h 1800727"/>
                    <a:gd name="connsiteX5-155" fmla="*/ 16042 w 1632284"/>
                    <a:gd name="connsiteY5-156" fmla="*/ 1231232 h 1800727"/>
                    <a:gd name="connsiteX6-157" fmla="*/ 0 w 1632284"/>
                    <a:gd name="connsiteY6-158" fmla="*/ 1407695 h 1800727"/>
                    <a:gd name="connsiteX7-159" fmla="*/ 52136 w 1632284"/>
                    <a:gd name="connsiteY7-160" fmla="*/ 1668379 h 1800727"/>
                    <a:gd name="connsiteX8-161" fmla="*/ 228600 w 1632284"/>
                    <a:gd name="connsiteY8-162" fmla="*/ 1788695 h 1800727"/>
                    <a:gd name="connsiteX9-163" fmla="*/ 344905 w 1632284"/>
                    <a:gd name="connsiteY9-164" fmla="*/ 1800727 h 1800727"/>
                    <a:gd name="connsiteX10-165" fmla="*/ 453189 w 1632284"/>
                    <a:gd name="connsiteY10-166" fmla="*/ 1748590 h 1800727"/>
                    <a:gd name="connsiteX11-167" fmla="*/ 561473 w 1632284"/>
                    <a:gd name="connsiteY11-168" fmla="*/ 1487906 h 1800727"/>
                    <a:gd name="connsiteX12-169" fmla="*/ 649705 w 1632284"/>
                    <a:gd name="connsiteY12-170" fmla="*/ 1167064 h 1800727"/>
                    <a:gd name="connsiteX13-171" fmla="*/ 770021 w 1632284"/>
                    <a:gd name="connsiteY13-172" fmla="*/ 938464 h 1800727"/>
                    <a:gd name="connsiteX14-173" fmla="*/ 966536 w 1632284"/>
                    <a:gd name="connsiteY14-174" fmla="*/ 745959 h 1800727"/>
                    <a:gd name="connsiteX15-175" fmla="*/ 1179094 w 1632284"/>
                    <a:gd name="connsiteY15-176" fmla="*/ 665748 h 1800727"/>
                    <a:gd name="connsiteX16-177" fmla="*/ 1471863 w 1632284"/>
                    <a:gd name="connsiteY16-178" fmla="*/ 477253 h 1800727"/>
                    <a:gd name="connsiteX17-179" fmla="*/ 1628273 w 1632284"/>
                    <a:gd name="connsiteY17-180" fmla="*/ 212559 h 1800727"/>
                    <a:gd name="connsiteX18-181" fmla="*/ 1632284 w 1632284"/>
                    <a:gd name="connsiteY18-182" fmla="*/ 108285 h 1800727"/>
                    <a:gd name="connsiteX19-183" fmla="*/ 1600200 w 1632284"/>
                    <a:gd name="connsiteY19-184" fmla="*/ 44116 h 1800727"/>
                    <a:gd name="connsiteX20-185" fmla="*/ 1451810 w 1632284"/>
                    <a:gd name="connsiteY20-186" fmla="*/ 0 h 1800727"/>
                    <a:gd name="connsiteX21-187" fmla="*/ 1175084 w 1632284"/>
                    <a:gd name="connsiteY21-188" fmla="*/ 4011 h 1800727"/>
                    <a:gd name="connsiteX22-189" fmla="*/ 858252 w 1632284"/>
                    <a:gd name="connsiteY22-190" fmla="*/ 32085 h 1800727"/>
                    <a:gd name="connsiteX23-191" fmla="*/ 645694 w 1632284"/>
                    <a:gd name="connsiteY23-192" fmla="*/ 104274 h 1800727"/>
                    <a:gd name="connsiteX0-193" fmla="*/ 645694 w 1632284"/>
                    <a:gd name="connsiteY0-194" fmla="*/ 104274 h 1800727"/>
                    <a:gd name="connsiteX1-195" fmla="*/ 449179 w 1632284"/>
                    <a:gd name="connsiteY1-196" fmla="*/ 296779 h 1800727"/>
                    <a:gd name="connsiteX2-197" fmla="*/ 320842 w 1632284"/>
                    <a:gd name="connsiteY2-198" fmla="*/ 493295 h 1800727"/>
                    <a:gd name="connsiteX3-199" fmla="*/ 156410 w 1632284"/>
                    <a:gd name="connsiteY3-200" fmla="*/ 737937 h 1800727"/>
                    <a:gd name="connsiteX4-201" fmla="*/ 76200 w 1632284"/>
                    <a:gd name="connsiteY4-202" fmla="*/ 986590 h 1800727"/>
                    <a:gd name="connsiteX5-203" fmla="*/ 16042 w 1632284"/>
                    <a:gd name="connsiteY5-204" fmla="*/ 1231232 h 1800727"/>
                    <a:gd name="connsiteX6-205" fmla="*/ 0 w 1632284"/>
                    <a:gd name="connsiteY6-206" fmla="*/ 1407695 h 1800727"/>
                    <a:gd name="connsiteX7-207" fmla="*/ 52136 w 1632284"/>
                    <a:gd name="connsiteY7-208" fmla="*/ 1668379 h 1800727"/>
                    <a:gd name="connsiteX8-209" fmla="*/ 228600 w 1632284"/>
                    <a:gd name="connsiteY8-210" fmla="*/ 1788695 h 1800727"/>
                    <a:gd name="connsiteX9-211" fmla="*/ 344905 w 1632284"/>
                    <a:gd name="connsiteY9-212" fmla="*/ 1800727 h 1800727"/>
                    <a:gd name="connsiteX10-213" fmla="*/ 453189 w 1632284"/>
                    <a:gd name="connsiteY10-214" fmla="*/ 1748590 h 1800727"/>
                    <a:gd name="connsiteX11-215" fmla="*/ 561473 w 1632284"/>
                    <a:gd name="connsiteY11-216" fmla="*/ 1487906 h 1800727"/>
                    <a:gd name="connsiteX12-217" fmla="*/ 649705 w 1632284"/>
                    <a:gd name="connsiteY12-218" fmla="*/ 1167064 h 1800727"/>
                    <a:gd name="connsiteX13-219" fmla="*/ 770021 w 1632284"/>
                    <a:gd name="connsiteY13-220" fmla="*/ 938464 h 1800727"/>
                    <a:gd name="connsiteX14-221" fmla="*/ 966536 w 1632284"/>
                    <a:gd name="connsiteY14-222" fmla="*/ 745959 h 1800727"/>
                    <a:gd name="connsiteX15-223" fmla="*/ 1211178 w 1632284"/>
                    <a:gd name="connsiteY15-224" fmla="*/ 633664 h 1800727"/>
                    <a:gd name="connsiteX16-225" fmla="*/ 1471863 w 1632284"/>
                    <a:gd name="connsiteY16-226" fmla="*/ 477253 h 1800727"/>
                    <a:gd name="connsiteX17-227" fmla="*/ 1628273 w 1632284"/>
                    <a:gd name="connsiteY17-228" fmla="*/ 212559 h 1800727"/>
                    <a:gd name="connsiteX18-229" fmla="*/ 1632284 w 1632284"/>
                    <a:gd name="connsiteY18-230" fmla="*/ 108285 h 1800727"/>
                    <a:gd name="connsiteX19-231" fmla="*/ 1600200 w 1632284"/>
                    <a:gd name="connsiteY19-232" fmla="*/ 44116 h 1800727"/>
                    <a:gd name="connsiteX20-233" fmla="*/ 1451810 w 1632284"/>
                    <a:gd name="connsiteY20-234" fmla="*/ 0 h 1800727"/>
                    <a:gd name="connsiteX21-235" fmla="*/ 1175084 w 1632284"/>
                    <a:gd name="connsiteY21-236" fmla="*/ 4011 h 1800727"/>
                    <a:gd name="connsiteX22-237" fmla="*/ 858252 w 1632284"/>
                    <a:gd name="connsiteY22-238" fmla="*/ 32085 h 1800727"/>
                    <a:gd name="connsiteX23-239" fmla="*/ 645694 w 1632284"/>
                    <a:gd name="connsiteY23-240" fmla="*/ 104274 h 1800727"/>
                    <a:gd name="connsiteX0-241" fmla="*/ 645694 w 1632284"/>
                    <a:gd name="connsiteY0-242" fmla="*/ 104274 h 1800727"/>
                    <a:gd name="connsiteX1-243" fmla="*/ 449179 w 1632284"/>
                    <a:gd name="connsiteY1-244" fmla="*/ 296779 h 1800727"/>
                    <a:gd name="connsiteX2-245" fmla="*/ 320842 w 1632284"/>
                    <a:gd name="connsiteY2-246" fmla="*/ 493295 h 1800727"/>
                    <a:gd name="connsiteX3-247" fmla="*/ 156410 w 1632284"/>
                    <a:gd name="connsiteY3-248" fmla="*/ 737937 h 1800727"/>
                    <a:gd name="connsiteX4-249" fmla="*/ 76200 w 1632284"/>
                    <a:gd name="connsiteY4-250" fmla="*/ 986590 h 1800727"/>
                    <a:gd name="connsiteX5-251" fmla="*/ 16042 w 1632284"/>
                    <a:gd name="connsiteY5-252" fmla="*/ 1231232 h 1800727"/>
                    <a:gd name="connsiteX6-253" fmla="*/ 0 w 1632284"/>
                    <a:gd name="connsiteY6-254" fmla="*/ 1407695 h 1800727"/>
                    <a:gd name="connsiteX7-255" fmla="*/ 52136 w 1632284"/>
                    <a:gd name="connsiteY7-256" fmla="*/ 1668379 h 1800727"/>
                    <a:gd name="connsiteX8-257" fmla="*/ 228600 w 1632284"/>
                    <a:gd name="connsiteY8-258" fmla="*/ 1788695 h 1800727"/>
                    <a:gd name="connsiteX9-259" fmla="*/ 344905 w 1632284"/>
                    <a:gd name="connsiteY9-260" fmla="*/ 1800727 h 1800727"/>
                    <a:gd name="connsiteX10-261" fmla="*/ 453189 w 1632284"/>
                    <a:gd name="connsiteY10-262" fmla="*/ 1748590 h 1800727"/>
                    <a:gd name="connsiteX11-263" fmla="*/ 561473 w 1632284"/>
                    <a:gd name="connsiteY11-264" fmla="*/ 1487906 h 1800727"/>
                    <a:gd name="connsiteX12-265" fmla="*/ 649705 w 1632284"/>
                    <a:gd name="connsiteY12-266" fmla="*/ 1167064 h 1800727"/>
                    <a:gd name="connsiteX13-267" fmla="*/ 770021 w 1632284"/>
                    <a:gd name="connsiteY13-268" fmla="*/ 938464 h 1800727"/>
                    <a:gd name="connsiteX14-269" fmla="*/ 966536 w 1632284"/>
                    <a:gd name="connsiteY14-270" fmla="*/ 745959 h 1800727"/>
                    <a:gd name="connsiteX15-271" fmla="*/ 1211178 w 1632284"/>
                    <a:gd name="connsiteY15-272" fmla="*/ 633664 h 1800727"/>
                    <a:gd name="connsiteX16-273" fmla="*/ 1471863 w 1632284"/>
                    <a:gd name="connsiteY16-274" fmla="*/ 477253 h 1800727"/>
                    <a:gd name="connsiteX17-275" fmla="*/ 1628273 w 1632284"/>
                    <a:gd name="connsiteY17-276" fmla="*/ 212559 h 1800727"/>
                    <a:gd name="connsiteX18-277" fmla="*/ 1632284 w 1632284"/>
                    <a:gd name="connsiteY18-278" fmla="*/ 108285 h 1800727"/>
                    <a:gd name="connsiteX19-279" fmla="*/ 1600200 w 1632284"/>
                    <a:gd name="connsiteY19-280" fmla="*/ 44116 h 1800727"/>
                    <a:gd name="connsiteX20-281" fmla="*/ 1451810 w 1632284"/>
                    <a:gd name="connsiteY20-282" fmla="*/ 0 h 1800727"/>
                    <a:gd name="connsiteX21-283" fmla="*/ 1175084 w 1632284"/>
                    <a:gd name="connsiteY21-284" fmla="*/ 4011 h 1800727"/>
                    <a:gd name="connsiteX22-285" fmla="*/ 858252 w 1632284"/>
                    <a:gd name="connsiteY22-286" fmla="*/ 32085 h 1800727"/>
                    <a:gd name="connsiteX23-287" fmla="*/ 645694 w 1632284"/>
                    <a:gd name="connsiteY23-288" fmla="*/ 104274 h 1800727"/>
                    <a:gd name="connsiteX0-289" fmla="*/ 645694 w 1632284"/>
                    <a:gd name="connsiteY0-290" fmla="*/ 104274 h 1800727"/>
                    <a:gd name="connsiteX1-291" fmla="*/ 449179 w 1632284"/>
                    <a:gd name="connsiteY1-292" fmla="*/ 296779 h 1800727"/>
                    <a:gd name="connsiteX2-293" fmla="*/ 320842 w 1632284"/>
                    <a:gd name="connsiteY2-294" fmla="*/ 493295 h 1800727"/>
                    <a:gd name="connsiteX3-295" fmla="*/ 156410 w 1632284"/>
                    <a:gd name="connsiteY3-296" fmla="*/ 737937 h 1800727"/>
                    <a:gd name="connsiteX4-297" fmla="*/ 76200 w 1632284"/>
                    <a:gd name="connsiteY4-298" fmla="*/ 986590 h 1800727"/>
                    <a:gd name="connsiteX5-299" fmla="*/ 16042 w 1632284"/>
                    <a:gd name="connsiteY5-300" fmla="*/ 1231232 h 1800727"/>
                    <a:gd name="connsiteX6-301" fmla="*/ 0 w 1632284"/>
                    <a:gd name="connsiteY6-302" fmla="*/ 1407695 h 1800727"/>
                    <a:gd name="connsiteX7-303" fmla="*/ 52136 w 1632284"/>
                    <a:gd name="connsiteY7-304" fmla="*/ 1668379 h 1800727"/>
                    <a:gd name="connsiteX8-305" fmla="*/ 228600 w 1632284"/>
                    <a:gd name="connsiteY8-306" fmla="*/ 1788695 h 1800727"/>
                    <a:gd name="connsiteX9-307" fmla="*/ 344905 w 1632284"/>
                    <a:gd name="connsiteY9-308" fmla="*/ 1800727 h 1800727"/>
                    <a:gd name="connsiteX10-309" fmla="*/ 453189 w 1632284"/>
                    <a:gd name="connsiteY10-310" fmla="*/ 1748590 h 1800727"/>
                    <a:gd name="connsiteX11-311" fmla="*/ 561473 w 1632284"/>
                    <a:gd name="connsiteY11-312" fmla="*/ 1487906 h 1800727"/>
                    <a:gd name="connsiteX12-313" fmla="*/ 649705 w 1632284"/>
                    <a:gd name="connsiteY12-314" fmla="*/ 1167064 h 1800727"/>
                    <a:gd name="connsiteX13-315" fmla="*/ 770021 w 1632284"/>
                    <a:gd name="connsiteY13-316" fmla="*/ 938464 h 1800727"/>
                    <a:gd name="connsiteX14-317" fmla="*/ 966536 w 1632284"/>
                    <a:gd name="connsiteY14-318" fmla="*/ 745959 h 1800727"/>
                    <a:gd name="connsiteX15-319" fmla="*/ 1211178 w 1632284"/>
                    <a:gd name="connsiteY15-320" fmla="*/ 633664 h 1800727"/>
                    <a:gd name="connsiteX16-321" fmla="*/ 1471863 w 1632284"/>
                    <a:gd name="connsiteY16-322" fmla="*/ 477253 h 1800727"/>
                    <a:gd name="connsiteX17-323" fmla="*/ 1628273 w 1632284"/>
                    <a:gd name="connsiteY17-324" fmla="*/ 212559 h 1800727"/>
                    <a:gd name="connsiteX18-325" fmla="*/ 1632284 w 1632284"/>
                    <a:gd name="connsiteY18-326" fmla="*/ 108285 h 1800727"/>
                    <a:gd name="connsiteX19-327" fmla="*/ 1600200 w 1632284"/>
                    <a:gd name="connsiteY19-328" fmla="*/ 44116 h 1800727"/>
                    <a:gd name="connsiteX20-329" fmla="*/ 1451810 w 1632284"/>
                    <a:gd name="connsiteY20-330" fmla="*/ 0 h 1800727"/>
                    <a:gd name="connsiteX21-331" fmla="*/ 1175084 w 1632284"/>
                    <a:gd name="connsiteY21-332" fmla="*/ 4011 h 1800727"/>
                    <a:gd name="connsiteX22-333" fmla="*/ 858252 w 1632284"/>
                    <a:gd name="connsiteY22-334" fmla="*/ 32085 h 1800727"/>
                    <a:gd name="connsiteX23-335" fmla="*/ 645694 w 1632284"/>
                    <a:gd name="connsiteY23-336" fmla="*/ 104274 h 1800727"/>
                    <a:gd name="connsiteX0-337" fmla="*/ 645694 w 1632284"/>
                    <a:gd name="connsiteY0-338" fmla="*/ 104274 h 1800727"/>
                    <a:gd name="connsiteX1-339" fmla="*/ 449179 w 1632284"/>
                    <a:gd name="connsiteY1-340" fmla="*/ 296779 h 1800727"/>
                    <a:gd name="connsiteX2-341" fmla="*/ 320842 w 1632284"/>
                    <a:gd name="connsiteY2-342" fmla="*/ 493295 h 1800727"/>
                    <a:gd name="connsiteX3-343" fmla="*/ 156410 w 1632284"/>
                    <a:gd name="connsiteY3-344" fmla="*/ 737937 h 1800727"/>
                    <a:gd name="connsiteX4-345" fmla="*/ 76200 w 1632284"/>
                    <a:gd name="connsiteY4-346" fmla="*/ 986590 h 1800727"/>
                    <a:gd name="connsiteX5-347" fmla="*/ 16042 w 1632284"/>
                    <a:gd name="connsiteY5-348" fmla="*/ 1231232 h 1800727"/>
                    <a:gd name="connsiteX6-349" fmla="*/ 0 w 1632284"/>
                    <a:gd name="connsiteY6-350" fmla="*/ 1407695 h 1800727"/>
                    <a:gd name="connsiteX7-351" fmla="*/ 52136 w 1632284"/>
                    <a:gd name="connsiteY7-352" fmla="*/ 1668379 h 1800727"/>
                    <a:gd name="connsiteX8-353" fmla="*/ 228600 w 1632284"/>
                    <a:gd name="connsiteY8-354" fmla="*/ 1788695 h 1800727"/>
                    <a:gd name="connsiteX9-355" fmla="*/ 344905 w 1632284"/>
                    <a:gd name="connsiteY9-356" fmla="*/ 1800727 h 1800727"/>
                    <a:gd name="connsiteX10-357" fmla="*/ 453189 w 1632284"/>
                    <a:gd name="connsiteY10-358" fmla="*/ 1748590 h 1800727"/>
                    <a:gd name="connsiteX11-359" fmla="*/ 561473 w 1632284"/>
                    <a:gd name="connsiteY11-360" fmla="*/ 1487906 h 1800727"/>
                    <a:gd name="connsiteX12-361" fmla="*/ 649705 w 1632284"/>
                    <a:gd name="connsiteY12-362" fmla="*/ 1167064 h 1800727"/>
                    <a:gd name="connsiteX13-363" fmla="*/ 770021 w 1632284"/>
                    <a:gd name="connsiteY13-364" fmla="*/ 938464 h 1800727"/>
                    <a:gd name="connsiteX14-365" fmla="*/ 966536 w 1632284"/>
                    <a:gd name="connsiteY14-366" fmla="*/ 745959 h 1800727"/>
                    <a:gd name="connsiteX15-367" fmla="*/ 1211178 w 1632284"/>
                    <a:gd name="connsiteY15-368" fmla="*/ 633664 h 1800727"/>
                    <a:gd name="connsiteX16-369" fmla="*/ 1471863 w 1632284"/>
                    <a:gd name="connsiteY16-370" fmla="*/ 477253 h 1800727"/>
                    <a:gd name="connsiteX17-371" fmla="*/ 1628273 w 1632284"/>
                    <a:gd name="connsiteY17-372" fmla="*/ 212559 h 1800727"/>
                    <a:gd name="connsiteX18-373" fmla="*/ 1632284 w 1632284"/>
                    <a:gd name="connsiteY18-374" fmla="*/ 108285 h 1800727"/>
                    <a:gd name="connsiteX19-375" fmla="*/ 1600200 w 1632284"/>
                    <a:gd name="connsiteY19-376" fmla="*/ 44116 h 1800727"/>
                    <a:gd name="connsiteX20-377" fmla="*/ 1451810 w 1632284"/>
                    <a:gd name="connsiteY20-378" fmla="*/ 0 h 1800727"/>
                    <a:gd name="connsiteX21-379" fmla="*/ 1175084 w 1632284"/>
                    <a:gd name="connsiteY21-380" fmla="*/ 4011 h 1800727"/>
                    <a:gd name="connsiteX22-381" fmla="*/ 858252 w 1632284"/>
                    <a:gd name="connsiteY22-382" fmla="*/ 32085 h 1800727"/>
                    <a:gd name="connsiteX23-383" fmla="*/ 645694 w 1632284"/>
                    <a:gd name="connsiteY23-384" fmla="*/ 104274 h 1800727"/>
                    <a:gd name="connsiteX0-385" fmla="*/ 645694 w 1632284"/>
                    <a:gd name="connsiteY0-386" fmla="*/ 104274 h 1800727"/>
                    <a:gd name="connsiteX1-387" fmla="*/ 449179 w 1632284"/>
                    <a:gd name="connsiteY1-388" fmla="*/ 296779 h 1800727"/>
                    <a:gd name="connsiteX2-389" fmla="*/ 320842 w 1632284"/>
                    <a:gd name="connsiteY2-390" fmla="*/ 493295 h 1800727"/>
                    <a:gd name="connsiteX3-391" fmla="*/ 156410 w 1632284"/>
                    <a:gd name="connsiteY3-392" fmla="*/ 737937 h 1800727"/>
                    <a:gd name="connsiteX4-393" fmla="*/ 76200 w 1632284"/>
                    <a:gd name="connsiteY4-394" fmla="*/ 986590 h 1800727"/>
                    <a:gd name="connsiteX5-395" fmla="*/ 16042 w 1632284"/>
                    <a:gd name="connsiteY5-396" fmla="*/ 1231232 h 1800727"/>
                    <a:gd name="connsiteX6-397" fmla="*/ 0 w 1632284"/>
                    <a:gd name="connsiteY6-398" fmla="*/ 1407695 h 1800727"/>
                    <a:gd name="connsiteX7-399" fmla="*/ 52136 w 1632284"/>
                    <a:gd name="connsiteY7-400" fmla="*/ 1668379 h 1800727"/>
                    <a:gd name="connsiteX8-401" fmla="*/ 228600 w 1632284"/>
                    <a:gd name="connsiteY8-402" fmla="*/ 1788695 h 1800727"/>
                    <a:gd name="connsiteX9-403" fmla="*/ 344905 w 1632284"/>
                    <a:gd name="connsiteY9-404" fmla="*/ 1800727 h 1800727"/>
                    <a:gd name="connsiteX10-405" fmla="*/ 453189 w 1632284"/>
                    <a:gd name="connsiteY10-406" fmla="*/ 1748590 h 1800727"/>
                    <a:gd name="connsiteX11-407" fmla="*/ 561473 w 1632284"/>
                    <a:gd name="connsiteY11-408" fmla="*/ 1487906 h 1800727"/>
                    <a:gd name="connsiteX12-409" fmla="*/ 649705 w 1632284"/>
                    <a:gd name="connsiteY12-410" fmla="*/ 1167064 h 1800727"/>
                    <a:gd name="connsiteX13-411" fmla="*/ 770021 w 1632284"/>
                    <a:gd name="connsiteY13-412" fmla="*/ 938464 h 1800727"/>
                    <a:gd name="connsiteX14-413" fmla="*/ 966536 w 1632284"/>
                    <a:gd name="connsiteY14-414" fmla="*/ 745959 h 1800727"/>
                    <a:gd name="connsiteX15-415" fmla="*/ 1211178 w 1632284"/>
                    <a:gd name="connsiteY15-416" fmla="*/ 633664 h 1800727"/>
                    <a:gd name="connsiteX16-417" fmla="*/ 1471863 w 1632284"/>
                    <a:gd name="connsiteY16-418" fmla="*/ 477253 h 1800727"/>
                    <a:gd name="connsiteX17-419" fmla="*/ 1628273 w 1632284"/>
                    <a:gd name="connsiteY17-420" fmla="*/ 212559 h 1800727"/>
                    <a:gd name="connsiteX18-421" fmla="*/ 1632284 w 1632284"/>
                    <a:gd name="connsiteY18-422" fmla="*/ 108285 h 1800727"/>
                    <a:gd name="connsiteX19-423" fmla="*/ 1600200 w 1632284"/>
                    <a:gd name="connsiteY19-424" fmla="*/ 44116 h 1800727"/>
                    <a:gd name="connsiteX20-425" fmla="*/ 1451810 w 1632284"/>
                    <a:gd name="connsiteY20-426" fmla="*/ 0 h 1800727"/>
                    <a:gd name="connsiteX21-427" fmla="*/ 1175084 w 1632284"/>
                    <a:gd name="connsiteY21-428" fmla="*/ 4011 h 1800727"/>
                    <a:gd name="connsiteX22-429" fmla="*/ 858252 w 1632284"/>
                    <a:gd name="connsiteY22-430" fmla="*/ 32085 h 1800727"/>
                    <a:gd name="connsiteX23-431" fmla="*/ 645694 w 1632284"/>
                    <a:gd name="connsiteY23-432" fmla="*/ 104274 h 1800727"/>
                    <a:gd name="connsiteX0-433" fmla="*/ 645694 w 1632284"/>
                    <a:gd name="connsiteY0-434" fmla="*/ 104274 h 1800727"/>
                    <a:gd name="connsiteX1-435" fmla="*/ 449179 w 1632284"/>
                    <a:gd name="connsiteY1-436" fmla="*/ 296779 h 1800727"/>
                    <a:gd name="connsiteX2-437" fmla="*/ 320842 w 1632284"/>
                    <a:gd name="connsiteY2-438" fmla="*/ 493295 h 1800727"/>
                    <a:gd name="connsiteX3-439" fmla="*/ 156410 w 1632284"/>
                    <a:gd name="connsiteY3-440" fmla="*/ 737937 h 1800727"/>
                    <a:gd name="connsiteX4-441" fmla="*/ 76200 w 1632284"/>
                    <a:gd name="connsiteY4-442" fmla="*/ 986590 h 1800727"/>
                    <a:gd name="connsiteX5-443" fmla="*/ 16042 w 1632284"/>
                    <a:gd name="connsiteY5-444" fmla="*/ 1231232 h 1800727"/>
                    <a:gd name="connsiteX6-445" fmla="*/ 0 w 1632284"/>
                    <a:gd name="connsiteY6-446" fmla="*/ 1407695 h 1800727"/>
                    <a:gd name="connsiteX7-447" fmla="*/ 52136 w 1632284"/>
                    <a:gd name="connsiteY7-448" fmla="*/ 1668379 h 1800727"/>
                    <a:gd name="connsiteX8-449" fmla="*/ 228600 w 1632284"/>
                    <a:gd name="connsiteY8-450" fmla="*/ 1788695 h 1800727"/>
                    <a:gd name="connsiteX9-451" fmla="*/ 344905 w 1632284"/>
                    <a:gd name="connsiteY9-452" fmla="*/ 1800727 h 1800727"/>
                    <a:gd name="connsiteX10-453" fmla="*/ 453189 w 1632284"/>
                    <a:gd name="connsiteY10-454" fmla="*/ 1748590 h 1800727"/>
                    <a:gd name="connsiteX11-455" fmla="*/ 561473 w 1632284"/>
                    <a:gd name="connsiteY11-456" fmla="*/ 1487906 h 1800727"/>
                    <a:gd name="connsiteX12-457" fmla="*/ 649705 w 1632284"/>
                    <a:gd name="connsiteY12-458" fmla="*/ 1167064 h 1800727"/>
                    <a:gd name="connsiteX13-459" fmla="*/ 770021 w 1632284"/>
                    <a:gd name="connsiteY13-460" fmla="*/ 938464 h 1800727"/>
                    <a:gd name="connsiteX14-461" fmla="*/ 966536 w 1632284"/>
                    <a:gd name="connsiteY14-462" fmla="*/ 745959 h 1800727"/>
                    <a:gd name="connsiteX15-463" fmla="*/ 1211178 w 1632284"/>
                    <a:gd name="connsiteY15-464" fmla="*/ 633664 h 1800727"/>
                    <a:gd name="connsiteX16-465" fmla="*/ 1471863 w 1632284"/>
                    <a:gd name="connsiteY16-466" fmla="*/ 477253 h 1800727"/>
                    <a:gd name="connsiteX17-467" fmla="*/ 1628273 w 1632284"/>
                    <a:gd name="connsiteY17-468" fmla="*/ 212559 h 1800727"/>
                    <a:gd name="connsiteX18-469" fmla="*/ 1632284 w 1632284"/>
                    <a:gd name="connsiteY18-470" fmla="*/ 108285 h 1800727"/>
                    <a:gd name="connsiteX19-471" fmla="*/ 1588169 w 1632284"/>
                    <a:gd name="connsiteY19-472" fmla="*/ 36095 h 1800727"/>
                    <a:gd name="connsiteX20-473" fmla="*/ 1451810 w 1632284"/>
                    <a:gd name="connsiteY20-474" fmla="*/ 0 h 1800727"/>
                    <a:gd name="connsiteX21-475" fmla="*/ 1175084 w 1632284"/>
                    <a:gd name="connsiteY21-476" fmla="*/ 4011 h 1800727"/>
                    <a:gd name="connsiteX22-477" fmla="*/ 858252 w 1632284"/>
                    <a:gd name="connsiteY22-478" fmla="*/ 32085 h 1800727"/>
                    <a:gd name="connsiteX23-479" fmla="*/ 645694 w 1632284"/>
                    <a:gd name="connsiteY23-480" fmla="*/ 104274 h 1800727"/>
                    <a:gd name="connsiteX0-481" fmla="*/ 645694 w 1632284"/>
                    <a:gd name="connsiteY0-482" fmla="*/ 104274 h 1800727"/>
                    <a:gd name="connsiteX1-483" fmla="*/ 449179 w 1632284"/>
                    <a:gd name="connsiteY1-484" fmla="*/ 296779 h 1800727"/>
                    <a:gd name="connsiteX2-485" fmla="*/ 320842 w 1632284"/>
                    <a:gd name="connsiteY2-486" fmla="*/ 493295 h 1800727"/>
                    <a:gd name="connsiteX3-487" fmla="*/ 156410 w 1632284"/>
                    <a:gd name="connsiteY3-488" fmla="*/ 737937 h 1800727"/>
                    <a:gd name="connsiteX4-489" fmla="*/ 76200 w 1632284"/>
                    <a:gd name="connsiteY4-490" fmla="*/ 986590 h 1800727"/>
                    <a:gd name="connsiteX5-491" fmla="*/ 16042 w 1632284"/>
                    <a:gd name="connsiteY5-492" fmla="*/ 1231232 h 1800727"/>
                    <a:gd name="connsiteX6-493" fmla="*/ 0 w 1632284"/>
                    <a:gd name="connsiteY6-494" fmla="*/ 1407695 h 1800727"/>
                    <a:gd name="connsiteX7-495" fmla="*/ 52136 w 1632284"/>
                    <a:gd name="connsiteY7-496" fmla="*/ 1668379 h 1800727"/>
                    <a:gd name="connsiteX8-497" fmla="*/ 228600 w 1632284"/>
                    <a:gd name="connsiteY8-498" fmla="*/ 1788695 h 1800727"/>
                    <a:gd name="connsiteX9-499" fmla="*/ 344905 w 1632284"/>
                    <a:gd name="connsiteY9-500" fmla="*/ 1800727 h 1800727"/>
                    <a:gd name="connsiteX10-501" fmla="*/ 453189 w 1632284"/>
                    <a:gd name="connsiteY10-502" fmla="*/ 1748590 h 1800727"/>
                    <a:gd name="connsiteX11-503" fmla="*/ 561473 w 1632284"/>
                    <a:gd name="connsiteY11-504" fmla="*/ 1487906 h 1800727"/>
                    <a:gd name="connsiteX12-505" fmla="*/ 649705 w 1632284"/>
                    <a:gd name="connsiteY12-506" fmla="*/ 1167064 h 1800727"/>
                    <a:gd name="connsiteX13-507" fmla="*/ 770021 w 1632284"/>
                    <a:gd name="connsiteY13-508" fmla="*/ 938464 h 1800727"/>
                    <a:gd name="connsiteX14-509" fmla="*/ 966536 w 1632284"/>
                    <a:gd name="connsiteY14-510" fmla="*/ 745959 h 1800727"/>
                    <a:gd name="connsiteX15-511" fmla="*/ 1211178 w 1632284"/>
                    <a:gd name="connsiteY15-512" fmla="*/ 633664 h 1800727"/>
                    <a:gd name="connsiteX16-513" fmla="*/ 1471863 w 1632284"/>
                    <a:gd name="connsiteY16-514" fmla="*/ 477253 h 1800727"/>
                    <a:gd name="connsiteX17-515" fmla="*/ 1628273 w 1632284"/>
                    <a:gd name="connsiteY17-516" fmla="*/ 212559 h 1800727"/>
                    <a:gd name="connsiteX18-517" fmla="*/ 1632284 w 1632284"/>
                    <a:gd name="connsiteY18-518" fmla="*/ 108285 h 1800727"/>
                    <a:gd name="connsiteX19-519" fmla="*/ 1588169 w 1632284"/>
                    <a:gd name="connsiteY19-520" fmla="*/ 36095 h 1800727"/>
                    <a:gd name="connsiteX20-521" fmla="*/ 1451810 w 1632284"/>
                    <a:gd name="connsiteY20-522" fmla="*/ 0 h 1800727"/>
                    <a:gd name="connsiteX21-523" fmla="*/ 1175084 w 1632284"/>
                    <a:gd name="connsiteY21-524" fmla="*/ 4011 h 1800727"/>
                    <a:gd name="connsiteX22-525" fmla="*/ 858252 w 1632284"/>
                    <a:gd name="connsiteY22-526" fmla="*/ 32085 h 1800727"/>
                    <a:gd name="connsiteX23-527" fmla="*/ 645694 w 1632284"/>
                    <a:gd name="connsiteY23-528" fmla="*/ 104274 h 1800727"/>
                    <a:gd name="connsiteX0-529" fmla="*/ 645694 w 1643185"/>
                    <a:gd name="connsiteY0-530" fmla="*/ 104274 h 1800727"/>
                    <a:gd name="connsiteX1-531" fmla="*/ 449179 w 1643185"/>
                    <a:gd name="connsiteY1-532" fmla="*/ 296779 h 1800727"/>
                    <a:gd name="connsiteX2-533" fmla="*/ 320842 w 1643185"/>
                    <a:gd name="connsiteY2-534" fmla="*/ 493295 h 1800727"/>
                    <a:gd name="connsiteX3-535" fmla="*/ 156410 w 1643185"/>
                    <a:gd name="connsiteY3-536" fmla="*/ 737937 h 1800727"/>
                    <a:gd name="connsiteX4-537" fmla="*/ 76200 w 1643185"/>
                    <a:gd name="connsiteY4-538" fmla="*/ 986590 h 1800727"/>
                    <a:gd name="connsiteX5-539" fmla="*/ 16042 w 1643185"/>
                    <a:gd name="connsiteY5-540" fmla="*/ 1231232 h 1800727"/>
                    <a:gd name="connsiteX6-541" fmla="*/ 0 w 1643185"/>
                    <a:gd name="connsiteY6-542" fmla="*/ 1407695 h 1800727"/>
                    <a:gd name="connsiteX7-543" fmla="*/ 52136 w 1643185"/>
                    <a:gd name="connsiteY7-544" fmla="*/ 1668379 h 1800727"/>
                    <a:gd name="connsiteX8-545" fmla="*/ 228600 w 1643185"/>
                    <a:gd name="connsiteY8-546" fmla="*/ 1788695 h 1800727"/>
                    <a:gd name="connsiteX9-547" fmla="*/ 344905 w 1643185"/>
                    <a:gd name="connsiteY9-548" fmla="*/ 1800727 h 1800727"/>
                    <a:gd name="connsiteX10-549" fmla="*/ 453189 w 1643185"/>
                    <a:gd name="connsiteY10-550" fmla="*/ 1748590 h 1800727"/>
                    <a:gd name="connsiteX11-551" fmla="*/ 561473 w 1643185"/>
                    <a:gd name="connsiteY11-552" fmla="*/ 1487906 h 1800727"/>
                    <a:gd name="connsiteX12-553" fmla="*/ 649705 w 1643185"/>
                    <a:gd name="connsiteY12-554" fmla="*/ 1167064 h 1800727"/>
                    <a:gd name="connsiteX13-555" fmla="*/ 770021 w 1643185"/>
                    <a:gd name="connsiteY13-556" fmla="*/ 938464 h 1800727"/>
                    <a:gd name="connsiteX14-557" fmla="*/ 966536 w 1643185"/>
                    <a:gd name="connsiteY14-558" fmla="*/ 745959 h 1800727"/>
                    <a:gd name="connsiteX15-559" fmla="*/ 1211178 w 1643185"/>
                    <a:gd name="connsiteY15-560" fmla="*/ 633664 h 1800727"/>
                    <a:gd name="connsiteX16-561" fmla="*/ 1471863 w 1643185"/>
                    <a:gd name="connsiteY16-562" fmla="*/ 477253 h 1800727"/>
                    <a:gd name="connsiteX17-563" fmla="*/ 1628273 w 1643185"/>
                    <a:gd name="connsiteY17-564" fmla="*/ 212559 h 1800727"/>
                    <a:gd name="connsiteX18-565" fmla="*/ 1632284 w 1643185"/>
                    <a:gd name="connsiteY18-566" fmla="*/ 108285 h 1800727"/>
                    <a:gd name="connsiteX19-567" fmla="*/ 1588169 w 1643185"/>
                    <a:gd name="connsiteY19-568" fmla="*/ 36095 h 1800727"/>
                    <a:gd name="connsiteX20-569" fmla="*/ 1451810 w 1643185"/>
                    <a:gd name="connsiteY20-570" fmla="*/ 0 h 1800727"/>
                    <a:gd name="connsiteX21-571" fmla="*/ 1175084 w 1643185"/>
                    <a:gd name="connsiteY21-572" fmla="*/ 4011 h 1800727"/>
                    <a:gd name="connsiteX22-573" fmla="*/ 858252 w 1643185"/>
                    <a:gd name="connsiteY22-574" fmla="*/ 32085 h 1800727"/>
                    <a:gd name="connsiteX23-575" fmla="*/ 645694 w 1643185"/>
                    <a:gd name="connsiteY23-576" fmla="*/ 104274 h 1800727"/>
                    <a:gd name="connsiteX0-577" fmla="*/ 645694 w 1643185"/>
                    <a:gd name="connsiteY0-578" fmla="*/ 104274 h 1800727"/>
                    <a:gd name="connsiteX1-579" fmla="*/ 449179 w 1643185"/>
                    <a:gd name="connsiteY1-580" fmla="*/ 296779 h 1800727"/>
                    <a:gd name="connsiteX2-581" fmla="*/ 320842 w 1643185"/>
                    <a:gd name="connsiteY2-582" fmla="*/ 493295 h 1800727"/>
                    <a:gd name="connsiteX3-583" fmla="*/ 156410 w 1643185"/>
                    <a:gd name="connsiteY3-584" fmla="*/ 737937 h 1800727"/>
                    <a:gd name="connsiteX4-585" fmla="*/ 76200 w 1643185"/>
                    <a:gd name="connsiteY4-586" fmla="*/ 986590 h 1800727"/>
                    <a:gd name="connsiteX5-587" fmla="*/ 16042 w 1643185"/>
                    <a:gd name="connsiteY5-588" fmla="*/ 1231232 h 1800727"/>
                    <a:gd name="connsiteX6-589" fmla="*/ 0 w 1643185"/>
                    <a:gd name="connsiteY6-590" fmla="*/ 1407695 h 1800727"/>
                    <a:gd name="connsiteX7-591" fmla="*/ 52136 w 1643185"/>
                    <a:gd name="connsiteY7-592" fmla="*/ 1668379 h 1800727"/>
                    <a:gd name="connsiteX8-593" fmla="*/ 228600 w 1643185"/>
                    <a:gd name="connsiteY8-594" fmla="*/ 1788695 h 1800727"/>
                    <a:gd name="connsiteX9-595" fmla="*/ 344905 w 1643185"/>
                    <a:gd name="connsiteY9-596" fmla="*/ 1800727 h 1800727"/>
                    <a:gd name="connsiteX10-597" fmla="*/ 453189 w 1643185"/>
                    <a:gd name="connsiteY10-598" fmla="*/ 1748590 h 1800727"/>
                    <a:gd name="connsiteX11-599" fmla="*/ 561473 w 1643185"/>
                    <a:gd name="connsiteY11-600" fmla="*/ 1487906 h 1800727"/>
                    <a:gd name="connsiteX12-601" fmla="*/ 649705 w 1643185"/>
                    <a:gd name="connsiteY12-602" fmla="*/ 1167064 h 1800727"/>
                    <a:gd name="connsiteX13-603" fmla="*/ 770021 w 1643185"/>
                    <a:gd name="connsiteY13-604" fmla="*/ 938464 h 1800727"/>
                    <a:gd name="connsiteX14-605" fmla="*/ 966536 w 1643185"/>
                    <a:gd name="connsiteY14-606" fmla="*/ 745959 h 1800727"/>
                    <a:gd name="connsiteX15-607" fmla="*/ 1211178 w 1643185"/>
                    <a:gd name="connsiteY15-608" fmla="*/ 633664 h 1800727"/>
                    <a:gd name="connsiteX16-609" fmla="*/ 1471863 w 1643185"/>
                    <a:gd name="connsiteY16-610" fmla="*/ 477253 h 1800727"/>
                    <a:gd name="connsiteX17-611" fmla="*/ 1628273 w 1643185"/>
                    <a:gd name="connsiteY17-612" fmla="*/ 212559 h 1800727"/>
                    <a:gd name="connsiteX18-613" fmla="*/ 1632284 w 1643185"/>
                    <a:gd name="connsiteY18-614" fmla="*/ 108285 h 1800727"/>
                    <a:gd name="connsiteX19-615" fmla="*/ 1588169 w 1643185"/>
                    <a:gd name="connsiteY19-616" fmla="*/ 36095 h 1800727"/>
                    <a:gd name="connsiteX20-617" fmla="*/ 1451810 w 1643185"/>
                    <a:gd name="connsiteY20-618" fmla="*/ 0 h 1800727"/>
                    <a:gd name="connsiteX21-619" fmla="*/ 1175084 w 1643185"/>
                    <a:gd name="connsiteY21-620" fmla="*/ 4011 h 1800727"/>
                    <a:gd name="connsiteX22-621" fmla="*/ 858252 w 1643185"/>
                    <a:gd name="connsiteY22-622" fmla="*/ 32085 h 1800727"/>
                    <a:gd name="connsiteX23-623" fmla="*/ 645694 w 1643185"/>
                    <a:gd name="connsiteY23-624" fmla="*/ 104274 h 1800727"/>
                    <a:gd name="connsiteX0-625" fmla="*/ 645694 w 1643185"/>
                    <a:gd name="connsiteY0-626" fmla="*/ 104274 h 1800727"/>
                    <a:gd name="connsiteX1-627" fmla="*/ 449179 w 1643185"/>
                    <a:gd name="connsiteY1-628" fmla="*/ 296779 h 1800727"/>
                    <a:gd name="connsiteX2-629" fmla="*/ 320842 w 1643185"/>
                    <a:gd name="connsiteY2-630" fmla="*/ 493295 h 1800727"/>
                    <a:gd name="connsiteX3-631" fmla="*/ 156410 w 1643185"/>
                    <a:gd name="connsiteY3-632" fmla="*/ 737937 h 1800727"/>
                    <a:gd name="connsiteX4-633" fmla="*/ 76200 w 1643185"/>
                    <a:gd name="connsiteY4-634" fmla="*/ 986590 h 1800727"/>
                    <a:gd name="connsiteX5-635" fmla="*/ 16042 w 1643185"/>
                    <a:gd name="connsiteY5-636" fmla="*/ 1231232 h 1800727"/>
                    <a:gd name="connsiteX6-637" fmla="*/ 0 w 1643185"/>
                    <a:gd name="connsiteY6-638" fmla="*/ 1407695 h 1800727"/>
                    <a:gd name="connsiteX7-639" fmla="*/ 52136 w 1643185"/>
                    <a:gd name="connsiteY7-640" fmla="*/ 1668379 h 1800727"/>
                    <a:gd name="connsiteX8-641" fmla="*/ 228600 w 1643185"/>
                    <a:gd name="connsiteY8-642" fmla="*/ 1788695 h 1800727"/>
                    <a:gd name="connsiteX9-643" fmla="*/ 344905 w 1643185"/>
                    <a:gd name="connsiteY9-644" fmla="*/ 1800727 h 1800727"/>
                    <a:gd name="connsiteX10-645" fmla="*/ 453189 w 1643185"/>
                    <a:gd name="connsiteY10-646" fmla="*/ 1748590 h 1800727"/>
                    <a:gd name="connsiteX11-647" fmla="*/ 561473 w 1643185"/>
                    <a:gd name="connsiteY11-648" fmla="*/ 1487906 h 1800727"/>
                    <a:gd name="connsiteX12-649" fmla="*/ 649705 w 1643185"/>
                    <a:gd name="connsiteY12-650" fmla="*/ 1167064 h 1800727"/>
                    <a:gd name="connsiteX13-651" fmla="*/ 770021 w 1643185"/>
                    <a:gd name="connsiteY13-652" fmla="*/ 938464 h 1800727"/>
                    <a:gd name="connsiteX14-653" fmla="*/ 966536 w 1643185"/>
                    <a:gd name="connsiteY14-654" fmla="*/ 745959 h 1800727"/>
                    <a:gd name="connsiteX15-655" fmla="*/ 1211178 w 1643185"/>
                    <a:gd name="connsiteY15-656" fmla="*/ 633664 h 1800727"/>
                    <a:gd name="connsiteX16-657" fmla="*/ 1471863 w 1643185"/>
                    <a:gd name="connsiteY16-658" fmla="*/ 477253 h 1800727"/>
                    <a:gd name="connsiteX17-659" fmla="*/ 1628273 w 1643185"/>
                    <a:gd name="connsiteY17-660" fmla="*/ 212559 h 1800727"/>
                    <a:gd name="connsiteX18-661" fmla="*/ 1632284 w 1643185"/>
                    <a:gd name="connsiteY18-662" fmla="*/ 108285 h 1800727"/>
                    <a:gd name="connsiteX19-663" fmla="*/ 1588169 w 1643185"/>
                    <a:gd name="connsiteY19-664" fmla="*/ 36095 h 1800727"/>
                    <a:gd name="connsiteX20-665" fmla="*/ 1451810 w 1643185"/>
                    <a:gd name="connsiteY20-666" fmla="*/ 0 h 1800727"/>
                    <a:gd name="connsiteX21-667" fmla="*/ 1175084 w 1643185"/>
                    <a:gd name="connsiteY21-668" fmla="*/ 4011 h 1800727"/>
                    <a:gd name="connsiteX22-669" fmla="*/ 858252 w 1643185"/>
                    <a:gd name="connsiteY22-670" fmla="*/ 32085 h 1800727"/>
                    <a:gd name="connsiteX23-671" fmla="*/ 645694 w 1643185"/>
                    <a:gd name="connsiteY23-672" fmla="*/ 104274 h 1800727"/>
                    <a:gd name="connsiteX0-673" fmla="*/ 645694 w 1643185"/>
                    <a:gd name="connsiteY0-674" fmla="*/ 104274 h 1800727"/>
                    <a:gd name="connsiteX1-675" fmla="*/ 449179 w 1643185"/>
                    <a:gd name="connsiteY1-676" fmla="*/ 296779 h 1800727"/>
                    <a:gd name="connsiteX2-677" fmla="*/ 320842 w 1643185"/>
                    <a:gd name="connsiteY2-678" fmla="*/ 493295 h 1800727"/>
                    <a:gd name="connsiteX3-679" fmla="*/ 156410 w 1643185"/>
                    <a:gd name="connsiteY3-680" fmla="*/ 737937 h 1800727"/>
                    <a:gd name="connsiteX4-681" fmla="*/ 76200 w 1643185"/>
                    <a:gd name="connsiteY4-682" fmla="*/ 986590 h 1800727"/>
                    <a:gd name="connsiteX5-683" fmla="*/ 16042 w 1643185"/>
                    <a:gd name="connsiteY5-684" fmla="*/ 1231232 h 1800727"/>
                    <a:gd name="connsiteX6-685" fmla="*/ 0 w 1643185"/>
                    <a:gd name="connsiteY6-686" fmla="*/ 1407695 h 1800727"/>
                    <a:gd name="connsiteX7-687" fmla="*/ 52136 w 1643185"/>
                    <a:gd name="connsiteY7-688" fmla="*/ 1668379 h 1800727"/>
                    <a:gd name="connsiteX8-689" fmla="*/ 228600 w 1643185"/>
                    <a:gd name="connsiteY8-690" fmla="*/ 1788695 h 1800727"/>
                    <a:gd name="connsiteX9-691" fmla="*/ 344905 w 1643185"/>
                    <a:gd name="connsiteY9-692" fmla="*/ 1800727 h 1800727"/>
                    <a:gd name="connsiteX10-693" fmla="*/ 453189 w 1643185"/>
                    <a:gd name="connsiteY10-694" fmla="*/ 1748590 h 1800727"/>
                    <a:gd name="connsiteX11-695" fmla="*/ 561473 w 1643185"/>
                    <a:gd name="connsiteY11-696" fmla="*/ 1487906 h 1800727"/>
                    <a:gd name="connsiteX12-697" fmla="*/ 649705 w 1643185"/>
                    <a:gd name="connsiteY12-698" fmla="*/ 1167064 h 1800727"/>
                    <a:gd name="connsiteX13-699" fmla="*/ 770021 w 1643185"/>
                    <a:gd name="connsiteY13-700" fmla="*/ 938464 h 1800727"/>
                    <a:gd name="connsiteX14-701" fmla="*/ 966536 w 1643185"/>
                    <a:gd name="connsiteY14-702" fmla="*/ 745959 h 1800727"/>
                    <a:gd name="connsiteX15-703" fmla="*/ 1211178 w 1643185"/>
                    <a:gd name="connsiteY15-704" fmla="*/ 633664 h 1800727"/>
                    <a:gd name="connsiteX16-705" fmla="*/ 1471863 w 1643185"/>
                    <a:gd name="connsiteY16-706" fmla="*/ 477253 h 1800727"/>
                    <a:gd name="connsiteX17-707" fmla="*/ 1628273 w 1643185"/>
                    <a:gd name="connsiteY17-708" fmla="*/ 212559 h 1800727"/>
                    <a:gd name="connsiteX18-709" fmla="*/ 1632284 w 1643185"/>
                    <a:gd name="connsiteY18-710" fmla="*/ 108285 h 1800727"/>
                    <a:gd name="connsiteX19-711" fmla="*/ 1588169 w 1643185"/>
                    <a:gd name="connsiteY19-712" fmla="*/ 36095 h 1800727"/>
                    <a:gd name="connsiteX20-713" fmla="*/ 1451810 w 1643185"/>
                    <a:gd name="connsiteY20-714" fmla="*/ 0 h 1800727"/>
                    <a:gd name="connsiteX21-715" fmla="*/ 1175084 w 1643185"/>
                    <a:gd name="connsiteY21-716" fmla="*/ 4011 h 1800727"/>
                    <a:gd name="connsiteX22-717" fmla="*/ 858252 w 1643185"/>
                    <a:gd name="connsiteY22-718" fmla="*/ 32085 h 1800727"/>
                    <a:gd name="connsiteX23-719" fmla="*/ 645694 w 1643185"/>
                    <a:gd name="connsiteY23-720" fmla="*/ 104274 h 1800727"/>
                    <a:gd name="connsiteX0-721" fmla="*/ 645694 w 1643185"/>
                    <a:gd name="connsiteY0-722" fmla="*/ 104274 h 1800727"/>
                    <a:gd name="connsiteX1-723" fmla="*/ 449179 w 1643185"/>
                    <a:gd name="connsiteY1-724" fmla="*/ 296779 h 1800727"/>
                    <a:gd name="connsiteX2-725" fmla="*/ 320842 w 1643185"/>
                    <a:gd name="connsiteY2-726" fmla="*/ 493295 h 1800727"/>
                    <a:gd name="connsiteX3-727" fmla="*/ 156410 w 1643185"/>
                    <a:gd name="connsiteY3-728" fmla="*/ 737937 h 1800727"/>
                    <a:gd name="connsiteX4-729" fmla="*/ 76200 w 1643185"/>
                    <a:gd name="connsiteY4-730" fmla="*/ 986590 h 1800727"/>
                    <a:gd name="connsiteX5-731" fmla="*/ 16042 w 1643185"/>
                    <a:gd name="connsiteY5-732" fmla="*/ 1231232 h 1800727"/>
                    <a:gd name="connsiteX6-733" fmla="*/ 0 w 1643185"/>
                    <a:gd name="connsiteY6-734" fmla="*/ 1407695 h 1800727"/>
                    <a:gd name="connsiteX7-735" fmla="*/ 52136 w 1643185"/>
                    <a:gd name="connsiteY7-736" fmla="*/ 1668379 h 1800727"/>
                    <a:gd name="connsiteX8-737" fmla="*/ 228600 w 1643185"/>
                    <a:gd name="connsiteY8-738" fmla="*/ 1788695 h 1800727"/>
                    <a:gd name="connsiteX9-739" fmla="*/ 344905 w 1643185"/>
                    <a:gd name="connsiteY9-740" fmla="*/ 1800727 h 1800727"/>
                    <a:gd name="connsiteX10-741" fmla="*/ 453189 w 1643185"/>
                    <a:gd name="connsiteY10-742" fmla="*/ 1748590 h 1800727"/>
                    <a:gd name="connsiteX11-743" fmla="*/ 561473 w 1643185"/>
                    <a:gd name="connsiteY11-744" fmla="*/ 1487906 h 1800727"/>
                    <a:gd name="connsiteX12-745" fmla="*/ 649705 w 1643185"/>
                    <a:gd name="connsiteY12-746" fmla="*/ 1167064 h 1800727"/>
                    <a:gd name="connsiteX13-747" fmla="*/ 770021 w 1643185"/>
                    <a:gd name="connsiteY13-748" fmla="*/ 938464 h 1800727"/>
                    <a:gd name="connsiteX14-749" fmla="*/ 966536 w 1643185"/>
                    <a:gd name="connsiteY14-750" fmla="*/ 745959 h 1800727"/>
                    <a:gd name="connsiteX15-751" fmla="*/ 1211178 w 1643185"/>
                    <a:gd name="connsiteY15-752" fmla="*/ 633664 h 1800727"/>
                    <a:gd name="connsiteX16-753" fmla="*/ 1471863 w 1643185"/>
                    <a:gd name="connsiteY16-754" fmla="*/ 477253 h 1800727"/>
                    <a:gd name="connsiteX17-755" fmla="*/ 1628273 w 1643185"/>
                    <a:gd name="connsiteY17-756" fmla="*/ 212559 h 1800727"/>
                    <a:gd name="connsiteX18-757" fmla="*/ 1632284 w 1643185"/>
                    <a:gd name="connsiteY18-758" fmla="*/ 108285 h 1800727"/>
                    <a:gd name="connsiteX19-759" fmla="*/ 1588169 w 1643185"/>
                    <a:gd name="connsiteY19-760" fmla="*/ 36095 h 1800727"/>
                    <a:gd name="connsiteX20-761" fmla="*/ 1451810 w 1643185"/>
                    <a:gd name="connsiteY20-762" fmla="*/ 0 h 1800727"/>
                    <a:gd name="connsiteX21-763" fmla="*/ 1175084 w 1643185"/>
                    <a:gd name="connsiteY21-764" fmla="*/ 4011 h 1800727"/>
                    <a:gd name="connsiteX22-765" fmla="*/ 858252 w 1643185"/>
                    <a:gd name="connsiteY22-766" fmla="*/ 32085 h 1800727"/>
                    <a:gd name="connsiteX23-767" fmla="*/ 645694 w 1643185"/>
                    <a:gd name="connsiteY23-768" fmla="*/ 104274 h 1800727"/>
                    <a:gd name="connsiteX0-769" fmla="*/ 645694 w 1638299"/>
                    <a:gd name="connsiteY0-770" fmla="*/ 104274 h 1800727"/>
                    <a:gd name="connsiteX1-771" fmla="*/ 449179 w 1638299"/>
                    <a:gd name="connsiteY1-772" fmla="*/ 296779 h 1800727"/>
                    <a:gd name="connsiteX2-773" fmla="*/ 320842 w 1638299"/>
                    <a:gd name="connsiteY2-774" fmla="*/ 493295 h 1800727"/>
                    <a:gd name="connsiteX3-775" fmla="*/ 156410 w 1638299"/>
                    <a:gd name="connsiteY3-776" fmla="*/ 737937 h 1800727"/>
                    <a:gd name="connsiteX4-777" fmla="*/ 76200 w 1638299"/>
                    <a:gd name="connsiteY4-778" fmla="*/ 986590 h 1800727"/>
                    <a:gd name="connsiteX5-779" fmla="*/ 16042 w 1638299"/>
                    <a:gd name="connsiteY5-780" fmla="*/ 1231232 h 1800727"/>
                    <a:gd name="connsiteX6-781" fmla="*/ 0 w 1638299"/>
                    <a:gd name="connsiteY6-782" fmla="*/ 1407695 h 1800727"/>
                    <a:gd name="connsiteX7-783" fmla="*/ 52136 w 1638299"/>
                    <a:gd name="connsiteY7-784" fmla="*/ 1668379 h 1800727"/>
                    <a:gd name="connsiteX8-785" fmla="*/ 228600 w 1638299"/>
                    <a:gd name="connsiteY8-786" fmla="*/ 1788695 h 1800727"/>
                    <a:gd name="connsiteX9-787" fmla="*/ 344905 w 1638299"/>
                    <a:gd name="connsiteY9-788" fmla="*/ 1800727 h 1800727"/>
                    <a:gd name="connsiteX10-789" fmla="*/ 453189 w 1638299"/>
                    <a:gd name="connsiteY10-790" fmla="*/ 1748590 h 1800727"/>
                    <a:gd name="connsiteX11-791" fmla="*/ 561473 w 1638299"/>
                    <a:gd name="connsiteY11-792" fmla="*/ 1487906 h 1800727"/>
                    <a:gd name="connsiteX12-793" fmla="*/ 649705 w 1638299"/>
                    <a:gd name="connsiteY12-794" fmla="*/ 1167064 h 1800727"/>
                    <a:gd name="connsiteX13-795" fmla="*/ 770021 w 1638299"/>
                    <a:gd name="connsiteY13-796" fmla="*/ 938464 h 1800727"/>
                    <a:gd name="connsiteX14-797" fmla="*/ 966536 w 1638299"/>
                    <a:gd name="connsiteY14-798" fmla="*/ 745959 h 1800727"/>
                    <a:gd name="connsiteX15-799" fmla="*/ 1211178 w 1638299"/>
                    <a:gd name="connsiteY15-800" fmla="*/ 633664 h 1800727"/>
                    <a:gd name="connsiteX16-801" fmla="*/ 1471863 w 1638299"/>
                    <a:gd name="connsiteY16-802" fmla="*/ 477253 h 1800727"/>
                    <a:gd name="connsiteX17-803" fmla="*/ 1628273 w 1638299"/>
                    <a:gd name="connsiteY17-804" fmla="*/ 212559 h 1800727"/>
                    <a:gd name="connsiteX18-805" fmla="*/ 1632284 w 1638299"/>
                    <a:gd name="connsiteY18-806" fmla="*/ 108285 h 1800727"/>
                    <a:gd name="connsiteX19-807" fmla="*/ 1588169 w 1638299"/>
                    <a:gd name="connsiteY19-808" fmla="*/ 36095 h 1800727"/>
                    <a:gd name="connsiteX20-809" fmla="*/ 1451810 w 1638299"/>
                    <a:gd name="connsiteY20-810" fmla="*/ 0 h 1800727"/>
                    <a:gd name="connsiteX21-811" fmla="*/ 1175084 w 1638299"/>
                    <a:gd name="connsiteY21-812" fmla="*/ 4011 h 1800727"/>
                    <a:gd name="connsiteX22-813" fmla="*/ 858252 w 1638299"/>
                    <a:gd name="connsiteY22-814" fmla="*/ 32085 h 1800727"/>
                    <a:gd name="connsiteX23-815" fmla="*/ 645694 w 1638299"/>
                    <a:gd name="connsiteY23-816" fmla="*/ 104274 h 1800727"/>
                    <a:gd name="connsiteX0-817" fmla="*/ 645694 w 1638299"/>
                    <a:gd name="connsiteY0-818" fmla="*/ 104274 h 1800727"/>
                    <a:gd name="connsiteX1-819" fmla="*/ 449179 w 1638299"/>
                    <a:gd name="connsiteY1-820" fmla="*/ 296779 h 1800727"/>
                    <a:gd name="connsiteX2-821" fmla="*/ 320842 w 1638299"/>
                    <a:gd name="connsiteY2-822" fmla="*/ 493295 h 1800727"/>
                    <a:gd name="connsiteX3-823" fmla="*/ 156410 w 1638299"/>
                    <a:gd name="connsiteY3-824" fmla="*/ 737937 h 1800727"/>
                    <a:gd name="connsiteX4-825" fmla="*/ 76200 w 1638299"/>
                    <a:gd name="connsiteY4-826" fmla="*/ 986590 h 1800727"/>
                    <a:gd name="connsiteX5-827" fmla="*/ 16042 w 1638299"/>
                    <a:gd name="connsiteY5-828" fmla="*/ 1231232 h 1800727"/>
                    <a:gd name="connsiteX6-829" fmla="*/ 0 w 1638299"/>
                    <a:gd name="connsiteY6-830" fmla="*/ 1407695 h 1800727"/>
                    <a:gd name="connsiteX7-831" fmla="*/ 52136 w 1638299"/>
                    <a:gd name="connsiteY7-832" fmla="*/ 1668379 h 1800727"/>
                    <a:gd name="connsiteX8-833" fmla="*/ 228600 w 1638299"/>
                    <a:gd name="connsiteY8-834" fmla="*/ 1788695 h 1800727"/>
                    <a:gd name="connsiteX9-835" fmla="*/ 344905 w 1638299"/>
                    <a:gd name="connsiteY9-836" fmla="*/ 1800727 h 1800727"/>
                    <a:gd name="connsiteX10-837" fmla="*/ 453189 w 1638299"/>
                    <a:gd name="connsiteY10-838" fmla="*/ 1748590 h 1800727"/>
                    <a:gd name="connsiteX11-839" fmla="*/ 561473 w 1638299"/>
                    <a:gd name="connsiteY11-840" fmla="*/ 1487906 h 1800727"/>
                    <a:gd name="connsiteX12-841" fmla="*/ 649705 w 1638299"/>
                    <a:gd name="connsiteY12-842" fmla="*/ 1167064 h 1800727"/>
                    <a:gd name="connsiteX13-843" fmla="*/ 770021 w 1638299"/>
                    <a:gd name="connsiteY13-844" fmla="*/ 938464 h 1800727"/>
                    <a:gd name="connsiteX14-845" fmla="*/ 966536 w 1638299"/>
                    <a:gd name="connsiteY14-846" fmla="*/ 745959 h 1800727"/>
                    <a:gd name="connsiteX15-847" fmla="*/ 1211178 w 1638299"/>
                    <a:gd name="connsiteY15-848" fmla="*/ 633664 h 1800727"/>
                    <a:gd name="connsiteX16-849" fmla="*/ 1471863 w 1638299"/>
                    <a:gd name="connsiteY16-850" fmla="*/ 477253 h 1800727"/>
                    <a:gd name="connsiteX17-851" fmla="*/ 1628273 w 1638299"/>
                    <a:gd name="connsiteY17-852" fmla="*/ 212559 h 1800727"/>
                    <a:gd name="connsiteX18-853" fmla="*/ 1632284 w 1638299"/>
                    <a:gd name="connsiteY18-854" fmla="*/ 108285 h 1800727"/>
                    <a:gd name="connsiteX19-855" fmla="*/ 1588169 w 1638299"/>
                    <a:gd name="connsiteY19-856" fmla="*/ 36095 h 1800727"/>
                    <a:gd name="connsiteX20-857" fmla="*/ 1451810 w 1638299"/>
                    <a:gd name="connsiteY20-858" fmla="*/ 0 h 1800727"/>
                    <a:gd name="connsiteX21-859" fmla="*/ 1175084 w 1638299"/>
                    <a:gd name="connsiteY21-860" fmla="*/ 4011 h 1800727"/>
                    <a:gd name="connsiteX22-861" fmla="*/ 858252 w 1638299"/>
                    <a:gd name="connsiteY22-862" fmla="*/ 32085 h 1800727"/>
                    <a:gd name="connsiteX23-863" fmla="*/ 645694 w 1638299"/>
                    <a:gd name="connsiteY23-864" fmla="*/ 104274 h 1800727"/>
                    <a:gd name="connsiteX0-865" fmla="*/ 645694 w 1638299"/>
                    <a:gd name="connsiteY0-866" fmla="*/ 104274 h 1800727"/>
                    <a:gd name="connsiteX1-867" fmla="*/ 449179 w 1638299"/>
                    <a:gd name="connsiteY1-868" fmla="*/ 296779 h 1800727"/>
                    <a:gd name="connsiteX2-869" fmla="*/ 320842 w 1638299"/>
                    <a:gd name="connsiteY2-870" fmla="*/ 493295 h 1800727"/>
                    <a:gd name="connsiteX3-871" fmla="*/ 156410 w 1638299"/>
                    <a:gd name="connsiteY3-872" fmla="*/ 737937 h 1800727"/>
                    <a:gd name="connsiteX4-873" fmla="*/ 76200 w 1638299"/>
                    <a:gd name="connsiteY4-874" fmla="*/ 986590 h 1800727"/>
                    <a:gd name="connsiteX5-875" fmla="*/ 16042 w 1638299"/>
                    <a:gd name="connsiteY5-876" fmla="*/ 1231232 h 1800727"/>
                    <a:gd name="connsiteX6-877" fmla="*/ 0 w 1638299"/>
                    <a:gd name="connsiteY6-878" fmla="*/ 1407695 h 1800727"/>
                    <a:gd name="connsiteX7-879" fmla="*/ 52136 w 1638299"/>
                    <a:gd name="connsiteY7-880" fmla="*/ 1668379 h 1800727"/>
                    <a:gd name="connsiteX8-881" fmla="*/ 228600 w 1638299"/>
                    <a:gd name="connsiteY8-882" fmla="*/ 1788695 h 1800727"/>
                    <a:gd name="connsiteX9-883" fmla="*/ 344905 w 1638299"/>
                    <a:gd name="connsiteY9-884" fmla="*/ 1800727 h 1800727"/>
                    <a:gd name="connsiteX10-885" fmla="*/ 453189 w 1638299"/>
                    <a:gd name="connsiteY10-886" fmla="*/ 1748590 h 1800727"/>
                    <a:gd name="connsiteX11-887" fmla="*/ 561473 w 1638299"/>
                    <a:gd name="connsiteY11-888" fmla="*/ 1487906 h 1800727"/>
                    <a:gd name="connsiteX12-889" fmla="*/ 649705 w 1638299"/>
                    <a:gd name="connsiteY12-890" fmla="*/ 1167064 h 1800727"/>
                    <a:gd name="connsiteX13-891" fmla="*/ 770021 w 1638299"/>
                    <a:gd name="connsiteY13-892" fmla="*/ 938464 h 1800727"/>
                    <a:gd name="connsiteX14-893" fmla="*/ 966536 w 1638299"/>
                    <a:gd name="connsiteY14-894" fmla="*/ 745959 h 1800727"/>
                    <a:gd name="connsiteX15-895" fmla="*/ 1211178 w 1638299"/>
                    <a:gd name="connsiteY15-896" fmla="*/ 633664 h 1800727"/>
                    <a:gd name="connsiteX16-897" fmla="*/ 1471863 w 1638299"/>
                    <a:gd name="connsiteY16-898" fmla="*/ 477253 h 1800727"/>
                    <a:gd name="connsiteX17-899" fmla="*/ 1628273 w 1638299"/>
                    <a:gd name="connsiteY17-900" fmla="*/ 212559 h 1800727"/>
                    <a:gd name="connsiteX18-901" fmla="*/ 1632284 w 1638299"/>
                    <a:gd name="connsiteY18-902" fmla="*/ 108285 h 1800727"/>
                    <a:gd name="connsiteX19-903" fmla="*/ 1588169 w 1638299"/>
                    <a:gd name="connsiteY19-904" fmla="*/ 36095 h 1800727"/>
                    <a:gd name="connsiteX20-905" fmla="*/ 1451810 w 1638299"/>
                    <a:gd name="connsiteY20-906" fmla="*/ 0 h 1800727"/>
                    <a:gd name="connsiteX21-907" fmla="*/ 1175084 w 1638299"/>
                    <a:gd name="connsiteY21-908" fmla="*/ 4011 h 1800727"/>
                    <a:gd name="connsiteX22-909" fmla="*/ 858252 w 1638299"/>
                    <a:gd name="connsiteY22-910" fmla="*/ 32085 h 1800727"/>
                    <a:gd name="connsiteX23-911" fmla="*/ 645694 w 1638299"/>
                    <a:gd name="connsiteY23-912" fmla="*/ 104274 h 1800727"/>
                    <a:gd name="connsiteX0-913" fmla="*/ 645694 w 1638299"/>
                    <a:gd name="connsiteY0-914" fmla="*/ 104274 h 1800727"/>
                    <a:gd name="connsiteX1-915" fmla="*/ 449179 w 1638299"/>
                    <a:gd name="connsiteY1-916" fmla="*/ 296779 h 1800727"/>
                    <a:gd name="connsiteX2-917" fmla="*/ 320842 w 1638299"/>
                    <a:gd name="connsiteY2-918" fmla="*/ 493295 h 1800727"/>
                    <a:gd name="connsiteX3-919" fmla="*/ 156410 w 1638299"/>
                    <a:gd name="connsiteY3-920" fmla="*/ 737937 h 1800727"/>
                    <a:gd name="connsiteX4-921" fmla="*/ 76200 w 1638299"/>
                    <a:gd name="connsiteY4-922" fmla="*/ 986590 h 1800727"/>
                    <a:gd name="connsiteX5-923" fmla="*/ 16042 w 1638299"/>
                    <a:gd name="connsiteY5-924" fmla="*/ 1231232 h 1800727"/>
                    <a:gd name="connsiteX6-925" fmla="*/ 0 w 1638299"/>
                    <a:gd name="connsiteY6-926" fmla="*/ 1407695 h 1800727"/>
                    <a:gd name="connsiteX7-927" fmla="*/ 52136 w 1638299"/>
                    <a:gd name="connsiteY7-928" fmla="*/ 1668379 h 1800727"/>
                    <a:gd name="connsiteX8-929" fmla="*/ 228600 w 1638299"/>
                    <a:gd name="connsiteY8-930" fmla="*/ 1788695 h 1800727"/>
                    <a:gd name="connsiteX9-931" fmla="*/ 344905 w 1638299"/>
                    <a:gd name="connsiteY9-932" fmla="*/ 1800727 h 1800727"/>
                    <a:gd name="connsiteX10-933" fmla="*/ 453189 w 1638299"/>
                    <a:gd name="connsiteY10-934" fmla="*/ 1748590 h 1800727"/>
                    <a:gd name="connsiteX11-935" fmla="*/ 561473 w 1638299"/>
                    <a:gd name="connsiteY11-936" fmla="*/ 1487906 h 1800727"/>
                    <a:gd name="connsiteX12-937" fmla="*/ 649705 w 1638299"/>
                    <a:gd name="connsiteY12-938" fmla="*/ 1167064 h 1800727"/>
                    <a:gd name="connsiteX13-939" fmla="*/ 770021 w 1638299"/>
                    <a:gd name="connsiteY13-940" fmla="*/ 938464 h 1800727"/>
                    <a:gd name="connsiteX14-941" fmla="*/ 966536 w 1638299"/>
                    <a:gd name="connsiteY14-942" fmla="*/ 745959 h 1800727"/>
                    <a:gd name="connsiteX15-943" fmla="*/ 1211178 w 1638299"/>
                    <a:gd name="connsiteY15-944" fmla="*/ 633664 h 1800727"/>
                    <a:gd name="connsiteX16-945" fmla="*/ 1471863 w 1638299"/>
                    <a:gd name="connsiteY16-946" fmla="*/ 477253 h 1800727"/>
                    <a:gd name="connsiteX17-947" fmla="*/ 1628273 w 1638299"/>
                    <a:gd name="connsiteY17-948" fmla="*/ 212559 h 1800727"/>
                    <a:gd name="connsiteX18-949" fmla="*/ 1632284 w 1638299"/>
                    <a:gd name="connsiteY18-950" fmla="*/ 108285 h 1800727"/>
                    <a:gd name="connsiteX19-951" fmla="*/ 1588169 w 1638299"/>
                    <a:gd name="connsiteY19-952" fmla="*/ 36095 h 1800727"/>
                    <a:gd name="connsiteX20-953" fmla="*/ 1451810 w 1638299"/>
                    <a:gd name="connsiteY20-954" fmla="*/ 0 h 1800727"/>
                    <a:gd name="connsiteX21-955" fmla="*/ 1175084 w 1638299"/>
                    <a:gd name="connsiteY21-956" fmla="*/ 4011 h 1800727"/>
                    <a:gd name="connsiteX22-957" fmla="*/ 858252 w 1638299"/>
                    <a:gd name="connsiteY22-958" fmla="*/ 32085 h 1800727"/>
                    <a:gd name="connsiteX23-959" fmla="*/ 645694 w 1638299"/>
                    <a:gd name="connsiteY23-960" fmla="*/ 104274 h 1800727"/>
                    <a:gd name="connsiteX0-961" fmla="*/ 645694 w 1638299"/>
                    <a:gd name="connsiteY0-962" fmla="*/ 104339 h 1800792"/>
                    <a:gd name="connsiteX1-963" fmla="*/ 449179 w 1638299"/>
                    <a:gd name="connsiteY1-964" fmla="*/ 296844 h 1800792"/>
                    <a:gd name="connsiteX2-965" fmla="*/ 320842 w 1638299"/>
                    <a:gd name="connsiteY2-966" fmla="*/ 493360 h 1800792"/>
                    <a:gd name="connsiteX3-967" fmla="*/ 156410 w 1638299"/>
                    <a:gd name="connsiteY3-968" fmla="*/ 738002 h 1800792"/>
                    <a:gd name="connsiteX4-969" fmla="*/ 76200 w 1638299"/>
                    <a:gd name="connsiteY4-970" fmla="*/ 986655 h 1800792"/>
                    <a:gd name="connsiteX5-971" fmla="*/ 16042 w 1638299"/>
                    <a:gd name="connsiteY5-972" fmla="*/ 1231297 h 1800792"/>
                    <a:gd name="connsiteX6-973" fmla="*/ 0 w 1638299"/>
                    <a:gd name="connsiteY6-974" fmla="*/ 1407760 h 1800792"/>
                    <a:gd name="connsiteX7-975" fmla="*/ 52136 w 1638299"/>
                    <a:gd name="connsiteY7-976" fmla="*/ 1668444 h 1800792"/>
                    <a:gd name="connsiteX8-977" fmla="*/ 228600 w 1638299"/>
                    <a:gd name="connsiteY8-978" fmla="*/ 1788760 h 1800792"/>
                    <a:gd name="connsiteX9-979" fmla="*/ 344905 w 1638299"/>
                    <a:gd name="connsiteY9-980" fmla="*/ 1800792 h 1800792"/>
                    <a:gd name="connsiteX10-981" fmla="*/ 453189 w 1638299"/>
                    <a:gd name="connsiteY10-982" fmla="*/ 1748655 h 1800792"/>
                    <a:gd name="connsiteX11-983" fmla="*/ 561473 w 1638299"/>
                    <a:gd name="connsiteY11-984" fmla="*/ 1487971 h 1800792"/>
                    <a:gd name="connsiteX12-985" fmla="*/ 649705 w 1638299"/>
                    <a:gd name="connsiteY12-986" fmla="*/ 1167129 h 1800792"/>
                    <a:gd name="connsiteX13-987" fmla="*/ 770021 w 1638299"/>
                    <a:gd name="connsiteY13-988" fmla="*/ 938529 h 1800792"/>
                    <a:gd name="connsiteX14-989" fmla="*/ 966536 w 1638299"/>
                    <a:gd name="connsiteY14-990" fmla="*/ 746024 h 1800792"/>
                    <a:gd name="connsiteX15-991" fmla="*/ 1211178 w 1638299"/>
                    <a:gd name="connsiteY15-992" fmla="*/ 633729 h 1800792"/>
                    <a:gd name="connsiteX16-993" fmla="*/ 1471863 w 1638299"/>
                    <a:gd name="connsiteY16-994" fmla="*/ 477318 h 1800792"/>
                    <a:gd name="connsiteX17-995" fmla="*/ 1628273 w 1638299"/>
                    <a:gd name="connsiteY17-996" fmla="*/ 212624 h 1800792"/>
                    <a:gd name="connsiteX18-997" fmla="*/ 1632284 w 1638299"/>
                    <a:gd name="connsiteY18-998" fmla="*/ 108350 h 1800792"/>
                    <a:gd name="connsiteX19-999" fmla="*/ 1588169 w 1638299"/>
                    <a:gd name="connsiteY19-1000" fmla="*/ 36160 h 1800792"/>
                    <a:gd name="connsiteX20-1001" fmla="*/ 1451810 w 1638299"/>
                    <a:gd name="connsiteY20-1002" fmla="*/ 65 h 1800792"/>
                    <a:gd name="connsiteX21-1003" fmla="*/ 1175084 w 1638299"/>
                    <a:gd name="connsiteY21-1004" fmla="*/ 4076 h 1800792"/>
                    <a:gd name="connsiteX22-1005" fmla="*/ 858252 w 1638299"/>
                    <a:gd name="connsiteY22-1006" fmla="*/ 32150 h 1800792"/>
                    <a:gd name="connsiteX23-1007" fmla="*/ 645694 w 1638299"/>
                    <a:gd name="connsiteY23-1008" fmla="*/ 104339 h 1800792"/>
                    <a:gd name="connsiteX0-1009" fmla="*/ 645694 w 1638299"/>
                    <a:gd name="connsiteY0-1010" fmla="*/ 106657 h 1803110"/>
                    <a:gd name="connsiteX1-1011" fmla="*/ 449179 w 1638299"/>
                    <a:gd name="connsiteY1-1012" fmla="*/ 299162 h 1803110"/>
                    <a:gd name="connsiteX2-1013" fmla="*/ 320842 w 1638299"/>
                    <a:gd name="connsiteY2-1014" fmla="*/ 495678 h 1803110"/>
                    <a:gd name="connsiteX3-1015" fmla="*/ 156410 w 1638299"/>
                    <a:gd name="connsiteY3-1016" fmla="*/ 740320 h 1803110"/>
                    <a:gd name="connsiteX4-1017" fmla="*/ 76200 w 1638299"/>
                    <a:gd name="connsiteY4-1018" fmla="*/ 988973 h 1803110"/>
                    <a:gd name="connsiteX5-1019" fmla="*/ 16042 w 1638299"/>
                    <a:gd name="connsiteY5-1020" fmla="*/ 1233615 h 1803110"/>
                    <a:gd name="connsiteX6-1021" fmla="*/ 0 w 1638299"/>
                    <a:gd name="connsiteY6-1022" fmla="*/ 1410078 h 1803110"/>
                    <a:gd name="connsiteX7-1023" fmla="*/ 52136 w 1638299"/>
                    <a:gd name="connsiteY7-1024" fmla="*/ 1670762 h 1803110"/>
                    <a:gd name="connsiteX8-1025" fmla="*/ 228600 w 1638299"/>
                    <a:gd name="connsiteY8-1026" fmla="*/ 1791078 h 1803110"/>
                    <a:gd name="connsiteX9-1027" fmla="*/ 344905 w 1638299"/>
                    <a:gd name="connsiteY9-1028" fmla="*/ 1803110 h 1803110"/>
                    <a:gd name="connsiteX10-1029" fmla="*/ 453189 w 1638299"/>
                    <a:gd name="connsiteY10-1030" fmla="*/ 1750973 h 1803110"/>
                    <a:gd name="connsiteX11-1031" fmla="*/ 561473 w 1638299"/>
                    <a:gd name="connsiteY11-1032" fmla="*/ 1490289 h 1803110"/>
                    <a:gd name="connsiteX12-1033" fmla="*/ 649705 w 1638299"/>
                    <a:gd name="connsiteY12-1034" fmla="*/ 1169447 h 1803110"/>
                    <a:gd name="connsiteX13-1035" fmla="*/ 770021 w 1638299"/>
                    <a:gd name="connsiteY13-1036" fmla="*/ 940847 h 1803110"/>
                    <a:gd name="connsiteX14-1037" fmla="*/ 966536 w 1638299"/>
                    <a:gd name="connsiteY14-1038" fmla="*/ 748342 h 1803110"/>
                    <a:gd name="connsiteX15-1039" fmla="*/ 1211178 w 1638299"/>
                    <a:gd name="connsiteY15-1040" fmla="*/ 636047 h 1803110"/>
                    <a:gd name="connsiteX16-1041" fmla="*/ 1471863 w 1638299"/>
                    <a:gd name="connsiteY16-1042" fmla="*/ 479636 h 1803110"/>
                    <a:gd name="connsiteX17-1043" fmla="*/ 1628273 w 1638299"/>
                    <a:gd name="connsiteY17-1044" fmla="*/ 214942 h 1803110"/>
                    <a:gd name="connsiteX18-1045" fmla="*/ 1632284 w 1638299"/>
                    <a:gd name="connsiteY18-1046" fmla="*/ 110668 h 1803110"/>
                    <a:gd name="connsiteX19-1047" fmla="*/ 1588169 w 1638299"/>
                    <a:gd name="connsiteY19-1048" fmla="*/ 38478 h 1803110"/>
                    <a:gd name="connsiteX20-1049" fmla="*/ 1451810 w 1638299"/>
                    <a:gd name="connsiteY20-1050" fmla="*/ 2383 h 1803110"/>
                    <a:gd name="connsiteX21-1051" fmla="*/ 1175084 w 1638299"/>
                    <a:gd name="connsiteY21-1052" fmla="*/ 6394 h 1803110"/>
                    <a:gd name="connsiteX22-1053" fmla="*/ 858252 w 1638299"/>
                    <a:gd name="connsiteY22-1054" fmla="*/ 34468 h 1803110"/>
                    <a:gd name="connsiteX23-1055" fmla="*/ 645694 w 1638299"/>
                    <a:gd name="connsiteY23-1056" fmla="*/ 106657 h 1803110"/>
                    <a:gd name="connsiteX0-1057" fmla="*/ 645694 w 1638299"/>
                    <a:gd name="connsiteY0-1058" fmla="*/ 106657 h 1803110"/>
                    <a:gd name="connsiteX1-1059" fmla="*/ 449179 w 1638299"/>
                    <a:gd name="connsiteY1-1060" fmla="*/ 299162 h 1803110"/>
                    <a:gd name="connsiteX2-1061" fmla="*/ 320842 w 1638299"/>
                    <a:gd name="connsiteY2-1062" fmla="*/ 495678 h 1803110"/>
                    <a:gd name="connsiteX3-1063" fmla="*/ 156410 w 1638299"/>
                    <a:gd name="connsiteY3-1064" fmla="*/ 740320 h 1803110"/>
                    <a:gd name="connsiteX4-1065" fmla="*/ 76200 w 1638299"/>
                    <a:gd name="connsiteY4-1066" fmla="*/ 988973 h 1803110"/>
                    <a:gd name="connsiteX5-1067" fmla="*/ 16042 w 1638299"/>
                    <a:gd name="connsiteY5-1068" fmla="*/ 1233615 h 1803110"/>
                    <a:gd name="connsiteX6-1069" fmla="*/ 0 w 1638299"/>
                    <a:gd name="connsiteY6-1070" fmla="*/ 1410078 h 1803110"/>
                    <a:gd name="connsiteX7-1071" fmla="*/ 52136 w 1638299"/>
                    <a:gd name="connsiteY7-1072" fmla="*/ 1670762 h 1803110"/>
                    <a:gd name="connsiteX8-1073" fmla="*/ 228600 w 1638299"/>
                    <a:gd name="connsiteY8-1074" fmla="*/ 1791078 h 1803110"/>
                    <a:gd name="connsiteX9-1075" fmla="*/ 344905 w 1638299"/>
                    <a:gd name="connsiteY9-1076" fmla="*/ 1803110 h 1803110"/>
                    <a:gd name="connsiteX10-1077" fmla="*/ 453189 w 1638299"/>
                    <a:gd name="connsiteY10-1078" fmla="*/ 1750973 h 1803110"/>
                    <a:gd name="connsiteX11-1079" fmla="*/ 561473 w 1638299"/>
                    <a:gd name="connsiteY11-1080" fmla="*/ 1490289 h 1803110"/>
                    <a:gd name="connsiteX12-1081" fmla="*/ 649705 w 1638299"/>
                    <a:gd name="connsiteY12-1082" fmla="*/ 1169447 h 1803110"/>
                    <a:gd name="connsiteX13-1083" fmla="*/ 770021 w 1638299"/>
                    <a:gd name="connsiteY13-1084" fmla="*/ 940847 h 1803110"/>
                    <a:gd name="connsiteX14-1085" fmla="*/ 966536 w 1638299"/>
                    <a:gd name="connsiteY14-1086" fmla="*/ 748342 h 1803110"/>
                    <a:gd name="connsiteX15-1087" fmla="*/ 1211178 w 1638299"/>
                    <a:gd name="connsiteY15-1088" fmla="*/ 636047 h 1803110"/>
                    <a:gd name="connsiteX16-1089" fmla="*/ 1471863 w 1638299"/>
                    <a:gd name="connsiteY16-1090" fmla="*/ 479636 h 1803110"/>
                    <a:gd name="connsiteX17-1091" fmla="*/ 1628273 w 1638299"/>
                    <a:gd name="connsiteY17-1092" fmla="*/ 214942 h 1803110"/>
                    <a:gd name="connsiteX18-1093" fmla="*/ 1632284 w 1638299"/>
                    <a:gd name="connsiteY18-1094" fmla="*/ 110668 h 1803110"/>
                    <a:gd name="connsiteX19-1095" fmla="*/ 1588169 w 1638299"/>
                    <a:gd name="connsiteY19-1096" fmla="*/ 38478 h 1803110"/>
                    <a:gd name="connsiteX20-1097" fmla="*/ 1451810 w 1638299"/>
                    <a:gd name="connsiteY20-1098" fmla="*/ 2383 h 1803110"/>
                    <a:gd name="connsiteX21-1099" fmla="*/ 1175084 w 1638299"/>
                    <a:gd name="connsiteY21-1100" fmla="*/ 6394 h 1803110"/>
                    <a:gd name="connsiteX22-1101" fmla="*/ 858252 w 1638299"/>
                    <a:gd name="connsiteY22-1102" fmla="*/ 34468 h 1803110"/>
                    <a:gd name="connsiteX23-1103" fmla="*/ 645694 w 1638299"/>
                    <a:gd name="connsiteY23-1104" fmla="*/ 106657 h 1803110"/>
                    <a:gd name="connsiteX0-1105" fmla="*/ 645694 w 1638299"/>
                    <a:gd name="connsiteY0-1106" fmla="*/ 106657 h 1803110"/>
                    <a:gd name="connsiteX1-1107" fmla="*/ 449179 w 1638299"/>
                    <a:gd name="connsiteY1-1108" fmla="*/ 299162 h 1803110"/>
                    <a:gd name="connsiteX2-1109" fmla="*/ 320842 w 1638299"/>
                    <a:gd name="connsiteY2-1110" fmla="*/ 495678 h 1803110"/>
                    <a:gd name="connsiteX3-1111" fmla="*/ 156410 w 1638299"/>
                    <a:gd name="connsiteY3-1112" fmla="*/ 740320 h 1803110"/>
                    <a:gd name="connsiteX4-1113" fmla="*/ 76200 w 1638299"/>
                    <a:gd name="connsiteY4-1114" fmla="*/ 988973 h 1803110"/>
                    <a:gd name="connsiteX5-1115" fmla="*/ 16042 w 1638299"/>
                    <a:gd name="connsiteY5-1116" fmla="*/ 1233615 h 1803110"/>
                    <a:gd name="connsiteX6-1117" fmla="*/ 0 w 1638299"/>
                    <a:gd name="connsiteY6-1118" fmla="*/ 1410078 h 1803110"/>
                    <a:gd name="connsiteX7-1119" fmla="*/ 52136 w 1638299"/>
                    <a:gd name="connsiteY7-1120" fmla="*/ 1670762 h 1803110"/>
                    <a:gd name="connsiteX8-1121" fmla="*/ 228600 w 1638299"/>
                    <a:gd name="connsiteY8-1122" fmla="*/ 1791078 h 1803110"/>
                    <a:gd name="connsiteX9-1123" fmla="*/ 344905 w 1638299"/>
                    <a:gd name="connsiteY9-1124" fmla="*/ 1803110 h 1803110"/>
                    <a:gd name="connsiteX10-1125" fmla="*/ 453189 w 1638299"/>
                    <a:gd name="connsiteY10-1126" fmla="*/ 1750973 h 1803110"/>
                    <a:gd name="connsiteX11-1127" fmla="*/ 561473 w 1638299"/>
                    <a:gd name="connsiteY11-1128" fmla="*/ 1490289 h 1803110"/>
                    <a:gd name="connsiteX12-1129" fmla="*/ 649705 w 1638299"/>
                    <a:gd name="connsiteY12-1130" fmla="*/ 1169447 h 1803110"/>
                    <a:gd name="connsiteX13-1131" fmla="*/ 770021 w 1638299"/>
                    <a:gd name="connsiteY13-1132" fmla="*/ 940847 h 1803110"/>
                    <a:gd name="connsiteX14-1133" fmla="*/ 966536 w 1638299"/>
                    <a:gd name="connsiteY14-1134" fmla="*/ 748342 h 1803110"/>
                    <a:gd name="connsiteX15-1135" fmla="*/ 1211178 w 1638299"/>
                    <a:gd name="connsiteY15-1136" fmla="*/ 636047 h 1803110"/>
                    <a:gd name="connsiteX16-1137" fmla="*/ 1471863 w 1638299"/>
                    <a:gd name="connsiteY16-1138" fmla="*/ 479636 h 1803110"/>
                    <a:gd name="connsiteX17-1139" fmla="*/ 1628273 w 1638299"/>
                    <a:gd name="connsiteY17-1140" fmla="*/ 214942 h 1803110"/>
                    <a:gd name="connsiteX18-1141" fmla="*/ 1632284 w 1638299"/>
                    <a:gd name="connsiteY18-1142" fmla="*/ 110668 h 1803110"/>
                    <a:gd name="connsiteX19-1143" fmla="*/ 1588169 w 1638299"/>
                    <a:gd name="connsiteY19-1144" fmla="*/ 38478 h 1803110"/>
                    <a:gd name="connsiteX20-1145" fmla="*/ 1451810 w 1638299"/>
                    <a:gd name="connsiteY20-1146" fmla="*/ 2383 h 1803110"/>
                    <a:gd name="connsiteX21-1147" fmla="*/ 1175084 w 1638299"/>
                    <a:gd name="connsiteY21-1148" fmla="*/ 6394 h 1803110"/>
                    <a:gd name="connsiteX22-1149" fmla="*/ 858252 w 1638299"/>
                    <a:gd name="connsiteY22-1150" fmla="*/ 34468 h 1803110"/>
                    <a:gd name="connsiteX23-1151" fmla="*/ 645694 w 1638299"/>
                    <a:gd name="connsiteY23-1152" fmla="*/ 106657 h 1803110"/>
                    <a:gd name="connsiteX0-1153" fmla="*/ 593557 w 1638299"/>
                    <a:gd name="connsiteY0-1154" fmla="*/ 150773 h 1803110"/>
                    <a:gd name="connsiteX1-1155" fmla="*/ 449179 w 1638299"/>
                    <a:gd name="connsiteY1-1156" fmla="*/ 299162 h 1803110"/>
                    <a:gd name="connsiteX2-1157" fmla="*/ 320842 w 1638299"/>
                    <a:gd name="connsiteY2-1158" fmla="*/ 495678 h 1803110"/>
                    <a:gd name="connsiteX3-1159" fmla="*/ 156410 w 1638299"/>
                    <a:gd name="connsiteY3-1160" fmla="*/ 740320 h 1803110"/>
                    <a:gd name="connsiteX4-1161" fmla="*/ 76200 w 1638299"/>
                    <a:gd name="connsiteY4-1162" fmla="*/ 988973 h 1803110"/>
                    <a:gd name="connsiteX5-1163" fmla="*/ 16042 w 1638299"/>
                    <a:gd name="connsiteY5-1164" fmla="*/ 1233615 h 1803110"/>
                    <a:gd name="connsiteX6-1165" fmla="*/ 0 w 1638299"/>
                    <a:gd name="connsiteY6-1166" fmla="*/ 1410078 h 1803110"/>
                    <a:gd name="connsiteX7-1167" fmla="*/ 52136 w 1638299"/>
                    <a:gd name="connsiteY7-1168" fmla="*/ 1670762 h 1803110"/>
                    <a:gd name="connsiteX8-1169" fmla="*/ 228600 w 1638299"/>
                    <a:gd name="connsiteY8-1170" fmla="*/ 1791078 h 1803110"/>
                    <a:gd name="connsiteX9-1171" fmla="*/ 344905 w 1638299"/>
                    <a:gd name="connsiteY9-1172" fmla="*/ 1803110 h 1803110"/>
                    <a:gd name="connsiteX10-1173" fmla="*/ 453189 w 1638299"/>
                    <a:gd name="connsiteY10-1174" fmla="*/ 1750973 h 1803110"/>
                    <a:gd name="connsiteX11-1175" fmla="*/ 561473 w 1638299"/>
                    <a:gd name="connsiteY11-1176" fmla="*/ 1490289 h 1803110"/>
                    <a:gd name="connsiteX12-1177" fmla="*/ 649705 w 1638299"/>
                    <a:gd name="connsiteY12-1178" fmla="*/ 1169447 h 1803110"/>
                    <a:gd name="connsiteX13-1179" fmla="*/ 770021 w 1638299"/>
                    <a:gd name="connsiteY13-1180" fmla="*/ 940847 h 1803110"/>
                    <a:gd name="connsiteX14-1181" fmla="*/ 966536 w 1638299"/>
                    <a:gd name="connsiteY14-1182" fmla="*/ 748342 h 1803110"/>
                    <a:gd name="connsiteX15-1183" fmla="*/ 1211178 w 1638299"/>
                    <a:gd name="connsiteY15-1184" fmla="*/ 636047 h 1803110"/>
                    <a:gd name="connsiteX16-1185" fmla="*/ 1471863 w 1638299"/>
                    <a:gd name="connsiteY16-1186" fmla="*/ 479636 h 1803110"/>
                    <a:gd name="connsiteX17-1187" fmla="*/ 1628273 w 1638299"/>
                    <a:gd name="connsiteY17-1188" fmla="*/ 214942 h 1803110"/>
                    <a:gd name="connsiteX18-1189" fmla="*/ 1632284 w 1638299"/>
                    <a:gd name="connsiteY18-1190" fmla="*/ 110668 h 1803110"/>
                    <a:gd name="connsiteX19-1191" fmla="*/ 1588169 w 1638299"/>
                    <a:gd name="connsiteY19-1192" fmla="*/ 38478 h 1803110"/>
                    <a:gd name="connsiteX20-1193" fmla="*/ 1451810 w 1638299"/>
                    <a:gd name="connsiteY20-1194" fmla="*/ 2383 h 1803110"/>
                    <a:gd name="connsiteX21-1195" fmla="*/ 1175084 w 1638299"/>
                    <a:gd name="connsiteY21-1196" fmla="*/ 6394 h 1803110"/>
                    <a:gd name="connsiteX22-1197" fmla="*/ 858252 w 1638299"/>
                    <a:gd name="connsiteY22-1198" fmla="*/ 34468 h 1803110"/>
                    <a:gd name="connsiteX23-1199" fmla="*/ 593557 w 1638299"/>
                    <a:gd name="connsiteY23-1200" fmla="*/ 150773 h 1803110"/>
                    <a:gd name="connsiteX0-1201" fmla="*/ 625642 w 1638299"/>
                    <a:gd name="connsiteY0-1202" fmla="*/ 134731 h 1803110"/>
                    <a:gd name="connsiteX1-1203" fmla="*/ 449179 w 1638299"/>
                    <a:gd name="connsiteY1-1204" fmla="*/ 299162 h 1803110"/>
                    <a:gd name="connsiteX2-1205" fmla="*/ 320842 w 1638299"/>
                    <a:gd name="connsiteY2-1206" fmla="*/ 495678 h 1803110"/>
                    <a:gd name="connsiteX3-1207" fmla="*/ 156410 w 1638299"/>
                    <a:gd name="connsiteY3-1208" fmla="*/ 740320 h 1803110"/>
                    <a:gd name="connsiteX4-1209" fmla="*/ 76200 w 1638299"/>
                    <a:gd name="connsiteY4-1210" fmla="*/ 988973 h 1803110"/>
                    <a:gd name="connsiteX5-1211" fmla="*/ 16042 w 1638299"/>
                    <a:gd name="connsiteY5-1212" fmla="*/ 1233615 h 1803110"/>
                    <a:gd name="connsiteX6-1213" fmla="*/ 0 w 1638299"/>
                    <a:gd name="connsiteY6-1214" fmla="*/ 1410078 h 1803110"/>
                    <a:gd name="connsiteX7-1215" fmla="*/ 52136 w 1638299"/>
                    <a:gd name="connsiteY7-1216" fmla="*/ 1670762 h 1803110"/>
                    <a:gd name="connsiteX8-1217" fmla="*/ 228600 w 1638299"/>
                    <a:gd name="connsiteY8-1218" fmla="*/ 1791078 h 1803110"/>
                    <a:gd name="connsiteX9-1219" fmla="*/ 344905 w 1638299"/>
                    <a:gd name="connsiteY9-1220" fmla="*/ 1803110 h 1803110"/>
                    <a:gd name="connsiteX10-1221" fmla="*/ 453189 w 1638299"/>
                    <a:gd name="connsiteY10-1222" fmla="*/ 1750973 h 1803110"/>
                    <a:gd name="connsiteX11-1223" fmla="*/ 561473 w 1638299"/>
                    <a:gd name="connsiteY11-1224" fmla="*/ 1490289 h 1803110"/>
                    <a:gd name="connsiteX12-1225" fmla="*/ 649705 w 1638299"/>
                    <a:gd name="connsiteY12-1226" fmla="*/ 1169447 h 1803110"/>
                    <a:gd name="connsiteX13-1227" fmla="*/ 770021 w 1638299"/>
                    <a:gd name="connsiteY13-1228" fmla="*/ 940847 h 1803110"/>
                    <a:gd name="connsiteX14-1229" fmla="*/ 966536 w 1638299"/>
                    <a:gd name="connsiteY14-1230" fmla="*/ 748342 h 1803110"/>
                    <a:gd name="connsiteX15-1231" fmla="*/ 1211178 w 1638299"/>
                    <a:gd name="connsiteY15-1232" fmla="*/ 636047 h 1803110"/>
                    <a:gd name="connsiteX16-1233" fmla="*/ 1471863 w 1638299"/>
                    <a:gd name="connsiteY16-1234" fmla="*/ 479636 h 1803110"/>
                    <a:gd name="connsiteX17-1235" fmla="*/ 1628273 w 1638299"/>
                    <a:gd name="connsiteY17-1236" fmla="*/ 214942 h 1803110"/>
                    <a:gd name="connsiteX18-1237" fmla="*/ 1632284 w 1638299"/>
                    <a:gd name="connsiteY18-1238" fmla="*/ 110668 h 1803110"/>
                    <a:gd name="connsiteX19-1239" fmla="*/ 1588169 w 1638299"/>
                    <a:gd name="connsiteY19-1240" fmla="*/ 38478 h 1803110"/>
                    <a:gd name="connsiteX20-1241" fmla="*/ 1451810 w 1638299"/>
                    <a:gd name="connsiteY20-1242" fmla="*/ 2383 h 1803110"/>
                    <a:gd name="connsiteX21-1243" fmla="*/ 1175084 w 1638299"/>
                    <a:gd name="connsiteY21-1244" fmla="*/ 6394 h 1803110"/>
                    <a:gd name="connsiteX22-1245" fmla="*/ 858252 w 1638299"/>
                    <a:gd name="connsiteY22-1246" fmla="*/ 34468 h 1803110"/>
                    <a:gd name="connsiteX23-1247" fmla="*/ 625642 w 1638299"/>
                    <a:gd name="connsiteY23-1248" fmla="*/ 134731 h 1803110"/>
                    <a:gd name="connsiteX0-1249" fmla="*/ 625642 w 1638299"/>
                    <a:gd name="connsiteY0-1250" fmla="*/ 140754 h 1809133"/>
                    <a:gd name="connsiteX1-1251" fmla="*/ 449179 w 1638299"/>
                    <a:gd name="connsiteY1-1252" fmla="*/ 305185 h 1809133"/>
                    <a:gd name="connsiteX2-1253" fmla="*/ 320842 w 1638299"/>
                    <a:gd name="connsiteY2-1254" fmla="*/ 501701 h 1809133"/>
                    <a:gd name="connsiteX3-1255" fmla="*/ 156410 w 1638299"/>
                    <a:gd name="connsiteY3-1256" fmla="*/ 746343 h 1809133"/>
                    <a:gd name="connsiteX4-1257" fmla="*/ 76200 w 1638299"/>
                    <a:gd name="connsiteY4-1258" fmla="*/ 994996 h 1809133"/>
                    <a:gd name="connsiteX5-1259" fmla="*/ 16042 w 1638299"/>
                    <a:gd name="connsiteY5-1260" fmla="*/ 1239638 h 1809133"/>
                    <a:gd name="connsiteX6-1261" fmla="*/ 0 w 1638299"/>
                    <a:gd name="connsiteY6-1262" fmla="*/ 1416101 h 1809133"/>
                    <a:gd name="connsiteX7-1263" fmla="*/ 52136 w 1638299"/>
                    <a:gd name="connsiteY7-1264" fmla="*/ 1676785 h 1809133"/>
                    <a:gd name="connsiteX8-1265" fmla="*/ 228600 w 1638299"/>
                    <a:gd name="connsiteY8-1266" fmla="*/ 1797101 h 1809133"/>
                    <a:gd name="connsiteX9-1267" fmla="*/ 344905 w 1638299"/>
                    <a:gd name="connsiteY9-1268" fmla="*/ 1809133 h 1809133"/>
                    <a:gd name="connsiteX10-1269" fmla="*/ 453189 w 1638299"/>
                    <a:gd name="connsiteY10-1270" fmla="*/ 1756996 h 1809133"/>
                    <a:gd name="connsiteX11-1271" fmla="*/ 561473 w 1638299"/>
                    <a:gd name="connsiteY11-1272" fmla="*/ 1496312 h 1809133"/>
                    <a:gd name="connsiteX12-1273" fmla="*/ 649705 w 1638299"/>
                    <a:gd name="connsiteY12-1274" fmla="*/ 1175470 h 1809133"/>
                    <a:gd name="connsiteX13-1275" fmla="*/ 770021 w 1638299"/>
                    <a:gd name="connsiteY13-1276" fmla="*/ 946870 h 1809133"/>
                    <a:gd name="connsiteX14-1277" fmla="*/ 966536 w 1638299"/>
                    <a:gd name="connsiteY14-1278" fmla="*/ 754365 h 1809133"/>
                    <a:gd name="connsiteX15-1279" fmla="*/ 1211178 w 1638299"/>
                    <a:gd name="connsiteY15-1280" fmla="*/ 642070 h 1809133"/>
                    <a:gd name="connsiteX16-1281" fmla="*/ 1471863 w 1638299"/>
                    <a:gd name="connsiteY16-1282" fmla="*/ 485659 h 1809133"/>
                    <a:gd name="connsiteX17-1283" fmla="*/ 1628273 w 1638299"/>
                    <a:gd name="connsiteY17-1284" fmla="*/ 220965 h 1809133"/>
                    <a:gd name="connsiteX18-1285" fmla="*/ 1632284 w 1638299"/>
                    <a:gd name="connsiteY18-1286" fmla="*/ 116691 h 1809133"/>
                    <a:gd name="connsiteX19-1287" fmla="*/ 1588169 w 1638299"/>
                    <a:gd name="connsiteY19-1288" fmla="*/ 44501 h 1809133"/>
                    <a:gd name="connsiteX20-1289" fmla="*/ 1451810 w 1638299"/>
                    <a:gd name="connsiteY20-1290" fmla="*/ 8406 h 1809133"/>
                    <a:gd name="connsiteX21-1291" fmla="*/ 1195137 w 1638299"/>
                    <a:gd name="connsiteY21-1292" fmla="*/ 386 h 1809133"/>
                    <a:gd name="connsiteX22-1293" fmla="*/ 858252 w 1638299"/>
                    <a:gd name="connsiteY22-1294" fmla="*/ 40491 h 1809133"/>
                    <a:gd name="connsiteX23-1295" fmla="*/ 625642 w 1638299"/>
                    <a:gd name="connsiteY23-1296" fmla="*/ 140754 h 1809133"/>
                    <a:gd name="connsiteX0-1297" fmla="*/ 625642 w 1638299"/>
                    <a:gd name="connsiteY0-1298" fmla="*/ 140754 h 1809133"/>
                    <a:gd name="connsiteX1-1299" fmla="*/ 449179 w 1638299"/>
                    <a:gd name="connsiteY1-1300" fmla="*/ 305185 h 1809133"/>
                    <a:gd name="connsiteX2-1301" fmla="*/ 156410 w 1638299"/>
                    <a:gd name="connsiteY2-1302" fmla="*/ 746343 h 1809133"/>
                    <a:gd name="connsiteX3-1303" fmla="*/ 76200 w 1638299"/>
                    <a:gd name="connsiteY3-1304" fmla="*/ 994996 h 1809133"/>
                    <a:gd name="connsiteX4-1305" fmla="*/ 16042 w 1638299"/>
                    <a:gd name="connsiteY4-1306" fmla="*/ 1239638 h 1809133"/>
                    <a:gd name="connsiteX5-1307" fmla="*/ 0 w 1638299"/>
                    <a:gd name="connsiteY5-1308" fmla="*/ 1416101 h 1809133"/>
                    <a:gd name="connsiteX6-1309" fmla="*/ 52136 w 1638299"/>
                    <a:gd name="connsiteY6-1310" fmla="*/ 1676785 h 1809133"/>
                    <a:gd name="connsiteX7-1311" fmla="*/ 228600 w 1638299"/>
                    <a:gd name="connsiteY7-1312" fmla="*/ 1797101 h 1809133"/>
                    <a:gd name="connsiteX8-1313" fmla="*/ 344905 w 1638299"/>
                    <a:gd name="connsiteY8-1314" fmla="*/ 1809133 h 1809133"/>
                    <a:gd name="connsiteX9-1315" fmla="*/ 453189 w 1638299"/>
                    <a:gd name="connsiteY9-1316" fmla="*/ 1756996 h 1809133"/>
                    <a:gd name="connsiteX10-1317" fmla="*/ 561473 w 1638299"/>
                    <a:gd name="connsiteY10-1318" fmla="*/ 1496312 h 1809133"/>
                    <a:gd name="connsiteX11-1319" fmla="*/ 649705 w 1638299"/>
                    <a:gd name="connsiteY11-1320" fmla="*/ 1175470 h 1809133"/>
                    <a:gd name="connsiteX12-1321" fmla="*/ 770021 w 1638299"/>
                    <a:gd name="connsiteY12-1322" fmla="*/ 946870 h 1809133"/>
                    <a:gd name="connsiteX13-1323" fmla="*/ 966536 w 1638299"/>
                    <a:gd name="connsiteY13-1324" fmla="*/ 754365 h 1809133"/>
                    <a:gd name="connsiteX14-1325" fmla="*/ 1211178 w 1638299"/>
                    <a:gd name="connsiteY14-1326" fmla="*/ 642070 h 1809133"/>
                    <a:gd name="connsiteX15-1327" fmla="*/ 1471863 w 1638299"/>
                    <a:gd name="connsiteY15-1328" fmla="*/ 485659 h 1809133"/>
                    <a:gd name="connsiteX16-1329" fmla="*/ 1628273 w 1638299"/>
                    <a:gd name="connsiteY16-1330" fmla="*/ 220965 h 1809133"/>
                    <a:gd name="connsiteX17-1331" fmla="*/ 1632284 w 1638299"/>
                    <a:gd name="connsiteY17-1332" fmla="*/ 116691 h 1809133"/>
                    <a:gd name="connsiteX18-1333" fmla="*/ 1588169 w 1638299"/>
                    <a:gd name="connsiteY18-1334" fmla="*/ 44501 h 1809133"/>
                    <a:gd name="connsiteX19-1335" fmla="*/ 1451810 w 1638299"/>
                    <a:gd name="connsiteY19-1336" fmla="*/ 8406 h 1809133"/>
                    <a:gd name="connsiteX20-1337" fmla="*/ 1195137 w 1638299"/>
                    <a:gd name="connsiteY20-1338" fmla="*/ 386 h 1809133"/>
                    <a:gd name="connsiteX21-1339" fmla="*/ 858252 w 1638299"/>
                    <a:gd name="connsiteY21-1340" fmla="*/ 40491 h 1809133"/>
                    <a:gd name="connsiteX22-1341" fmla="*/ 625642 w 1638299"/>
                    <a:gd name="connsiteY22-1342" fmla="*/ 140754 h 1809133"/>
                    <a:gd name="connsiteX0-1343" fmla="*/ 625642 w 1638299"/>
                    <a:gd name="connsiteY0-1344" fmla="*/ 140754 h 1809133"/>
                    <a:gd name="connsiteX1-1345" fmla="*/ 449179 w 1638299"/>
                    <a:gd name="connsiteY1-1346" fmla="*/ 305185 h 1809133"/>
                    <a:gd name="connsiteX2-1347" fmla="*/ 156410 w 1638299"/>
                    <a:gd name="connsiteY2-1348" fmla="*/ 746343 h 1809133"/>
                    <a:gd name="connsiteX3-1349" fmla="*/ 76200 w 1638299"/>
                    <a:gd name="connsiteY3-1350" fmla="*/ 994996 h 1809133"/>
                    <a:gd name="connsiteX4-1351" fmla="*/ 16042 w 1638299"/>
                    <a:gd name="connsiteY4-1352" fmla="*/ 1239638 h 1809133"/>
                    <a:gd name="connsiteX5-1353" fmla="*/ 0 w 1638299"/>
                    <a:gd name="connsiteY5-1354" fmla="*/ 1416101 h 1809133"/>
                    <a:gd name="connsiteX6-1355" fmla="*/ 52136 w 1638299"/>
                    <a:gd name="connsiteY6-1356" fmla="*/ 1676785 h 1809133"/>
                    <a:gd name="connsiteX7-1357" fmla="*/ 228600 w 1638299"/>
                    <a:gd name="connsiteY7-1358" fmla="*/ 1797101 h 1809133"/>
                    <a:gd name="connsiteX8-1359" fmla="*/ 344905 w 1638299"/>
                    <a:gd name="connsiteY8-1360" fmla="*/ 1809133 h 1809133"/>
                    <a:gd name="connsiteX9-1361" fmla="*/ 453189 w 1638299"/>
                    <a:gd name="connsiteY9-1362" fmla="*/ 1756996 h 1809133"/>
                    <a:gd name="connsiteX10-1363" fmla="*/ 561473 w 1638299"/>
                    <a:gd name="connsiteY10-1364" fmla="*/ 1496312 h 1809133"/>
                    <a:gd name="connsiteX11-1365" fmla="*/ 649705 w 1638299"/>
                    <a:gd name="connsiteY11-1366" fmla="*/ 1175470 h 1809133"/>
                    <a:gd name="connsiteX12-1367" fmla="*/ 770021 w 1638299"/>
                    <a:gd name="connsiteY12-1368" fmla="*/ 946870 h 1809133"/>
                    <a:gd name="connsiteX13-1369" fmla="*/ 966536 w 1638299"/>
                    <a:gd name="connsiteY13-1370" fmla="*/ 754365 h 1809133"/>
                    <a:gd name="connsiteX14-1371" fmla="*/ 1211178 w 1638299"/>
                    <a:gd name="connsiteY14-1372" fmla="*/ 642070 h 1809133"/>
                    <a:gd name="connsiteX15-1373" fmla="*/ 1471863 w 1638299"/>
                    <a:gd name="connsiteY15-1374" fmla="*/ 485659 h 1809133"/>
                    <a:gd name="connsiteX16-1375" fmla="*/ 1628273 w 1638299"/>
                    <a:gd name="connsiteY16-1376" fmla="*/ 220965 h 1809133"/>
                    <a:gd name="connsiteX17-1377" fmla="*/ 1632284 w 1638299"/>
                    <a:gd name="connsiteY17-1378" fmla="*/ 116691 h 1809133"/>
                    <a:gd name="connsiteX18-1379" fmla="*/ 1588169 w 1638299"/>
                    <a:gd name="connsiteY18-1380" fmla="*/ 44501 h 1809133"/>
                    <a:gd name="connsiteX19-1381" fmla="*/ 1451810 w 1638299"/>
                    <a:gd name="connsiteY19-1382" fmla="*/ 8406 h 1809133"/>
                    <a:gd name="connsiteX20-1383" fmla="*/ 1195137 w 1638299"/>
                    <a:gd name="connsiteY20-1384" fmla="*/ 386 h 1809133"/>
                    <a:gd name="connsiteX21-1385" fmla="*/ 858252 w 1638299"/>
                    <a:gd name="connsiteY21-1386" fmla="*/ 40491 h 1809133"/>
                    <a:gd name="connsiteX22-1387" fmla="*/ 625642 w 1638299"/>
                    <a:gd name="connsiteY22-1388" fmla="*/ 140754 h 1809133"/>
                    <a:gd name="connsiteX0-1389" fmla="*/ 625642 w 1638299"/>
                    <a:gd name="connsiteY0-1390" fmla="*/ 140754 h 1809133"/>
                    <a:gd name="connsiteX1-1391" fmla="*/ 401053 w 1638299"/>
                    <a:gd name="connsiteY1-1392" fmla="*/ 353312 h 1809133"/>
                    <a:gd name="connsiteX2-1393" fmla="*/ 156410 w 1638299"/>
                    <a:gd name="connsiteY2-1394" fmla="*/ 746343 h 1809133"/>
                    <a:gd name="connsiteX3-1395" fmla="*/ 76200 w 1638299"/>
                    <a:gd name="connsiteY3-1396" fmla="*/ 994996 h 1809133"/>
                    <a:gd name="connsiteX4-1397" fmla="*/ 16042 w 1638299"/>
                    <a:gd name="connsiteY4-1398" fmla="*/ 1239638 h 1809133"/>
                    <a:gd name="connsiteX5-1399" fmla="*/ 0 w 1638299"/>
                    <a:gd name="connsiteY5-1400" fmla="*/ 1416101 h 1809133"/>
                    <a:gd name="connsiteX6-1401" fmla="*/ 52136 w 1638299"/>
                    <a:gd name="connsiteY6-1402" fmla="*/ 1676785 h 1809133"/>
                    <a:gd name="connsiteX7-1403" fmla="*/ 228600 w 1638299"/>
                    <a:gd name="connsiteY7-1404" fmla="*/ 1797101 h 1809133"/>
                    <a:gd name="connsiteX8-1405" fmla="*/ 344905 w 1638299"/>
                    <a:gd name="connsiteY8-1406" fmla="*/ 1809133 h 1809133"/>
                    <a:gd name="connsiteX9-1407" fmla="*/ 453189 w 1638299"/>
                    <a:gd name="connsiteY9-1408" fmla="*/ 1756996 h 1809133"/>
                    <a:gd name="connsiteX10-1409" fmla="*/ 561473 w 1638299"/>
                    <a:gd name="connsiteY10-1410" fmla="*/ 1496312 h 1809133"/>
                    <a:gd name="connsiteX11-1411" fmla="*/ 649705 w 1638299"/>
                    <a:gd name="connsiteY11-1412" fmla="*/ 1175470 h 1809133"/>
                    <a:gd name="connsiteX12-1413" fmla="*/ 770021 w 1638299"/>
                    <a:gd name="connsiteY12-1414" fmla="*/ 946870 h 1809133"/>
                    <a:gd name="connsiteX13-1415" fmla="*/ 966536 w 1638299"/>
                    <a:gd name="connsiteY13-1416" fmla="*/ 754365 h 1809133"/>
                    <a:gd name="connsiteX14-1417" fmla="*/ 1211178 w 1638299"/>
                    <a:gd name="connsiteY14-1418" fmla="*/ 642070 h 1809133"/>
                    <a:gd name="connsiteX15-1419" fmla="*/ 1471863 w 1638299"/>
                    <a:gd name="connsiteY15-1420" fmla="*/ 485659 h 1809133"/>
                    <a:gd name="connsiteX16-1421" fmla="*/ 1628273 w 1638299"/>
                    <a:gd name="connsiteY16-1422" fmla="*/ 220965 h 1809133"/>
                    <a:gd name="connsiteX17-1423" fmla="*/ 1632284 w 1638299"/>
                    <a:gd name="connsiteY17-1424" fmla="*/ 116691 h 1809133"/>
                    <a:gd name="connsiteX18-1425" fmla="*/ 1588169 w 1638299"/>
                    <a:gd name="connsiteY18-1426" fmla="*/ 44501 h 1809133"/>
                    <a:gd name="connsiteX19-1427" fmla="*/ 1451810 w 1638299"/>
                    <a:gd name="connsiteY19-1428" fmla="*/ 8406 h 1809133"/>
                    <a:gd name="connsiteX20-1429" fmla="*/ 1195137 w 1638299"/>
                    <a:gd name="connsiteY20-1430" fmla="*/ 386 h 1809133"/>
                    <a:gd name="connsiteX21-1431" fmla="*/ 858252 w 1638299"/>
                    <a:gd name="connsiteY21-1432" fmla="*/ 40491 h 1809133"/>
                    <a:gd name="connsiteX22-1433" fmla="*/ 625642 w 1638299"/>
                    <a:gd name="connsiteY22-1434" fmla="*/ 140754 h 1809133"/>
                    <a:gd name="connsiteX0-1435" fmla="*/ 625642 w 1638299"/>
                    <a:gd name="connsiteY0-1436" fmla="*/ 140754 h 1809133"/>
                    <a:gd name="connsiteX1-1437" fmla="*/ 401053 w 1638299"/>
                    <a:gd name="connsiteY1-1438" fmla="*/ 353312 h 1809133"/>
                    <a:gd name="connsiteX2-1439" fmla="*/ 156410 w 1638299"/>
                    <a:gd name="connsiteY2-1440" fmla="*/ 746343 h 1809133"/>
                    <a:gd name="connsiteX3-1441" fmla="*/ 76200 w 1638299"/>
                    <a:gd name="connsiteY3-1442" fmla="*/ 994996 h 1809133"/>
                    <a:gd name="connsiteX4-1443" fmla="*/ 16042 w 1638299"/>
                    <a:gd name="connsiteY4-1444" fmla="*/ 1239638 h 1809133"/>
                    <a:gd name="connsiteX5-1445" fmla="*/ 0 w 1638299"/>
                    <a:gd name="connsiteY5-1446" fmla="*/ 1416101 h 1809133"/>
                    <a:gd name="connsiteX6-1447" fmla="*/ 52136 w 1638299"/>
                    <a:gd name="connsiteY6-1448" fmla="*/ 1676785 h 1809133"/>
                    <a:gd name="connsiteX7-1449" fmla="*/ 228600 w 1638299"/>
                    <a:gd name="connsiteY7-1450" fmla="*/ 1797101 h 1809133"/>
                    <a:gd name="connsiteX8-1451" fmla="*/ 344905 w 1638299"/>
                    <a:gd name="connsiteY8-1452" fmla="*/ 1809133 h 1809133"/>
                    <a:gd name="connsiteX9-1453" fmla="*/ 453189 w 1638299"/>
                    <a:gd name="connsiteY9-1454" fmla="*/ 1756996 h 1809133"/>
                    <a:gd name="connsiteX10-1455" fmla="*/ 561473 w 1638299"/>
                    <a:gd name="connsiteY10-1456" fmla="*/ 1496312 h 1809133"/>
                    <a:gd name="connsiteX11-1457" fmla="*/ 649705 w 1638299"/>
                    <a:gd name="connsiteY11-1458" fmla="*/ 1175470 h 1809133"/>
                    <a:gd name="connsiteX12-1459" fmla="*/ 770021 w 1638299"/>
                    <a:gd name="connsiteY12-1460" fmla="*/ 946870 h 1809133"/>
                    <a:gd name="connsiteX13-1461" fmla="*/ 966536 w 1638299"/>
                    <a:gd name="connsiteY13-1462" fmla="*/ 754365 h 1809133"/>
                    <a:gd name="connsiteX14-1463" fmla="*/ 1211178 w 1638299"/>
                    <a:gd name="connsiteY14-1464" fmla="*/ 642070 h 1809133"/>
                    <a:gd name="connsiteX15-1465" fmla="*/ 1471863 w 1638299"/>
                    <a:gd name="connsiteY15-1466" fmla="*/ 485659 h 1809133"/>
                    <a:gd name="connsiteX16-1467" fmla="*/ 1628273 w 1638299"/>
                    <a:gd name="connsiteY16-1468" fmla="*/ 220965 h 1809133"/>
                    <a:gd name="connsiteX17-1469" fmla="*/ 1632284 w 1638299"/>
                    <a:gd name="connsiteY17-1470" fmla="*/ 116691 h 1809133"/>
                    <a:gd name="connsiteX18-1471" fmla="*/ 1588169 w 1638299"/>
                    <a:gd name="connsiteY18-1472" fmla="*/ 44501 h 1809133"/>
                    <a:gd name="connsiteX19-1473" fmla="*/ 1451810 w 1638299"/>
                    <a:gd name="connsiteY19-1474" fmla="*/ 8406 h 1809133"/>
                    <a:gd name="connsiteX20-1475" fmla="*/ 1195137 w 1638299"/>
                    <a:gd name="connsiteY20-1476" fmla="*/ 386 h 1809133"/>
                    <a:gd name="connsiteX21-1477" fmla="*/ 858252 w 1638299"/>
                    <a:gd name="connsiteY21-1478" fmla="*/ 40491 h 1809133"/>
                    <a:gd name="connsiteX22-1479" fmla="*/ 625642 w 1638299"/>
                    <a:gd name="connsiteY22-1480" fmla="*/ 140754 h 1809133"/>
                    <a:gd name="connsiteX0-1481" fmla="*/ 625642 w 1638299"/>
                    <a:gd name="connsiteY0-1482" fmla="*/ 140754 h 1809133"/>
                    <a:gd name="connsiteX1-1483" fmla="*/ 401053 w 1638299"/>
                    <a:gd name="connsiteY1-1484" fmla="*/ 353312 h 1809133"/>
                    <a:gd name="connsiteX2-1485" fmla="*/ 168441 w 1638299"/>
                    <a:gd name="connsiteY2-1486" fmla="*/ 754364 h 1809133"/>
                    <a:gd name="connsiteX3-1487" fmla="*/ 76200 w 1638299"/>
                    <a:gd name="connsiteY3-1488" fmla="*/ 994996 h 1809133"/>
                    <a:gd name="connsiteX4-1489" fmla="*/ 16042 w 1638299"/>
                    <a:gd name="connsiteY4-1490" fmla="*/ 1239638 h 1809133"/>
                    <a:gd name="connsiteX5-1491" fmla="*/ 0 w 1638299"/>
                    <a:gd name="connsiteY5-1492" fmla="*/ 1416101 h 1809133"/>
                    <a:gd name="connsiteX6-1493" fmla="*/ 52136 w 1638299"/>
                    <a:gd name="connsiteY6-1494" fmla="*/ 1676785 h 1809133"/>
                    <a:gd name="connsiteX7-1495" fmla="*/ 228600 w 1638299"/>
                    <a:gd name="connsiteY7-1496" fmla="*/ 1797101 h 1809133"/>
                    <a:gd name="connsiteX8-1497" fmla="*/ 344905 w 1638299"/>
                    <a:gd name="connsiteY8-1498" fmla="*/ 1809133 h 1809133"/>
                    <a:gd name="connsiteX9-1499" fmla="*/ 453189 w 1638299"/>
                    <a:gd name="connsiteY9-1500" fmla="*/ 1756996 h 1809133"/>
                    <a:gd name="connsiteX10-1501" fmla="*/ 561473 w 1638299"/>
                    <a:gd name="connsiteY10-1502" fmla="*/ 1496312 h 1809133"/>
                    <a:gd name="connsiteX11-1503" fmla="*/ 649705 w 1638299"/>
                    <a:gd name="connsiteY11-1504" fmla="*/ 1175470 h 1809133"/>
                    <a:gd name="connsiteX12-1505" fmla="*/ 770021 w 1638299"/>
                    <a:gd name="connsiteY12-1506" fmla="*/ 946870 h 1809133"/>
                    <a:gd name="connsiteX13-1507" fmla="*/ 966536 w 1638299"/>
                    <a:gd name="connsiteY13-1508" fmla="*/ 754365 h 1809133"/>
                    <a:gd name="connsiteX14-1509" fmla="*/ 1211178 w 1638299"/>
                    <a:gd name="connsiteY14-1510" fmla="*/ 642070 h 1809133"/>
                    <a:gd name="connsiteX15-1511" fmla="*/ 1471863 w 1638299"/>
                    <a:gd name="connsiteY15-1512" fmla="*/ 485659 h 1809133"/>
                    <a:gd name="connsiteX16-1513" fmla="*/ 1628273 w 1638299"/>
                    <a:gd name="connsiteY16-1514" fmla="*/ 220965 h 1809133"/>
                    <a:gd name="connsiteX17-1515" fmla="*/ 1632284 w 1638299"/>
                    <a:gd name="connsiteY17-1516" fmla="*/ 116691 h 1809133"/>
                    <a:gd name="connsiteX18-1517" fmla="*/ 1588169 w 1638299"/>
                    <a:gd name="connsiteY18-1518" fmla="*/ 44501 h 1809133"/>
                    <a:gd name="connsiteX19-1519" fmla="*/ 1451810 w 1638299"/>
                    <a:gd name="connsiteY19-1520" fmla="*/ 8406 h 1809133"/>
                    <a:gd name="connsiteX20-1521" fmla="*/ 1195137 w 1638299"/>
                    <a:gd name="connsiteY20-1522" fmla="*/ 386 h 1809133"/>
                    <a:gd name="connsiteX21-1523" fmla="*/ 858252 w 1638299"/>
                    <a:gd name="connsiteY21-1524" fmla="*/ 40491 h 1809133"/>
                    <a:gd name="connsiteX22-1525" fmla="*/ 625642 w 1638299"/>
                    <a:gd name="connsiteY22-1526" fmla="*/ 140754 h 1809133"/>
                    <a:gd name="connsiteX0-1527" fmla="*/ 625642 w 1638299"/>
                    <a:gd name="connsiteY0-1528" fmla="*/ 140754 h 1809133"/>
                    <a:gd name="connsiteX1-1529" fmla="*/ 401053 w 1638299"/>
                    <a:gd name="connsiteY1-1530" fmla="*/ 353312 h 1809133"/>
                    <a:gd name="connsiteX2-1531" fmla="*/ 168441 w 1638299"/>
                    <a:gd name="connsiteY2-1532" fmla="*/ 754364 h 1809133"/>
                    <a:gd name="connsiteX3-1533" fmla="*/ 76200 w 1638299"/>
                    <a:gd name="connsiteY3-1534" fmla="*/ 994996 h 1809133"/>
                    <a:gd name="connsiteX4-1535" fmla="*/ 16042 w 1638299"/>
                    <a:gd name="connsiteY4-1536" fmla="*/ 1239638 h 1809133"/>
                    <a:gd name="connsiteX5-1537" fmla="*/ 0 w 1638299"/>
                    <a:gd name="connsiteY5-1538" fmla="*/ 1416101 h 1809133"/>
                    <a:gd name="connsiteX6-1539" fmla="*/ 52136 w 1638299"/>
                    <a:gd name="connsiteY6-1540" fmla="*/ 1676785 h 1809133"/>
                    <a:gd name="connsiteX7-1541" fmla="*/ 228600 w 1638299"/>
                    <a:gd name="connsiteY7-1542" fmla="*/ 1797101 h 1809133"/>
                    <a:gd name="connsiteX8-1543" fmla="*/ 344905 w 1638299"/>
                    <a:gd name="connsiteY8-1544" fmla="*/ 1809133 h 1809133"/>
                    <a:gd name="connsiteX9-1545" fmla="*/ 453189 w 1638299"/>
                    <a:gd name="connsiteY9-1546" fmla="*/ 1756996 h 1809133"/>
                    <a:gd name="connsiteX10-1547" fmla="*/ 561473 w 1638299"/>
                    <a:gd name="connsiteY10-1548" fmla="*/ 1496312 h 1809133"/>
                    <a:gd name="connsiteX11-1549" fmla="*/ 649705 w 1638299"/>
                    <a:gd name="connsiteY11-1550" fmla="*/ 1175470 h 1809133"/>
                    <a:gd name="connsiteX12-1551" fmla="*/ 770021 w 1638299"/>
                    <a:gd name="connsiteY12-1552" fmla="*/ 946870 h 1809133"/>
                    <a:gd name="connsiteX13-1553" fmla="*/ 966536 w 1638299"/>
                    <a:gd name="connsiteY13-1554" fmla="*/ 754365 h 1809133"/>
                    <a:gd name="connsiteX14-1555" fmla="*/ 1211178 w 1638299"/>
                    <a:gd name="connsiteY14-1556" fmla="*/ 642070 h 1809133"/>
                    <a:gd name="connsiteX15-1557" fmla="*/ 1471863 w 1638299"/>
                    <a:gd name="connsiteY15-1558" fmla="*/ 485659 h 1809133"/>
                    <a:gd name="connsiteX16-1559" fmla="*/ 1628273 w 1638299"/>
                    <a:gd name="connsiteY16-1560" fmla="*/ 220965 h 1809133"/>
                    <a:gd name="connsiteX17-1561" fmla="*/ 1632284 w 1638299"/>
                    <a:gd name="connsiteY17-1562" fmla="*/ 116691 h 1809133"/>
                    <a:gd name="connsiteX18-1563" fmla="*/ 1588169 w 1638299"/>
                    <a:gd name="connsiteY18-1564" fmla="*/ 44501 h 1809133"/>
                    <a:gd name="connsiteX19-1565" fmla="*/ 1451810 w 1638299"/>
                    <a:gd name="connsiteY19-1566" fmla="*/ 8406 h 1809133"/>
                    <a:gd name="connsiteX20-1567" fmla="*/ 1195137 w 1638299"/>
                    <a:gd name="connsiteY20-1568" fmla="*/ 386 h 1809133"/>
                    <a:gd name="connsiteX21-1569" fmla="*/ 858252 w 1638299"/>
                    <a:gd name="connsiteY21-1570" fmla="*/ 40491 h 1809133"/>
                    <a:gd name="connsiteX22-1571" fmla="*/ 625642 w 1638299"/>
                    <a:gd name="connsiteY22-1572" fmla="*/ 140754 h 1809133"/>
                    <a:gd name="connsiteX0-1573" fmla="*/ 625642 w 1638299"/>
                    <a:gd name="connsiteY0-1574" fmla="*/ 154854 h 1823233"/>
                    <a:gd name="connsiteX1-1575" fmla="*/ 401053 w 1638299"/>
                    <a:gd name="connsiteY1-1576" fmla="*/ 367412 h 1823233"/>
                    <a:gd name="connsiteX2-1577" fmla="*/ 168441 w 1638299"/>
                    <a:gd name="connsiteY2-1578" fmla="*/ 768464 h 1823233"/>
                    <a:gd name="connsiteX3-1579" fmla="*/ 76200 w 1638299"/>
                    <a:gd name="connsiteY3-1580" fmla="*/ 1009096 h 1823233"/>
                    <a:gd name="connsiteX4-1581" fmla="*/ 16042 w 1638299"/>
                    <a:gd name="connsiteY4-1582" fmla="*/ 1253738 h 1823233"/>
                    <a:gd name="connsiteX5-1583" fmla="*/ 0 w 1638299"/>
                    <a:gd name="connsiteY5-1584" fmla="*/ 1430201 h 1823233"/>
                    <a:gd name="connsiteX6-1585" fmla="*/ 52136 w 1638299"/>
                    <a:gd name="connsiteY6-1586" fmla="*/ 1690885 h 1823233"/>
                    <a:gd name="connsiteX7-1587" fmla="*/ 228600 w 1638299"/>
                    <a:gd name="connsiteY7-1588" fmla="*/ 1811201 h 1823233"/>
                    <a:gd name="connsiteX8-1589" fmla="*/ 344905 w 1638299"/>
                    <a:gd name="connsiteY8-1590" fmla="*/ 1823233 h 1823233"/>
                    <a:gd name="connsiteX9-1591" fmla="*/ 453189 w 1638299"/>
                    <a:gd name="connsiteY9-1592" fmla="*/ 1771096 h 1823233"/>
                    <a:gd name="connsiteX10-1593" fmla="*/ 561473 w 1638299"/>
                    <a:gd name="connsiteY10-1594" fmla="*/ 1510412 h 1823233"/>
                    <a:gd name="connsiteX11-1595" fmla="*/ 649705 w 1638299"/>
                    <a:gd name="connsiteY11-1596" fmla="*/ 1189570 h 1823233"/>
                    <a:gd name="connsiteX12-1597" fmla="*/ 770021 w 1638299"/>
                    <a:gd name="connsiteY12-1598" fmla="*/ 960970 h 1823233"/>
                    <a:gd name="connsiteX13-1599" fmla="*/ 966536 w 1638299"/>
                    <a:gd name="connsiteY13-1600" fmla="*/ 768465 h 1823233"/>
                    <a:gd name="connsiteX14-1601" fmla="*/ 1211178 w 1638299"/>
                    <a:gd name="connsiteY14-1602" fmla="*/ 656170 h 1823233"/>
                    <a:gd name="connsiteX15-1603" fmla="*/ 1471863 w 1638299"/>
                    <a:gd name="connsiteY15-1604" fmla="*/ 499759 h 1823233"/>
                    <a:gd name="connsiteX16-1605" fmla="*/ 1628273 w 1638299"/>
                    <a:gd name="connsiteY16-1606" fmla="*/ 235065 h 1823233"/>
                    <a:gd name="connsiteX17-1607" fmla="*/ 1632284 w 1638299"/>
                    <a:gd name="connsiteY17-1608" fmla="*/ 130791 h 1823233"/>
                    <a:gd name="connsiteX18-1609" fmla="*/ 1588169 w 1638299"/>
                    <a:gd name="connsiteY18-1610" fmla="*/ 58601 h 1823233"/>
                    <a:gd name="connsiteX19-1611" fmla="*/ 1419726 w 1638299"/>
                    <a:gd name="connsiteY19-1612" fmla="*/ 2453 h 1823233"/>
                    <a:gd name="connsiteX20-1613" fmla="*/ 1195137 w 1638299"/>
                    <a:gd name="connsiteY20-1614" fmla="*/ 14486 h 1823233"/>
                    <a:gd name="connsiteX21-1615" fmla="*/ 858252 w 1638299"/>
                    <a:gd name="connsiteY21-1616" fmla="*/ 54591 h 1823233"/>
                    <a:gd name="connsiteX22-1617" fmla="*/ 625642 w 1638299"/>
                    <a:gd name="connsiteY22-1618" fmla="*/ 154854 h 1823233"/>
                    <a:gd name="connsiteX0-1619" fmla="*/ 625642 w 1638299"/>
                    <a:gd name="connsiteY0-1620" fmla="*/ 159170 h 1827549"/>
                    <a:gd name="connsiteX1-1621" fmla="*/ 401053 w 1638299"/>
                    <a:gd name="connsiteY1-1622" fmla="*/ 371728 h 1827549"/>
                    <a:gd name="connsiteX2-1623" fmla="*/ 168441 w 1638299"/>
                    <a:gd name="connsiteY2-1624" fmla="*/ 772780 h 1827549"/>
                    <a:gd name="connsiteX3-1625" fmla="*/ 76200 w 1638299"/>
                    <a:gd name="connsiteY3-1626" fmla="*/ 1013412 h 1827549"/>
                    <a:gd name="connsiteX4-1627" fmla="*/ 16042 w 1638299"/>
                    <a:gd name="connsiteY4-1628" fmla="*/ 1258054 h 1827549"/>
                    <a:gd name="connsiteX5-1629" fmla="*/ 0 w 1638299"/>
                    <a:gd name="connsiteY5-1630" fmla="*/ 1434517 h 1827549"/>
                    <a:gd name="connsiteX6-1631" fmla="*/ 52136 w 1638299"/>
                    <a:gd name="connsiteY6-1632" fmla="*/ 1695201 h 1827549"/>
                    <a:gd name="connsiteX7-1633" fmla="*/ 228600 w 1638299"/>
                    <a:gd name="connsiteY7-1634" fmla="*/ 1815517 h 1827549"/>
                    <a:gd name="connsiteX8-1635" fmla="*/ 344905 w 1638299"/>
                    <a:gd name="connsiteY8-1636" fmla="*/ 1827549 h 1827549"/>
                    <a:gd name="connsiteX9-1637" fmla="*/ 453189 w 1638299"/>
                    <a:gd name="connsiteY9-1638" fmla="*/ 1775412 h 1827549"/>
                    <a:gd name="connsiteX10-1639" fmla="*/ 561473 w 1638299"/>
                    <a:gd name="connsiteY10-1640" fmla="*/ 1514728 h 1827549"/>
                    <a:gd name="connsiteX11-1641" fmla="*/ 649705 w 1638299"/>
                    <a:gd name="connsiteY11-1642" fmla="*/ 1193886 h 1827549"/>
                    <a:gd name="connsiteX12-1643" fmla="*/ 770021 w 1638299"/>
                    <a:gd name="connsiteY12-1644" fmla="*/ 965286 h 1827549"/>
                    <a:gd name="connsiteX13-1645" fmla="*/ 966536 w 1638299"/>
                    <a:gd name="connsiteY13-1646" fmla="*/ 772781 h 1827549"/>
                    <a:gd name="connsiteX14-1647" fmla="*/ 1211178 w 1638299"/>
                    <a:gd name="connsiteY14-1648" fmla="*/ 660486 h 1827549"/>
                    <a:gd name="connsiteX15-1649" fmla="*/ 1471863 w 1638299"/>
                    <a:gd name="connsiteY15-1650" fmla="*/ 504075 h 1827549"/>
                    <a:gd name="connsiteX16-1651" fmla="*/ 1628273 w 1638299"/>
                    <a:gd name="connsiteY16-1652" fmla="*/ 239381 h 1827549"/>
                    <a:gd name="connsiteX17-1653" fmla="*/ 1632284 w 1638299"/>
                    <a:gd name="connsiteY17-1654" fmla="*/ 135107 h 1827549"/>
                    <a:gd name="connsiteX18-1655" fmla="*/ 1588169 w 1638299"/>
                    <a:gd name="connsiteY18-1656" fmla="*/ 62917 h 1827549"/>
                    <a:gd name="connsiteX19-1657" fmla="*/ 1419726 w 1638299"/>
                    <a:gd name="connsiteY19-1658" fmla="*/ 6769 h 1827549"/>
                    <a:gd name="connsiteX20-1659" fmla="*/ 1191126 w 1638299"/>
                    <a:gd name="connsiteY20-1660" fmla="*/ 6771 h 1827549"/>
                    <a:gd name="connsiteX21-1661" fmla="*/ 858252 w 1638299"/>
                    <a:gd name="connsiteY21-1662" fmla="*/ 58907 h 1827549"/>
                    <a:gd name="connsiteX22-1663" fmla="*/ 625642 w 1638299"/>
                    <a:gd name="connsiteY22-1664" fmla="*/ 159170 h 1827549"/>
                    <a:gd name="connsiteX0-1665" fmla="*/ 625642 w 1638299"/>
                    <a:gd name="connsiteY0-1666" fmla="*/ 159170 h 1827549"/>
                    <a:gd name="connsiteX1-1667" fmla="*/ 401053 w 1638299"/>
                    <a:gd name="connsiteY1-1668" fmla="*/ 371728 h 1827549"/>
                    <a:gd name="connsiteX2-1669" fmla="*/ 168441 w 1638299"/>
                    <a:gd name="connsiteY2-1670" fmla="*/ 772780 h 1827549"/>
                    <a:gd name="connsiteX3-1671" fmla="*/ 76200 w 1638299"/>
                    <a:gd name="connsiteY3-1672" fmla="*/ 1013412 h 1827549"/>
                    <a:gd name="connsiteX4-1673" fmla="*/ 16042 w 1638299"/>
                    <a:gd name="connsiteY4-1674" fmla="*/ 1258054 h 1827549"/>
                    <a:gd name="connsiteX5-1675" fmla="*/ 0 w 1638299"/>
                    <a:gd name="connsiteY5-1676" fmla="*/ 1434517 h 1827549"/>
                    <a:gd name="connsiteX6-1677" fmla="*/ 52136 w 1638299"/>
                    <a:gd name="connsiteY6-1678" fmla="*/ 1695201 h 1827549"/>
                    <a:gd name="connsiteX7-1679" fmla="*/ 228600 w 1638299"/>
                    <a:gd name="connsiteY7-1680" fmla="*/ 1815517 h 1827549"/>
                    <a:gd name="connsiteX8-1681" fmla="*/ 344905 w 1638299"/>
                    <a:gd name="connsiteY8-1682" fmla="*/ 1827549 h 1827549"/>
                    <a:gd name="connsiteX9-1683" fmla="*/ 453189 w 1638299"/>
                    <a:gd name="connsiteY9-1684" fmla="*/ 1775412 h 1827549"/>
                    <a:gd name="connsiteX10-1685" fmla="*/ 561473 w 1638299"/>
                    <a:gd name="connsiteY10-1686" fmla="*/ 1514728 h 1827549"/>
                    <a:gd name="connsiteX11-1687" fmla="*/ 649705 w 1638299"/>
                    <a:gd name="connsiteY11-1688" fmla="*/ 1193886 h 1827549"/>
                    <a:gd name="connsiteX12-1689" fmla="*/ 770021 w 1638299"/>
                    <a:gd name="connsiteY12-1690" fmla="*/ 965286 h 1827549"/>
                    <a:gd name="connsiteX13-1691" fmla="*/ 966536 w 1638299"/>
                    <a:gd name="connsiteY13-1692" fmla="*/ 772781 h 1827549"/>
                    <a:gd name="connsiteX14-1693" fmla="*/ 1211178 w 1638299"/>
                    <a:gd name="connsiteY14-1694" fmla="*/ 660486 h 1827549"/>
                    <a:gd name="connsiteX15-1695" fmla="*/ 1471863 w 1638299"/>
                    <a:gd name="connsiteY15-1696" fmla="*/ 504075 h 1827549"/>
                    <a:gd name="connsiteX16-1697" fmla="*/ 1628273 w 1638299"/>
                    <a:gd name="connsiteY16-1698" fmla="*/ 239381 h 1827549"/>
                    <a:gd name="connsiteX17-1699" fmla="*/ 1632284 w 1638299"/>
                    <a:gd name="connsiteY17-1700" fmla="*/ 135107 h 1827549"/>
                    <a:gd name="connsiteX18-1701" fmla="*/ 1588169 w 1638299"/>
                    <a:gd name="connsiteY18-1702" fmla="*/ 62917 h 1827549"/>
                    <a:gd name="connsiteX19-1703" fmla="*/ 1419726 w 1638299"/>
                    <a:gd name="connsiteY19-1704" fmla="*/ 6769 h 1827549"/>
                    <a:gd name="connsiteX20-1705" fmla="*/ 1191126 w 1638299"/>
                    <a:gd name="connsiteY20-1706" fmla="*/ 6771 h 1827549"/>
                    <a:gd name="connsiteX21-1707" fmla="*/ 858252 w 1638299"/>
                    <a:gd name="connsiteY21-1708" fmla="*/ 58907 h 1827549"/>
                    <a:gd name="connsiteX22-1709" fmla="*/ 625642 w 1638299"/>
                    <a:gd name="connsiteY22-1710" fmla="*/ 159170 h 1827549"/>
                    <a:gd name="connsiteX0-1711" fmla="*/ 625642 w 1638299"/>
                    <a:gd name="connsiteY0-1712" fmla="*/ 159170 h 1827549"/>
                    <a:gd name="connsiteX1-1713" fmla="*/ 401053 w 1638299"/>
                    <a:gd name="connsiteY1-1714" fmla="*/ 371728 h 1827549"/>
                    <a:gd name="connsiteX2-1715" fmla="*/ 168441 w 1638299"/>
                    <a:gd name="connsiteY2-1716" fmla="*/ 772780 h 1827549"/>
                    <a:gd name="connsiteX3-1717" fmla="*/ 76200 w 1638299"/>
                    <a:gd name="connsiteY3-1718" fmla="*/ 1013412 h 1827549"/>
                    <a:gd name="connsiteX4-1719" fmla="*/ 16042 w 1638299"/>
                    <a:gd name="connsiteY4-1720" fmla="*/ 1258054 h 1827549"/>
                    <a:gd name="connsiteX5-1721" fmla="*/ 0 w 1638299"/>
                    <a:gd name="connsiteY5-1722" fmla="*/ 1434517 h 1827549"/>
                    <a:gd name="connsiteX6-1723" fmla="*/ 52136 w 1638299"/>
                    <a:gd name="connsiteY6-1724" fmla="*/ 1695201 h 1827549"/>
                    <a:gd name="connsiteX7-1725" fmla="*/ 228600 w 1638299"/>
                    <a:gd name="connsiteY7-1726" fmla="*/ 1815517 h 1827549"/>
                    <a:gd name="connsiteX8-1727" fmla="*/ 344905 w 1638299"/>
                    <a:gd name="connsiteY8-1728" fmla="*/ 1827549 h 1827549"/>
                    <a:gd name="connsiteX9-1729" fmla="*/ 453189 w 1638299"/>
                    <a:gd name="connsiteY9-1730" fmla="*/ 1775412 h 1827549"/>
                    <a:gd name="connsiteX10-1731" fmla="*/ 561473 w 1638299"/>
                    <a:gd name="connsiteY10-1732" fmla="*/ 1514728 h 1827549"/>
                    <a:gd name="connsiteX11-1733" fmla="*/ 649705 w 1638299"/>
                    <a:gd name="connsiteY11-1734" fmla="*/ 1193886 h 1827549"/>
                    <a:gd name="connsiteX12-1735" fmla="*/ 770021 w 1638299"/>
                    <a:gd name="connsiteY12-1736" fmla="*/ 965286 h 1827549"/>
                    <a:gd name="connsiteX13-1737" fmla="*/ 966536 w 1638299"/>
                    <a:gd name="connsiteY13-1738" fmla="*/ 772781 h 1827549"/>
                    <a:gd name="connsiteX14-1739" fmla="*/ 1211178 w 1638299"/>
                    <a:gd name="connsiteY14-1740" fmla="*/ 660486 h 1827549"/>
                    <a:gd name="connsiteX15-1741" fmla="*/ 1471863 w 1638299"/>
                    <a:gd name="connsiteY15-1742" fmla="*/ 504075 h 1827549"/>
                    <a:gd name="connsiteX16-1743" fmla="*/ 1628273 w 1638299"/>
                    <a:gd name="connsiteY16-1744" fmla="*/ 239381 h 1827549"/>
                    <a:gd name="connsiteX17-1745" fmla="*/ 1632284 w 1638299"/>
                    <a:gd name="connsiteY17-1746" fmla="*/ 135107 h 1827549"/>
                    <a:gd name="connsiteX18-1747" fmla="*/ 1588169 w 1638299"/>
                    <a:gd name="connsiteY18-1748" fmla="*/ 62917 h 1827549"/>
                    <a:gd name="connsiteX19-1749" fmla="*/ 1419726 w 1638299"/>
                    <a:gd name="connsiteY19-1750" fmla="*/ 6769 h 1827549"/>
                    <a:gd name="connsiteX20-1751" fmla="*/ 1191126 w 1638299"/>
                    <a:gd name="connsiteY20-1752" fmla="*/ 6771 h 1827549"/>
                    <a:gd name="connsiteX21-1753" fmla="*/ 858252 w 1638299"/>
                    <a:gd name="connsiteY21-1754" fmla="*/ 58907 h 1827549"/>
                    <a:gd name="connsiteX22-1755" fmla="*/ 625642 w 1638299"/>
                    <a:gd name="connsiteY22-1756" fmla="*/ 159170 h 1827549"/>
                    <a:gd name="connsiteX0-1757" fmla="*/ 625642 w 1638299"/>
                    <a:gd name="connsiteY0-1758" fmla="*/ 159170 h 1827549"/>
                    <a:gd name="connsiteX1-1759" fmla="*/ 401053 w 1638299"/>
                    <a:gd name="connsiteY1-1760" fmla="*/ 371728 h 1827549"/>
                    <a:gd name="connsiteX2-1761" fmla="*/ 168441 w 1638299"/>
                    <a:gd name="connsiteY2-1762" fmla="*/ 772780 h 1827549"/>
                    <a:gd name="connsiteX3-1763" fmla="*/ 76200 w 1638299"/>
                    <a:gd name="connsiteY3-1764" fmla="*/ 1013412 h 1827549"/>
                    <a:gd name="connsiteX4-1765" fmla="*/ 16042 w 1638299"/>
                    <a:gd name="connsiteY4-1766" fmla="*/ 1258054 h 1827549"/>
                    <a:gd name="connsiteX5-1767" fmla="*/ 0 w 1638299"/>
                    <a:gd name="connsiteY5-1768" fmla="*/ 1434517 h 1827549"/>
                    <a:gd name="connsiteX6-1769" fmla="*/ 52136 w 1638299"/>
                    <a:gd name="connsiteY6-1770" fmla="*/ 1695201 h 1827549"/>
                    <a:gd name="connsiteX7-1771" fmla="*/ 228600 w 1638299"/>
                    <a:gd name="connsiteY7-1772" fmla="*/ 1815517 h 1827549"/>
                    <a:gd name="connsiteX8-1773" fmla="*/ 344905 w 1638299"/>
                    <a:gd name="connsiteY8-1774" fmla="*/ 1827549 h 1827549"/>
                    <a:gd name="connsiteX9-1775" fmla="*/ 453189 w 1638299"/>
                    <a:gd name="connsiteY9-1776" fmla="*/ 1775412 h 1827549"/>
                    <a:gd name="connsiteX10-1777" fmla="*/ 561473 w 1638299"/>
                    <a:gd name="connsiteY10-1778" fmla="*/ 1514728 h 1827549"/>
                    <a:gd name="connsiteX11-1779" fmla="*/ 649705 w 1638299"/>
                    <a:gd name="connsiteY11-1780" fmla="*/ 1193886 h 1827549"/>
                    <a:gd name="connsiteX12-1781" fmla="*/ 770021 w 1638299"/>
                    <a:gd name="connsiteY12-1782" fmla="*/ 965286 h 1827549"/>
                    <a:gd name="connsiteX13-1783" fmla="*/ 966536 w 1638299"/>
                    <a:gd name="connsiteY13-1784" fmla="*/ 772781 h 1827549"/>
                    <a:gd name="connsiteX14-1785" fmla="*/ 1211178 w 1638299"/>
                    <a:gd name="connsiteY14-1786" fmla="*/ 660486 h 1827549"/>
                    <a:gd name="connsiteX15-1787" fmla="*/ 1471863 w 1638299"/>
                    <a:gd name="connsiteY15-1788" fmla="*/ 504075 h 1827549"/>
                    <a:gd name="connsiteX16-1789" fmla="*/ 1628273 w 1638299"/>
                    <a:gd name="connsiteY16-1790" fmla="*/ 239381 h 1827549"/>
                    <a:gd name="connsiteX17-1791" fmla="*/ 1632284 w 1638299"/>
                    <a:gd name="connsiteY17-1792" fmla="*/ 135107 h 1827549"/>
                    <a:gd name="connsiteX18-1793" fmla="*/ 1588169 w 1638299"/>
                    <a:gd name="connsiteY18-1794" fmla="*/ 62917 h 1827549"/>
                    <a:gd name="connsiteX19-1795" fmla="*/ 1419726 w 1638299"/>
                    <a:gd name="connsiteY19-1796" fmla="*/ 6769 h 1827549"/>
                    <a:gd name="connsiteX20-1797" fmla="*/ 1191126 w 1638299"/>
                    <a:gd name="connsiteY20-1798" fmla="*/ 6771 h 1827549"/>
                    <a:gd name="connsiteX21-1799" fmla="*/ 858252 w 1638299"/>
                    <a:gd name="connsiteY21-1800" fmla="*/ 58907 h 1827549"/>
                    <a:gd name="connsiteX22-1801" fmla="*/ 625642 w 1638299"/>
                    <a:gd name="connsiteY22-1802" fmla="*/ 159170 h 1827549"/>
                    <a:gd name="connsiteX0-1803" fmla="*/ 625642 w 1638299"/>
                    <a:gd name="connsiteY0-1804" fmla="*/ 159170 h 1832568"/>
                    <a:gd name="connsiteX1-1805" fmla="*/ 401053 w 1638299"/>
                    <a:gd name="connsiteY1-1806" fmla="*/ 371728 h 1832568"/>
                    <a:gd name="connsiteX2-1807" fmla="*/ 168441 w 1638299"/>
                    <a:gd name="connsiteY2-1808" fmla="*/ 772780 h 1832568"/>
                    <a:gd name="connsiteX3-1809" fmla="*/ 76200 w 1638299"/>
                    <a:gd name="connsiteY3-1810" fmla="*/ 1013412 h 1832568"/>
                    <a:gd name="connsiteX4-1811" fmla="*/ 16042 w 1638299"/>
                    <a:gd name="connsiteY4-1812" fmla="*/ 1258054 h 1832568"/>
                    <a:gd name="connsiteX5-1813" fmla="*/ 0 w 1638299"/>
                    <a:gd name="connsiteY5-1814" fmla="*/ 1434517 h 1832568"/>
                    <a:gd name="connsiteX6-1815" fmla="*/ 52136 w 1638299"/>
                    <a:gd name="connsiteY6-1816" fmla="*/ 1695201 h 1832568"/>
                    <a:gd name="connsiteX7-1817" fmla="*/ 228600 w 1638299"/>
                    <a:gd name="connsiteY7-1818" fmla="*/ 1815517 h 1832568"/>
                    <a:gd name="connsiteX8-1819" fmla="*/ 344905 w 1638299"/>
                    <a:gd name="connsiteY8-1820" fmla="*/ 1827549 h 1832568"/>
                    <a:gd name="connsiteX9-1821" fmla="*/ 453189 w 1638299"/>
                    <a:gd name="connsiteY9-1822" fmla="*/ 1775412 h 1832568"/>
                    <a:gd name="connsiteX10-1823" fmla="*/ 561473 w 1638299"/>
                    <a:gd name="connsiteY10-1824" fmla="*/ 1514728 h 1832568"/>
                    <a:gd name="connsiteX11-1825" fmla="*/ 649705 w 1638299"/>
                    <a:gd name="connsiteY11-1826" fmla="*/ 1193886 h 1832568"/>
                    <a:gd name="connsiteX12-1827" fmla="*/ 770021 w 1638299"/>
                    <a:gd name="connsiteY12-1828" fmla="*/ 965286 h 1832568"/>
                    <a:gd name="connsiteX13-1829" fmla="*/ 966536 w 1638299"/>
                    <a:gd name="connsiteY13-1830" fmla="*/ 772781 h 1832568"/>
                    <a:gd name="connsiteX14-1831" fmla="*/ 1211178 w 1638299"/>
                    <a:gd name="connsiteY14-1832" fmla="*/ 660486 h 1832568"/>
                    <a:gd name="connsiteX15-1833" fmla="*/ 1471863 w 1638299"/>
                    <a:gd name="connsiteY15-1834" fmla="*/ 504075 h 1832568"/>
                    <a:gd name="connsiteX16-1835" fmla="*/ 1628273 w 1638299"/>
                    <a:gd name="connsiteY16-1836" fmla="*/ 239381 h 1832568"/>
                    <a:gd name="connsiteX17-1837" fmla="*/ 1632284 w 1638299"/>
                    <a:gd name="connsiteY17-1838" fmla="*/ 135107 h 1832568"/>
                    <a:gd name="connsiteX18-1839" fmla="*/ 1588169 w 1638299"/>
                    <a:gd name="connsiteY18-1840" fmla="*/ 62917 h 1832568"/>
                    <a:gd name="connsiteX19-1841" fmla="*/ 1419726 w 1638299"/>
                    <a:gd name="connsiteY19-1842" fmla="*/ 6769 h 1832568"/>
                    <a:gd name="connsiteX20-1843" fmla="*/ 1191126 w 1638299"/>
                    <a:gd name="connsiteY20-1844" fmla="*/ 6771 h 1832568"/>
                    <a:gd name="connsiteX21-1845" fmla="*/ 858252 w 1638299"/>
                    <a:gd name="connsiteY21-1846" fmla="*/ 58907 h 1832568"/>
                    <a:gd name="connsiteX22-1847" fmla="*/ 625642 w 1638299"/>
                    <a:gd name="connsiteY22-1848" fmla="*/ 159170 h 1832568"/>
                    <a:gd name="connsiteX0-1849" fmla="*/ 625642 w 1638299"/>
                    <a:gd name="connsiteY0-1850" fmla="*/ 159170 h 1832568"/>
                    <a:gd name="connsiteX1-1851" fmla="*/ 401053 w 1638299"/>
                    <a:gd name="connsiteY1-1852" fmla="*/ 371728 h 1832568"/>
                    <a:gd name="connsiteX2-1853" fmla="*/ 168441 w 1638299"/>
                    <a:gd name="connsiteY2-1854" fmla="*/ 772780 h 1832568"/>
                    <a:gd name="connsiteX3-1855" fmla="*/ 76200 w 1638299"/>
                    <a:gd name="connsiteY3-1856" fmla="*/ 1013412 h 1832568"/>
                    <a:gd name="connsiteX4-1857" fmla="*/ 16042 w 1638299"/>
                    <a:gd name="connsiteY4-1858" fmla="*/ 1258054 h 1832568"/>
                    <a:gd name="connsiteX5-1859" fmla="*/ 0 w 1638299"/>
                    <a:gd name="connsiteY5-1860" fmla="*/ 1434517 h 1832568"/>
                    <a:gd name="connsiteX6-1861" fmla="*/ 52136 w 1638299"/>
                    <a:gd name="connsiteY6-1862" fmla="*/ 1695201 h 1832568"/>
                    <a:gd name="connsiteX7-1863" fmla="*/ 228600 w 1638299"/>
                    <a:gd name="connsiteY7-1864" fmla="*/ 1815517 h 1832568"/>
                    <a:gd name="connsiteX8-1865" fmla="*/ 344905 w 1638299"/>
                    <a:gd name="connsiteY8-1866" fmla="*/ 1827549 h 1832568"/>
                    <a:gd name="connsiteX9-1867" fmla="*/ 453189 w 1638299"/>
                    <a:gd name="connsiteY9-1868" fmla="*/ 1775412 h 1832568"/>
                    <a:gd name="connsiteX10-1869" fmla="*/ 561473 w 1638299"/>
                    <a:gd name="connsiteY10-1870" fmla="*/ 1514728 h 1832568"/>
                    <a:gd name="connsiteX11-1871" fmla="*/ 649705 w 1638299"/>
                    <a:gd name="connsiteY11-1872" fmla="*/ 1193886 h 1832568"/>
                    <a:gd name="connsiteX12-1873" fmla="*/ 770021 w 1638299"/>
                    <a:gd name="connsiteY12-1874" fmla="*/ 965286 h 1832568"/>
                    <a:gd name="connsiteX13-1875" fmla="*/ 966536 w 1638299"/>
                    <a:gd name="connsiteY13-1876" fmla="*/ 772781 h 1832568"/>
                    <a:gd name="connsiteX14-1877" fmla="*/ 1211178 w 1638299"/>
                    <a:gd name="connsiteY14-1878" fmla="*/ 660486 h 1832568"/>
                    <a:gd name="connsiteX15-1879" fmla="*/ 1471863 w 1638299"/>
                    <a:gd name="connsiteY15-1880" fmla="*/ 504075 h 1832568"/>
                    <a:gd name="connsiteX16-1881" fmla="*/ 1628273 w 1638299"/>
                    <a:gd name="connsiteY16-1882" fmla="*/ 239381 h 1832568"/>
                    <a:gd name="connsiteX17-1883" fmla="*/ 1632284 w 1638299"/>
                    <a:gd name="connsiteY17-1884" fmla="*/ 135107 h 1832568"/>
                    <a:gd name="connsiteX18-1885" fmla="*/ 1588169 w 1638299"/>
                    <a:gd name="connsiteY18-1886" fmla="*/ 62917 h 1832568"/>
                    <a:gd name="connsiteX19-1887" fmla="*/ 1419726 w 1638299"/>
                    <a:gd name="connsiteY19-1888" fmla="*/ 6769 h 1832568"/>
                    <a:gd name="connsiteX20-1889" fmla="*/ 1191126 w 1638299"/>
                    <a:gd name="connsiteY20-1890" fmla="*/ 6771 h 1832568"/>
                    <a:gd name="connsiteX21-1891" fmla="*/ 858252 w 1638299"/>
                    <a:gd name="connsiteY21-1892" fmla="*/ 58907 h 1832568"/>
                    <a:gd name="connsiteX22-1893" fmla="*/ 625642 w 1638299"/>
                    <a:gd name="connsiteY22-1894" fmla="*/ 159170 h 1832568"/>
                    <a:gd name="connsiteX0-1895" fmla="*/ 625642 w 1638299"/>
                    <a:gd name="connsiteY0-1896" fmla="*/ 159170 h 1833879"/>
                    <a:gd name="connsiteX1-1897" fmla="*/ 401053 w 1638299"/>
                    <a:gd name="connsiteY1-1898" fmla="*/ 371728 h 1833879"/>
                    <a:gd name="connsiteX2-1899" fmla="*/ 168441 w 1638299"/>
                    <a:gd name="connsiteY2-1900" fmla="*/ 772780 h 1833879"/>
                    <a:gd name="connsiteX3-1901" fmla="*/ 76200 w 1638299"/>
                    <a:gd name="connsiteY3-1902" fmla="*/ 1013412 h 1833879"/>
                    <a:gd name="connsiteX4-1903" fmla="*/ 16042 w 1638299"/>
                    <a:gd name="connsiteY4-1904" fmla="*/ 1258054 h 1833879"/>
                    <a:gd name="connsiteX5-1905" fmla="*/ 0 w 1638299"/>
                    <a:gd name="connsiteY5-1906" fmla="*/ 1434517 h 1833879"/>
                    <a:gd name="connsiteX6-1907" fmla="*/ 52136 w 1638299"/>
                    <a:gd name="connsiteY6-1908" fmla="*/ 1695201 h 1833879"/>
                    <a:gd name="connsiteX7-1909" fmla="*/ 228600 w 1638299"/>
                    <a:gd name="connsiteY7-1910" fmla="*/ 1815517 h 1833879"/>
                    <a:gd name="connsiteX8-1911" fmla="*/ 344905 w 1638299"/>
                    <a:gd name="connsiteY8-1912" fmla="*/ 1827549 h 1833879"/>
                    <a:gd name="connsiteX9-1913" fmla="*/ 453189 w 1638299"/>
                    <a:gd name="connsiteY9-1914" fmla="*/ 1775412 h 1833879"/>
                    <a:gd name="connsiteX10-1915" fmla="*/ 561473 w 1638299"/>
                    <a:gd name="connsiteY10-1916" fmla="*/ 1514728 h 1833879"/>
                    <a:gd name="connsiteX11-1917" fmla="*/ 649705 w 1638299"/>
                    <a:gd name="connsiteY11-1918" fmla="*/ 1193886 h 1833879"/>
                    <a:gd name="connsiteX12-1919" fmla="*/ 770021 w 1638299"/>
                    <a:gd name="connsiteY12-1920" fmla="*/ 965286 h 1833879"/>
                    <a:gd name="connsiteX13-1921" fmla="*/ 966536 w 1638299"/>
                    <a:gd name="connsiteY13-1922" fmla="*/ 772781 h 1833879"/>
                    <a:gd name="connsiteX14-1923" fmla="*/ 1211178 w 1638299"/>
                    <a:gd name="connsiteY14-1924" fmla="*/ 660486 h 1833879"/>
                    <a:gd name="connsiteX15-1925" fmla="*/ 1471863 w 1638299"/>
                    <a:gd name="connsiteY15-1926" fmla="*/ 504075 h 1833879"/>
                    <a:gd name="connsiteX16-1927" fmla="*/ 1628273 w 1638299"/>
                    <a:gd name="connsiteY16-1928" fmla="*/ 239381 h 1833879"/>
                    <a:gd name="connsiteX17-1929" fmla="*/ 1632284 w 1638299"/>
                    <a:gd name="connsiteY17-1930" fmla="*/ 135107 h 1833879"/>
                    <a:gd name="connsiteX18-1931" fmla="*/ 1588169 w 1638299"/>
                    <a:gd name="connsiteY18-1932" fmla="*/ 62917 h 1833879"/>
                    <a:gd name="connsiteX19-1933" fmla="*/ 1419726 w 1638299"/>
                    <a:gd name="connsiteY19-1934" fmla="*/ 6769 h 1833879"/>
                    <a:gd name="connsiteX20-1935" fmla="*/ 1191126 w 1638299"/>
                    <a:gd name="connsiteY20-1936" fmla="*/ 6771 h 1833879"/>
                    <a:gd name="connsiteX21-1937" fmla="*/ 858252 w 1638299"/>
                    <a:gd name="connsiteY21-1938" fmla="*/ 58907 h 1833879"/>
                    <a:gd name="connsiteX22-1939" fmla="*/ 625642 w 1638299"/>
                    <a:gd name="connsiteY22-1940" fmla="*/ 159170 h 1833879"/>
                    <a:gd name="connsiteX0-1941" fmla="*/ 625642 w 1638299"/>
                    <a:gd name="connsiteY0-1942" fmla="*/ 159170 h 1832568"/>
                    <a:gd name="connsiteX1-1943" fmla="*/ 401053 w 1638299"/>
                    <a:gd name="connsiteY1-1944" fmla="*/ 371728 h 1832568"/>
                    <a:gd name="connsiteX2-1945" fmla="*/ 168441 w 1638299"/>
                    <a:gd name="connsiteY2-1946" fmla="*/ 772780 h 1832568"/>
                    <a:gd name="connsiteX3-1947" fmla="*/ 76200 w 1638299"/>
                    <a:gd name="connsiteY3-1948" fmla="*/ 1013412 h 1832568"/>
                    <a:gd name="connsiteX4-1949" fmla="*/ 16042 w 1638299"/>
                    <a:gd name="connsiteY4-1950" fmla="*/ 1258054 h 1832568"/>
                    <a:gd name="connsiteX5-1951" fmla="*/ 0 w 1638299"/>
                    <a:gd name="connsiteY5-1952" fmla="*/ 1434517 h 1832568"/>
                    <a:gd name="connsiteX6-1953" fmla="*/ 52136 w 1638299"/>
                    <a:gd name="connsiteY6-1954" fmla="*/ 1695201 h 1832568"/>
                    <a:gd name="connsiteX7-1955" fmla="*/ 228600 w 1638299"/>
                    <a:gd name="connsiteY7-1956" fmla="*/ 1815517 h 1832568"/>
                    <a:gd name="connsiteX8-1957" fmla="*/ 344905 w 1638299"/>
                    <a:gd name="connsiteY8-1958" fmla="*/ 1827549 h 1832568"/>
                    <a:gd name="connsiteX9-1959" fmla="*/ 453189 w 1638299"/>
                    <a:gd name="connsiteY9-1960" fmla="*/ 1775412 h 1832568"/>
                    <a:gd name="connsiteX10-1961" fmla="*/ 561473 w 1638299"/>
                    <a:gd name="connsiteY10-1962" fmla="*/ 1514728 h 1832568"/>
                    <a:gd name="connsiteX11-1963" fmla="*/ 649705 w 1638299"/>
                    <a:gd name="connsiteY11-1964" fmla="*/ 1193886 h 1832568"/>
                    <a:gd name="connsiteX12-1965" fmla="*/ 770021 w 1638299"/>
                    <a:gd name="connsiteY12-1966" fmla="*/ 965286 h 1832568"/>
                    <a:gd name="connsiteX13-1967" fmla="*/ 966536 w 1638299"/>
                    <a:gd name="connsiteY13-1968" fmla="*/ 772781 h 1832568"/>
                    <a:gd name="connsiteX14-1969" fmla="*/ 1211178 w 1638299"/>
                    <a:gd name="connsiteY14-1970" fmla="*/ 660486 h 1832568"/>
                    <a:gd name="connsiteX15-1971" fmla="*/ 1471863 w 1638299"/>
                    <a:gd name="connsiteY15-1972" fmla="*/ 504075 h 1832568"/>
                    <a:gd name="connsiteX16-1973" fmla="*/ 1628273 w 1638299"/>
                    <a:gd name="connsiteY16-1974" fmla="*/ 239381 h 1832568"/>
                    <a:gd name="connsiteX17-1975" fmla="*/ 1632284 w 1638299"/>
                    <a:gd name="connsiteY17-1976" fmla="*/ 135107 h 1832568"/>
                    <a:gd name="connsiteX18-1977" fmla="*/ 1588169 w 1638299"/>
                    <a:gd name="connsiteY18-1978" fmla="*/ 62917 h 1832568"/>
                    <a:gd name="connsiteX19-1979" fmla="*/ 1419726 w 1638299"/>
                    <a:gd name="connsiteY19-1980" fmla="*/ 6769 h 1832568"/>
                    <a:gd name="connsiteX20-1981" fmla="*/ 1191126 w 1638299"/>
                    <a:gd name="connsiteY20-1982" fmla="*/ 6771 h 1832568"/>
                    <a:gd name="connsiteX21-1983" fmla="*/ 858252 w 1638299"/>
                    <a:gd name="connsiteY21-1984" fmla="*/ 58907 h 1832568"/>
                    <a:gd name="connsiteX22-1985" fmla="*/ 625642 w 1638299"/>
                    <a:gd name="connsiteY22-1986" fmla="*/ 159170 h 1832568"/>
                    <a:gd name="connsiteX0-1987" fmla="*/ 625642 w 1638299"/>
                    <a:gd name="connsiteY0-1988" fmla="*/ 159170 h 1832568"/>
                    <a:gd name="connsiteX1-1989" fmla="*/ 401053 w 1638299"/>
                    <a:gd name="connsiteY1-1990" fmla="*/ 371728 h 1832568"/>
                    <a:gd name="connsiteX2-1991" fmla="*/ 168441 w 1638299"/>
                    <a:gd name="connsiteY2-1992" fmla="*/ 772780 h 1832568"/>
                    <a:gd name="connsiteX3-1993" fmla="*/ 76200 w 1638299"/>
                    <a:gd name="connsiteY3-1994" fmla="*/ 1013412 h 1832568"/>
                    <a:gd name="connsiteX4-1995" fmla="*/ 16042 w 1638299"/>
                    <a:gd name="connsiteY4-1996" fmla="*/ 1258054 h 1832568"/>
                    <a:gd name="connsiteX5-1997" fmla="*/ 0 w 1638299"/>
                    <a:gd name="connsiteY5-1998" fmla="*/ 1434517 h 1832568"/>
                    <a:gd name="connsiteX6-1999" fmla="*/ 52136 w 1638299"/>
                    <a:gd name="connsiteY6-2000" fmla="*/ 1695201 h 1832568"/>
                    <a:gd name="connsiteX7-2001" fmla="*/ 228600 w 1638299"/>
                    <a:gd name="connsiteY7-2002" fmla="*/ 1815517 h 1832568"/>
                    <a:gd name="connsiteX8-2003" fmla="*/ 344905 w 1638299"/>
                    <a:gd name="connsiteY8-2004" fmla="*/ 1827549 h 1832568"/>
                    <a:gd name="connsiteX9-2005" fmla="*/ 453189 w 1638299"/>
                    <a:gd name="connsiteY9-2006" fmla="*/ 1775412 h 1832568"/>
                    <a:gd name="connsiteX10-2007" fmla="*/ 561473 w 1638299"/>
                    <a:gd name="connsiteY10-2008" fmla="*/ 1514728 h 1832568"/>
                    <a:gd name="connsiteX11-2009" fmla="*/ 649705 w 1638299"/>
                    <a:gd name="connsiteY11-2010" fmla="*/ 1193886 h 1832568"/>
                    <a:gd name="connsiteX12-2011" fmla="*/ 770021 w 1638299"/>
                    <a:gd name="connsiteY12-2012" fmla="*/ 965286 h 1832568"/>
                    <a:gd name="connsiteX13-2013" fmla="*/ 966536 w 1638299"/>
                    <a:gd name="connsiteY13-2014" fmla="*/ 772781 h 1832568"/>
                    <a:gd name="connsiteX14-2015" fmla="*/ 1211178 w 1638299"/>
                    <a:gd name="connsiteY14-2016" fmla="*/ 660486 h 1832568"/>
                    <a:gd name="connsiteX15-2017" fmla="*/ 1471863 w 1638299"/>
                    <a:gd name="connsiteY15-2018" fmla="*/ 504075 h 1832568"/>
                    <a:gd name="connsiteX16-2019" fmla="*/ 1628273 w 1638299"/>
                    <a:gd name="connsiteY16-2020" fmla="*/ 239381 h 1832568"/>
                    <a:gd name="connsiteX17-2021" fmla="*/ 1632284 w 1638299"/>
                    <a:gd name="connsiteY17-2022" fmla="*/ 135107 h 1832568"/>
                    <a:gd name="connsiteX18-2023" fmla="*/ 1588169 w 1638299"/>
                    <a:gd name="connsiteY18-2024" fmla="*/ 62917 h 1832568"/>
                    <a:gd name="connsiteX19-2025" fmla="*/ 1419726 w 1638299"/>
                    <a:gd name="connsiteY19-2026" fmla="*/ 6769 h 1832568"/>
                    <a:gd name="connsiteX20-2027" fmla="*/ 1191126 w 1638299"/>
                    <a:gd name="connsiteY20-2028" fmla="*/ 6771 h 1832568"/>
                    <a:gd name="connsiteX21-2029" fmla="*/ 858252 w 1638299"/>
                    <a:gd name="connsiteY21-2030" fmla="*/ 58907 h 1832568"/>
                    <a:gd name="connsiteX22-2031" fmla="*/ 625642 w 1638299"/>
                    <a:gd name="connsiteY22-2032" fmla="*/ 159170 h 1832568"/>
                    <a:gd name="connsiteX0-2033" fmla="*/ 625642 w 1638299"/>
                    <a:gd name="connsiteY0-2034" fmla="*/ 159170 h 1828960"/>
                    <a:gd name="connsiteX1-2035" fmla="*/ 401053 w 1638299"/>
                    <a:gd name="connsiteY1-2036" fmla="*/ 371728 h 1828960"/>
                    <a:gd name="connsiteX2-2037" fmla="*/ 168441 w 1638299"/>
                    <a:gd name="connsiteY2-2038" fmla="*/ 772780 h 1828960"/>
                    <a:gd name="connsiteX3-2039" fmla="*/ 76200 w 1638299"/>
                    <a:gd name="connsiteY3-2040" fmla="*/ 1013412 h 1828960"/>
                    <a:gd name="connsiteX4-2041" fmla="*/ 16042 w 1638299"/>
                    <a:gd name="connsiteY4-2042" fmla="*/ 1258054 h 1828960"/>
                    <a:gd name="connsiteX5-2043" fmla="*/ 0 w 1638299"/>
                    <a:gd name="connsiteY5-2044" fmla="*/ 1434517 h 1828960"/>
                    <a:gd name="connsiteX6-2045" fmla="*/ 52136 w 1638299"/>
                    <a:gd name="connsiteY6-2046" fmla="*/ 1695201 h 1828960"/>
                    <a:gd name="connsiteX7-2047" fmla="*/ 176463 w 1638299"/>
                    <a:gd name="connsiteY7-2048" fmla="*/ 1803486 h 1828960"/>
                    <a:gd name="connsiteX8-2049" fmla="*/ 344905 w 1638299"/>
                    <a:gd name="connsiteY8-2050" fmla="*/ 1827549 h 1828960"/>
                    <a:gd name="connsiteX9-2051" fmla="*/ 453189 w 1638299"/>
                    <a:gd name="connsiteY9-2052" fmla="*/ 1775412 h 1828960"/>
                    <a:gd name="connsiteX10-2053" fmla="*/ 561473 w 1638299"/>
                    <a:gd name="connsiteY10-2054" fmla="*/ 1514728 h 1828960"/>
                    <a:gd name="connsiteX11-2055" fmla="*/ 649705 w 1638299"/>
                    <a:gd name="connsiteY11-2056" fmla="*/ 1193886 h 1828960"/>
                    <a:gd name="connsiteX12-2057" fmla="*/ 770021 w 1638299"/>
                    <a:gd name="connsiteY12-2058" fmla="*/ 965286 h 1828960"/>
                    <a:gd name="connsiteX13-2059" fmla="*/ 966536 w 1638299"/>
                    <a:gd name="connsiteY13-2060" fmla="*/ 772781 h 1828960"/>
                    <a:gd name="connsiteX14-2061" fmla="*/ 1211178 w 1638299"/>
                    <a:gd name="connsiteY14-2062" fmla="*/ 660486 h 1828960"/>
                    <a:gd name="connsiteX15-2063" fmla="*/ 1471863 w 1638299"/>
                    <a:gd name="connsiteY15-2064" fmla="*/ 504075 h 1828960"/>
                    <a:gd name="connsiteX16-2065" fmla="*/ 1628273 w 1638299"/>
                    <a:gd name="connsiteY16-2066" fmla="*/ 239381 h 1828960"/>
                    <a:gd name="connsiteX17-2067" fmla="*/ 1632284 w 1638299"/>
                    <a:gd name="connsiteY17-2068" fmla="*/ 135107 h 1828960"/>
                    <a:gd name="connsiteX18-2069" fmla="*/ 1588169 w 1638299"/>
                    <a:gd name="connsiteY18-2070" fmla="*/ 62917 h 1828960"/>
                    <a:gd name="connsiteX19-2071" fmla="*/ 1419726 w 1638299"/>
                    <a:gd name="connsiteY19-2072" fmla="*/ 6769 h 1828960"/>
                    <a:gd name="connsiteX20-2073" fmla="*/ 1191126 w 1638299"/>
                    <a:gd name="connsiteY20-2074" fmla="*/ 6771 h 1828960"/>
                    <a:gd name="connsiteX21-2075" fmla="*/ 858252 w 1638299"/>
                    <a:gd name="connsiteY21-2076" fmla="*/ 58907 h 1828960"/>
                    <a:gd name="connsiteX22-2077" fmla="*/ 625642 w 1638299"/>
                    <a:gd name="connsiteY22-2078" fmla="*/ 159170 h 1828960"/>
                    <a:gd name="connsiteX0-2079" fmla="*/ 625642 w 1638299"/>
                    <a:gd name="connsiteY0-2080" fmla="*/ 159170 h 1829852"/>
                    <a:gd name="connsiteX1-2081" fmla="*/ 401053 w 1638299"/>
                    <a:gd name="connsiteY1-2082" fmla="*/ 371728 h 1829852"/>
                    <a:gd name="connsiteX2-2083" fmla="*/ 168441 w 1638299"/>
                    <a:gd name="connsiteY2-2084" fmla="*/ 772780 h 1829852"/>
                    <a:gd name="connsiteX3-2085" fmla="*/ 76200 w 1638299"/>
                    <a:gd name="connsiteY3-2086" fmla="*/ 1013412 h 1829852"/>
                    <a:gd name="connsiteX4-2087" fmla="*/ 16042 w 1638299"/>
                    <a:gd name="connsiteY4-2088" fmla="*/ 1258054 h 1829852"/>
                    <a:gd name="connsiteX5-2089" fmla="*/ 0 w 1638299"/>
                    <a:gd name="connsiteY5-2090" fmla="*/ 1434517 h 1829852"/>
                    <a:gd name="connsiteX6-2091" fmla="*/ 36094 w 1638299"/>
                    <a:gd name="connsiteY6-2092" fmla="*/ 1655096 h 1829852"/>
                    <a:gd name="connsiteX7-2093" fmla="*/ 176463 w 1638299"/>
                    <a:gd name="connsiteY7-2094" fmla="*/ 1803486 h 1829852"/>
                    <a:gd name="connsiteX8-2095" fmla="*/ 344905 w 1638299"/>
                    <a:gd name="connsiteY8-2096" fmla="*/ 1827549 h 1829852"/>
                    <a:gd name="connsiteX9-2097" fmla="*/ 453189 w 1638299"/>
                    <a:gd name="connsiteY9-2098" fmla="*/ 1775412 h 1829852"/>
                    <a:gd name="connsiteX10-2099" fmla="*/ 561473 w 1638299"/>
                    <a:gd name="connsiteY10-2100" fmla="*/ 1514728 h 1829852"/>
                    <a:gd name="connsiteX11-2101" fmla="*/ 649705 w 1638299"/>
                    <a:gd name="connsiteY11-2102" fmla="*/ 1193886 h 1829852"/>
                    <a:gd name="connsiteX12-2103" fmla="*/ 770021 w 1638299"/>
                    <a:gd name="connsiteY12-2104" fmla="*/ 965286 h 1829852"/>
                    <a:gd name="connsiteX13-2105" fmla="*/ 966536 w 1638299"/>
                    <a:gd name="connsiteY13-2106" fmla="*/ 772781 h 1829852"/>
                    <a:gd name="connsiteX14-2107" fmla="*/ 1211178 w 1638299"/>
                    <a:gd name="connsiteY14-2108" fmla="*/ 660486 h 1829852"/>
                    <a:gd name="connsiteX15-2109" fmla="*/ 1471863 w 1638299"/>
                    <a:gd name="connsiteY15-2110" fmla="*/ 504075 h 1829852"/>
                    <a:gd name="connsiteX16-2111" fmla="*/ 1628273 w 1638299"/>
                    <a:gd name="connsiteY16-2112" fmla="*/ 239381 h 1829852"/>
                    <a:gd name="connsiteX17-2113" fmla="*/ 1632284 w 1638299"/>
                    <a:gd name="connsiteY17-2114" fmla="*/ 135107 h 1829852"/>
                    <a:gd name="connsiteX18-2115" fmla="*/ 1588169 w 1638299"/>
                    <a:gd name="connsiteY18-2116" fmla="*/ 62917 h 1829852"/>
                    <a:gd name="connsiteX19-2117" fmla="*/ 1419726 w 1638299"/>
                    <a:gd name="connsiteY19-2118" fmla="*/ 6769 h 1829852"/>
                    <a:gd name="connsiteX20-2119" fmla="*/ 1191126 w 1638299"/>
                    <a:gd name="connsiteY20-2120" fmla="*/ 6771 h 1829852"/>
                    <a:gd name="connsiteX21-2121" fmla="*/ 858252 w 1638299"/>
                    <a:gd name="connsiteY21-2122" fmla="*/ 58907 h 1829852"/>
                    <a:gd name="connsiteX22-2123" fmla="*/ 625642 w 1638299"/>
                    <a:gd name="connsiteY22-2124" fmla="*/ 159170 h 1829852"/>
                    <a:gd name="connsiteX0-2125" fmla="*/ 625642 w 1638299"/>
                    <a:gd name="connsiteY0-2126" fmla="*/ 159170 h 1829852"/>
                    <a:gd name="connsiteX1-2127" fmla="*/ 401053 w 1638299"/>
                    <a:gd name="connsiteY1-2128" fmla="*/ 371728 h 1829852"/>
                    <a:gd name="connsiteX2-2129" fmla="*/ 168441 w 1638299"/>
                    <a:gd name="connsiteY2-2130" fmla="*/ 772780 h 1829852"/>
                    <a:gd name="connsiteX3-2131" fmla="*/ 76200 w 1638299"/>
                    <a:gd name="connsiteY3-2132" fmla="*/ 1013412 h 1829852"/>
                    <a:gd name="connsiteX4-2133" fmla="*/ 16042 w 1638299"/>
                    <a:gd name="connsiteY4-2134" fmla="*/ 1258054 h 1829852"/>
                    <a:gd name="connsiteX5-2135" fmla="*/ 0 w 1638299"/>
                    <a:gd name="connsiteY5-2136" fmla="*/ 1434517 h 1829852"/>
                    <a:gd name="connsiteX6-2137" fmla="*/ 36094 w 1638299"/>
                    <a:gd name="connsiteY6-2138" fmla="*/ 1655096 h 1829852"/>
                    <a:gd name="connsiteX7-2139" fmla="*/ 176463 w 1638299"/>
                    <a:gd name="connsiteY7-2140" fmla="*/ 1803486 h 1829852"/>
                    <a:gd name="connsiteX8-2141" fmla="*/ 344905 w 1638299"/>
                    <a:gd name="connsiteY8-2142" fmla="*/ 1827549 h 1829852"/>
                    <a:gd name="connsiteX9-2143" fmla="*/ 453189 w 1638299"/>
                    <a:gd name="connsiteY9-2144" fmla="*/ 1775412 h 1829852"/>
                    <a:gd name="connsiteX10-2145" fmla="*/ 561473 w 1638299"/>
                    <a:gd name="connsiteY10-2146" fmla="*/ 1514728 h 1829852"/>
                    <a:gd name="connsiteX11-2147" fmla="*/ 649705 w 1638299"/>
                    <a:gd name="connsiteY11-2148" fmla="*/ 1193886 h 1829852"/>
                    <a:gd name="connsiteX12-2149" fmla="*/ 770021 w 1638299"/>
                    <a:gd name="connsiteY12-2150" fmla="*/ 965286 h 1829852"/>
                    <a:gd name="connsiteX13-2151" fmla="*/ 966536 w 1638299"/>
                    <a:gd name="connsiteY13-2152" fmla="*/ 772781 h 1829852"/>
                    <a:gd name="connsiteX14-2153" fmla="*/ 1211178 w 1638299"/>
                    <a:gd name="connsiteY14-2154" fmla="*/ 660486 h 1829852"/>
                    <a:gd name="connsiteX15-2155" fmla="*/ 1471863 w 1638299"/>
                    <a:gd name="connsiteY15-2156" fmla="*/ 504075 h 1829852"/>
                    <a:gd name="connsiteX16-2157" fmla="*/ 1628273 w 1638299"/>
                    <a:gd name="connsiteY16-2158" fmla="*/ 239381 h 1829852"/>
                    <a:gd name="connsiteX17-2159" fmla="*/ 1632284 w 1638299"/>
                    <a:gd name="connsiteY17-2160" fmla="*/ 135107 h 1829852"/>
                    <a:gd name="connsiteX18-2161" fmla="*/ 1588169 w 1638299"/>
                    <a:gd name="connsiteY18-2162" fmla="*/ 62917 h 1829852"/>
                    <a:gd name="connsiteX19-2163" fmla="*/ 1419726 w 1638299"/>
                    <a:gd name="connsiteY19-2164" fmla="*/ 6769 h 1829852"/>
                    <a:gd name="connsiteX20-2165" fmla="*/ 1191126 w 1638299"/>
                    <a:gd name="connsiteY20-2166" fmla="*/ 6771 h 1829852"/>
                    <a:gd name="connsiteX21-2167" fmla="*/ 858252 w 1638299"/>
                    <a:gd name="connsiteY21-2168" fmla="*/ 58907 h 1829852"/>
                    <a:gd name="connsiteX22-2169" fmla="*/ 625642 w 1638299"/>
                    <a:gd name="connsiteY22-2170" fmla="*/ 159170 h 1829852"/>
                    <a:gd name="connsiteX0-2171" fmla="*/ 625642 w 1646801"/>
                    <a:gd name="connsiteY0-2172" fmla="*/ 159170 h 1829852"/>
                    <a:gd name="connsiteX1-2173" fmla="*/ 401053 w 1646801"/>
                    <a:gd name="connsiteY1-2174" fmla="*/ 371728 h 1829852"/>
                    <a:gd name="connsiteX2-2175" fmla="*/ 168441 w 1646801"/>
                    <a:gd name="connsiteY2-2176" fmla="*/ 772780 h 1829852"/>
                    <a:gd name="connsiteX3-2177" fmla="*/ 76200 w 1646801"/>
                    <a:gd name="connsiteY3-2178" fmla="*/ 1013412 h 1829852"/>
                    <a:gd name="connsiteX4-2179" fmla="*/ 16042 w 1646801"/>
                    <a:gd name="connsiteY4-2180" fmla="*/ 1258054 h 1829852"/>
                    <a:gd name="connsiteX5-2181" fmla="*/ 0 w 1646801"/>
                    <a:gd name="connsiteY5-2182" fmla="*/ 1434517 h 1829852"/>
                    <a:gd name="connsiteX6-2183" fmla="*/ 36094 w 1646801"/>
                    <a:gd name="connsiteY6-2184" fmla="*/ 1655096 h 1829852"/>
                    <a:gd name="connsiteX7-2185" fmla="*/ 176463 w 1646801"/>
                    <a:gd name="connsiteY7-2186" fmla="*/ 1803486 h 1829852"/>
                    <a:gd name="connsiteX8-2187" fmla="*/ 344905 w 1646801"/>
                    <a:gd name="connsiteY8-2188" fmla="*/ 1827549 h 1829852"/>
                    <a:gd name="connsiteX9-2189" fmla="*/ 453189 w 1646801"/>
                    <a:gd name="connsiteY9-2190" fmla="*/ 1775412 h 1829852"/>
                    <a:gd name="connsiteX10-2191" fmla="*/ 561473 w 1646801"/>
                    <a:gd name="connsiteY10-2192" fmla="*/ 1514728 h 1829852"/>
                    <a:gd name="connsiteX11-2193" fmla="*/ 649705 w 1646801"/>
                    <a:gd name="connsiteY11-2194" fmla="*/ 1193886 h 1829852"/>
                    <a:gd name="connsiteX12-2195" fmla="*/ 770021 w 1646801"/>
                    <a:gd name="connsiteY12-2196" fmla="*/ 965286 h 1829852"/>
                    <a:gd name="connsiteX13-2197" fmla="*/ 966536 w 1646801"/>
                    <a:gd name="connsiteY13-2198" fmla="*/ 772781 h 1829852"/>
                    <a:gd name="connsiteX14-2199" fmla="*/ 1211178 w 1646801"/>
                    <a:gd name="connsiteY14-2200" fmla="*/ 660486 h 1829852"/>
                    <a:gd name="connsiteX15-2201" fmla="*/ 1421297 w 1646801"/>
                    <a:gd name="connsiteY15-2202" fmla="*/ 431246 h 1829852"/>
                    <a:gd name="connsiteX16-2203" fmla="*/ 1628273 w 1646801"/>
                    <a:gd name="connsiteY16-2204" fmla="*/ 239381 h 1829852"/>
                    <a:gd name="connsiteX17-2205" fmla="*/ 1632284 w 1646801"/>
                    <a:gd name="connsiteY17-2206" fmla="*/ 135107 h 1829852"/>
                    <a:gd name="connsiteX18-2207" fmla="*/ 1588169 w 1646801"/>
                    <a:gd name="connsiteY18-2208" fmla="*/ 62917 h 1829852"/>
                    <a:gd name="connsiteX19-2209" fmla="*/ 1419726 w 1646801"/>
                    <a:gd name="connsiteY19-2210" fmla="*/ 6769 h 1829852"/>
                    <a:gd name="connsiteX20-2211" fmla="*/ 1191126 w 1646801"/>
                    <a:gd name="connsiteY20-2212" fmla="*/ 6771 h 1829852"/>
                    <a:gd name="connsiteX21-2213" fmla="*/ 858252 w 1646801"/>
                    <a:gd name="connsiteY21-2214" fmla="*/ 58907 h 1829852"/>
                    <a:gd name="connsiteX22-2215" fmla="*/ 625642 w 1646801"/>
                    <a:gd name="connsiteY22-2216" fmla="*/ 159170 h 1829852"/>
                    <a:gd name="connsiteX0-2217" fmla="*/ 625642 w 1636899"/>
                    <a:gd name="connsiteY0-2218" fmla="*/ 159170 h 1829852"/>
                    <a:gd name="connsiteX1-2219" fmla="*/ 401053 w 1636899"/>
                    <a:gd name="connsiteY1-2220" fmla="*/ 371728 h 1829852"/>
                    <a:gd name="connsiteX2-2221" fmla="*/ 168441 w 1636899"/>
                    <a:gd name="connsiteY2-2222" fmla="*/ 772780 h 1829852"/>
                    <a:gd name="connsiteX3-2223" fmla="*/ 76200 w 1636899"/>
                    <a:gd name="connsiteY3-2224" fmla="*/ 1013412 h 1829852"/>
                    <a:gd name="connsiteX4-2225" fmla="*/ 16042 w 1636899"/>
                    <a:gd name="connsiteY4-2226" fmla="*/ 1258054 h 1829852"/>
                    <a:gd name="connsiteX5-2227" fmla="*/ 0 w 1636899"/>
                    <a:gd name="connsiteY5-2228" fmla="*/ 1434517 h 1829852"/>
                    <a:gd name="connsiteX6-2229" fmla="*/ 36094 w 1636899"/>
                    <a:gd name="connsiteY6-2230" fmla="*/ 1655096 h 1829852"/>
                    <a:gd name="connsiteX7-2231" fmla="*/ 176463 w 1636899"/>
                    <a:gd name="connsiteY7-2232" fmla="*/ 1803486 h 1829852"/>
                    <a:gd name="connsiteX8-2233" fmla="*/ 344905 w 1636899"/>
                    <a:gd name="connsiteY8-2234" fmla="*/ 1827549 h 1829852"/>
                    <a:gd name="connsiteX9-2235" fmla="*/ 453189 w 1636899"/>
                    <a:gd name="connsiteY9-2236" fmla="*/ 1775412 h 1829852"/>
                    <a:gd name="connsiteX10-2237" fmla="*/ 561473 w 1636899"/>
                    <a:gd name="connsiteY10-2238" fmla="*/ 1514728 h 1829852"/>
                    <a:gd name="connsiteX11-2239" fmla="*/ 649705 w 1636899"/>
                    <a:gd name="connsiteY11-2240" fmla="*/ 1193886 h 1829852"/>
                    <a:gd name="connsiteX12-2241" fmla="*/ 770021 w 1636899"/>
                    <a:gd name="connsiteY12-2242" fmla="*/ 965286 h 1829852"/>
                    <a:gd name="connsiteX13-2243" fmla="*/ 966536 w 1636899"/>
                    <a:gd name="connsiteY13-2244" fmla="*/ 772781 h 1829852"/>
                    <a:gd name="connsiteX14-2245" fmla="*/ 1211178 w 1636899"/>
                    <a:gd name="connsiteY14-2246" fmla="*/ 660486 h 1829852"/>
                    <a:gd name="connsiteX15-2247" fmla="*/ 1421297 w 1636899"/>
                    <a:gd name="connsiteY15-2248" fmla="*/ 431246 h 1829852"/>
                    <a:gd name="connsiteX16-2249" fmla="*/ 1497644 w 1636899"/>
                    <a:gd name="connsiteY16-2250" fmla="*/ 162268 h 1829852"/>
                    <a:gd name="connsiteX17-2251" fmla="*/ 1632284 w 1636899"/>
                    <a:gd name="connsiteY17-2252" fmla="*/ 135107 h 1829852"/>
                    <a:gd name="connsiteX18-2253" fmla="*/ 1588169 w 1636899"/>
                    <a:gd name="connsiteY18-2254" fmla="*/ 62917 h 1829852"/>
                    <a:gd name="connsiteX19-2255" fmla="*/ 1419726 w 1636899"/>
                    <a:gd name="connsiteY19-2256" fmla="*/ 6769 h 1829852"/>
                    <a:gd name="connsiteX20-2257" fmla="*/ 1191126 w 1636899"/>
                    <a:gd name="connsiteY20-2258" fmla="*/ 6771 h 1829852"/>
                    <a:gd name="connsiteX21-2259" fmla="*/ 858252 w 1636899"/>
                    <a:gd name="connsiteY21-2260" fmla="*/ 58907 h 1829852"/>
                    <a:gd name="connsiteX22-2261" fmla="*/ 625642 w 1636899"/>
                    <a:gd name="connsiteY22-2262" fmla="*/ 159170 h 1829852"/>
                    <a:gd name="connsiteX0-2263" fmla="*/ 625642 w 1632430"/>
                    <a:gd name="connsiteY0-2264" fmla="*/ 157000 h 1827682"/>
                    <a:gd name="connsiteX1-2265" fmla="*/ 401053 w 1632430"/>
                    <a:gd name="connsiteY1-2266" fmla="*/ 369558 h 1827682"/>
                    <a:gd name="connsiteX2-2267" fmla="*/ 168441 w 1632430"/>
                    <a:gd name="connsiteY2-2268" fmla="*/ 770610 h 1827682"/>
                    <a:gd name="connsiteX3-2269" fmla="*/ 76200 w 1632430"/>
                    <a:gd name="connsiteY3-2270" fmla="*/ 1011242 h 1827682"/>
                    <a:gd name="connsiteX4-2271" fmla="*/ 16042 w 1632430"/>
                    <a:gd name="connsiteY4-2272" fmla="*/ 1255884 h 1827682"/>
                    <a:gd name="connsiteX5-2273" fmla="*/ 0 w 1632430"/>
                    <a:gd name="connsiteY5-2274" fmla="*/ 1432347 h 1827682"/>
                    <a:gd name="connsiteX6-2275" fmla="*/ 36094 w 1632430"/>
                    <a:gd name="connsiteY6-2276" fmla="*/ 1652926 h 1827682"/>
                    <a:gd name="connsiteX7-2277" fmla="*/ 176463 w 1632430"/>
                    <a:gd name="connsiteY7-2278" fmla="*/ 1801316 h 1827682"/>
                    <a:gd name="connsiteX8-2279" fmla="*/ 344905 w 1632430"/>
                    <a:gd name="connsiteY8-2280" fmla="*/ 1825379 h 1827682"/>
                    <a:gd name="connsiteX9-2281" fmla="*/ 453189 w 1632430"/>
                    <a:gd name="connsiteY9-2282" fmla="*/ 1773242 h 1827682"/>
                    <a:gd name="connsiteX10-2283" fmla="*/ 561473 w 1632430"/>
                    <a:gd name="connsiteY10-2284" fmla="*/ 1512558 h 1827682"/>
                    <a:gd name="connsiteX11-2285" fmla="*/ 649705 w 1632430"/>
                    <a:gd name="connsiteY11-2286" fmla="*/ 1191716 h 1827682"/>
                    <a:gd name="connsiteX12-2287" fmla="*/ 770021 w 1632430"/>
                    <a:gd name="connsiteY12-2288" fmla="*/ 963116 h 1827682"/>
                    <a:gd name="connsiteX13-2289" fmla="*/ 966536 w 1632430"/>
                    <a:gd name="connsiteY13-2290" fmla="*/ 770611 h 1827682"/>
                    <a:gd name="connsiteX14-2291" fmla="*/ 1211178 w 1632430"/>
                    <a:gd name="connsiteY14-2292" fmla="*/ 658316 h 1827682"/>
                    <a:gd name="connsiteX15-2293" fmla="*/ 1421297 w 1632430"/>
                    <a:gd name="connsiteY15-2294" fmla="*/ 429076 h 1827682"/>
                    <a:gd name="connsiteX16-2295" fmla="*/ 1497644 w 1632430"/>
                    <a:gd name="connsiteY16-2296" fmla="*/ 160098 h 1827682"/>
                    <a:gd name="connsiteX17-2297" fmla="*/ 1632284 w 1632430"/>
                    <a:gd name="connsiteY17-2298" fmla="*/ 132937 h 1827682"/>
                    <a:gd name="connsiteX18-2299" fmla="*/ 1470182 w 1632430"/>
                    <a:gd name="connsiteY18-2300" fmla="*/ 22191 h 1827682"/>
                    <a:gd name="connsiteX19-2301" fmla="*/ 1419726 w 1632430"/>
                    <a:gd name="connsiteY19-2302" fmla="*/ 4599 h 1827682"/>
                    <a:gd name="connsiteX20-2303" fmla="*/ 1191126 w 1632430"/>
                    <a:gd name="connsiteY20-2304" fmla="*/ 4601 h 1827682"/>
                    <a:gd name="connsiteX21-2305" fmla="*/ 858252 w 1632430"/>
                    <a:gd name="connsiteY21-2306" fmla="*/ 56737 h 1827682"/>
                    <a:gd name="connsiteX22-2307" fmla="*/ 625642 w 1632430"/>
                    <a:gd name="connsiteY22-2308" fmla="*/ 157000 h 1827682"/>
                    <a:gd name="connsiteX0-2309" fmla="*/ 625642 w 1502854"/>
                    <a:gd name="connsiteY0-2310" fmla="*/ 157000 h 1827682"/>
                    <a:gd name="connsiteX1-2311" fmla="*/ 401053 w 1502854"/>
                    <a:gd name="connsiteY1-2312" fmla="*/ 369558 h 1827682"/>
                    <a:gd name="connsiteX2-2313" fmla="*/ 168441 w 1502854"/>
                    <a:gd name="connsiteY2-2314" fmla="*/ 770610 h 1827682"/>
                    <a:gd name="connsiteX3-2315" fmla="*/ 76200 w 1502854"/>
                    <a:gd name="connsiteY3-2316" fmla="*/ 1011242 h 1827682"/>
                    <a:gd name="connsiteX4-2317" fmla="*/ 16042 w 1502854"/>
                    <a:gd name="connsiteY4-2318" fmla="*/ 1255884 h 1827682"/>
                    <a:gd name="connsiteX5-2319" fmla="*/ 0 w 1502854"/>
                    <a:gd name="connsiteY5-2320" fmla="*/ 1432347 h 1827682"/>
                    <a:gd name="connsiteX6-2321" fmla="*/ 36094 w 1502854"/>
                    <a:gd name="connsiteY6-2322" fmla="*/ 1652926 h 1827682"/>
                    <a:gd name="connsiteX7-2323" fmla="*/ 176463 w 1502854"/>
                    <a:gd name="connsiteY7-2324" fmla="*/ 1801316 h 1827682"/>
                    <a:gd name="connsiteX8-2325" fmla="*/ 344905 w 1502854"/>
                    <a:gd name="connsiteY8-2326" fmla="*/ 1825379 h 1827682"/>
                    <a:gd name="connsiteX9-2327" fmla="*/ 453189 w 1502854"/>
                    <a:gd name="connsiteY9-2328" fmla="*/ 1773242 h 1827682"/>
                    <a:gd name="connsiteX10-2329" fmla="*/ 561473 w 1502854"/>
                    <a:gd name="connsiteY10-2330" fmla="*/ 1512558 h 1827682"/>
                    <a:gd name="connsiteX11-2331" fmla="*/ 649705 w 1502854"/>
                    <a:gd name="connsiteY11-2332" fmla="*/ 1191716 h 1827682"/>
                    <a:gd name="connsiteX12-2333" fmla="*/ 770021 w 1502854"/>
                    <a:gd name="connsiteY12-2334" fmla="*/ 963116 h 1827682"/>
                    <a:gd name="connsiteX13-2335" fmla="*/ 966536 w 1502854"/>
                    <a:gd name="connsiteY13-2336" fmla="*/ 770611 h 1827682"/>
                    <a:gd name="connsiteX14-2337" fmla="*/ 1211178 w 1502854"/>
                    <a:gd name="connsiteY14-2338" fmla="*/ 658316 h 1827682"/>
                    <a:gd name="connsiteX15-2339" fmla="*/ 1421297 w 1502854"/>
                    <a:gd name="connsiteY15-2340" fmla="*/ 429076 h 1827682"/>
                    <a:gd name="connsiteX16-2341" fmla="*/ 1497644 w 1502854"/>
                    <a:gd name="connsiteY16-2342" fmla="*/ 160098 h 1827682"/>
                    <a:gd name="connsiteX17-2343" fmla="*/ 1493228 w 1502854"/>
                    <a:gd name="connsiteY17-2344" fmla="*/ 81529 h 1827682"/>
                    <a:gd name="connsiteX18-2345" fmla="*/ 1470182 w 1502854"/>
                    <a:gd name="connsiteY18-2346" fmla="*/ 22191 h 1827682"/>
                    <a:gd name="connsiteX19-2347" fmla="*/ 1419726 w 1502854"/>
                    <a:gd name="connsiteY19-2348" fmla="*/ 4599 h 1827682"/>
                    <a:gd name="connsiteX20-2349" fmla="*/ 1191126 w 1502854"/>
                    <a:gd name="connsiteY20-2350" fmla="*/ 4601 h 1827682"/>
                    <a:gd name="connsiteX21-2351" fmla="*/ 858252 w 1502854"/>
                    <a:gd name="connsiteY21-2352" fmla="*/ 56737 h 1827682"/>
                    <a:gd name="connsiteX22-2353" fmla="*/ 625642 w 1502854"/>
                    <a:gd name="connsiteY22-2354" fmla="*/ 157000 h 1827682"/>
                    <a:gd name="connsiteX0-2355" fmla="*/ 625642 w 1505660"/>
                    <a:gd name="connsiteY0-2356" fmla="*/ 157000 h 1827682"/>
                    <a:gd name="connsiteX1-2357" fmla="*/ 401053 w 1505660"/>
                    <a:gd name="connsiteY1-2358" fmla="*/ 369558 h 1827682"/>
                    <a:gd name="connsiteX2-2359" fmla="*/ 168441 w 1505660"/>
                    <a:gd name="connsiteY2-2360" fmla="*/ 770610 h 1827682"/>
                    <a:gd name="connsiteX3-2361" fmla="*/ 76200 w 1505660"/>
                    <a:gd name="connsiteY3-2362" fmla="*/ 1011242 h 1827682"/>
                    <a:gd name="connsiteX4-2363" fmla="*/ 16042 w 1505660"/>
                    <a:gd name="connsiteY4-2364" fmla="*/ 1255884 h 1827682"/>
                    <a:gd name="connsiteX5-2365" fmla="*/ 0 w 1505660"/>
                    <a:gd name="connsiteY5-2366" fmla="*/ 1432347 h 1827682"/>
                    <a:gd name="connsiteX6-2367" fmla="*/ 36094 w 1505660"/>
                    <a:gd name="connsiteY6-2368" fmla="*/ 1652926 h 1827682"/>
                    <a:gd name="connsiteX7-2369" fmla="*/ 176463 w 1505660"/>
                    <a:gd name="connsiteY7-2370" fmla="*/ 1801316 h 1827682"/>
                    <a:gd name="connsiteX8-2371" fmla="*/ 344905 w 1505660"/>
                    <a:gd name="connsiteY8-2372" fmla="*/ 1825379 h 1827682"/>
                    <a:gd name="connsiteX9-2373" fmla="*/ 453189 w 1505660"/>
                    <a:gd name="connsiteY9-2374" fmla="*/ 1773242 h 1827682"/>
                    <a:gd name="connsiteX10-2375" fmla="*/ 561473 w 1505660"/>
                    <a:gd name="connsiteY10-2376" fmla="*/ 1512558 h 1827682"/>
                    <a:gd name="connsiteX11-2377" fmla="*/ 649705 w 1505660"/>
                    <a:gd name="connsiteY11-2378" fmla="*/ 1191716 h 1827682"/>
                    <a:gd name="connsiteX12-2379" fmla="*/ 770021 w 1505660"/>
                    <a:gd name="connsiteY12-2380" fmla="*/ 963116 h 1827682"/>
                    <a:gd name="connsiteX13-2381" fmla="*/ 966536 w 1505660"/>
                    <a:gd name="connsiteY13-2382" fmla="*/ 770611 h 1827682"/>
                    <a:gd name="connsiteX14-2383" fmla="*/ 1211178 w 1505660"/>
                    <a:gd name="connsiteY14-2384" fmla="*/ 658316 h 1827682"/>
                    <a:gd name="connsiteX15-2385" fmla="*/ 1383373 w 1505660"/>
                    <a:gd name="connsiteY15-2386" fmla="*/ 411941 h 1827682"/>
                    <a:gd name="connsiteX16-2387" fmla="*/ 1497644 w 1505660"/>
                    <a:gd name="connsiteY16-2388" fmla="*/ 160098 h 1827682"/>
                    <a:gd name="connsiteX17-2389" fmla="*/ 1493228 w 1505660"/>
                    <a:gd name="connsiteY17-2390" fmla="*/ 81529 h 1827682"/>
                    <a:gd name="connsiteX18-2391" fmla="*/ 1470182 w 1505660"/>
                    <a:gd name="connsiteY18-2392" fmla="*/ 22191 h 1827682"/>
                    <a:gd name="connsiteX19-2393" fmla="*/ 1419726 w 1505660"/>
                    <a:gd name="connsiteY19-2394" fmla="*/ 4599 h 1827682"/>
                    <a:gd name="connsiteX20-2395" fmla="*/ 1191126 w 1505660"/>
                    <a:gd name="connsiteY20-2396" fmla="*/ 4601 h 1827682"/>
                    <a:gd name="connsiteX21-2397" fmla="*/ 858252 w 1505660"/>
                    <a:gd name="connsiteY21-2398" fmla="*/ 56737 h 1827682"/>
                    <a:gd name="connsiteX22-2399" fmla="*/ 625642 w 1505660"/>
                    <a:gd name="connsiteY22-2400" fmla="*/ 157000 h 1827682"/>
                    <a:gd name="connsiteX0-2401" fmla="*/ 625642 w 1505660"/>
                    <a:gd name="connsiteY0-2402" fmla="*/ 157000 h 1827682"/>
                    <a:gd name="connsiteX1-2403" fmla="*/ 401053 w 1505660"/>
                    <a:gd name="connsiteY1-2404" fmla="*/ 369558 h 1827682"/>
                    <a:gd name="connsiteX2-2405" fmla="*/ 168441 w 1505660"/>
                    <a:gd name="connsiteY2-2406" fmla="*/ 770610 h 1827682"/>
                    <a:gd name="connsiteX3-2407" fmla="*/ 76200 w 1505660"/>
                    <a:gd name="connsiteY3-2408" fmla="*/ 1011242 h 1827682"/>
                    <a:gd name="connsiteX4-2409" fmla="*/ 16042 w 1505660"/>
                    <a:gd name="connsiteY4-2410" fmla="*/ 1255884 h 1827682"/>
                    <a:gd name="connsiteX5-2411" fmla="*/ 0 w 1505660"/>
                    <a:gd name="connsiteY5-2412" fmla="*/ 1432347 h 1827682"/>
                    <a:gd name="connsiteX6-2413" fmla="*/ 36094 w 1505660"/>
                    <a:gd name="connsiteY6-2414" fmla="*/ 1652926 h 1827682"/>
                    <a:gd name="connsiteX7-2415" fmla="*/ 176463 w 1505660"/>
                    <a:gd name="connsiteY7-2416" fmla="*/ 1801316 h 1827682"/>
                    <a:gd name="connsiteX8-2417" fmla="*/ 344905 w 1505660"/>
                    <a:gd name="connsiteY8-2418" fmla="*/ 1825379 h 1827682"/>
                    <a:gd name="connsiteX9-2419" fmla="*/ 453189 w 1505660"/>
                    <a:gd name="connsiteY9-2420" fmla="*/ 1773242 h 1827682"/>
                    <a:gd name="connsiteX10-2421" fmla="*/ 561473 w 1505660"/>
                    <a:gd name="connsiteY10-2422" fmla="*/ 1512558 h 1827682"/>
                    <a:gd name="connsiteX11-2423" fmla="*/ 649705 w 1505660"/>
                    <a:gd name="connsiteY11-2424" fmla="*/ 1191716 h 1827682"/>
                    <a:gd name="connsiteX12-2425" fmla="*/ 770021 w 1505660"/>
                    <a:gd name="connsiteY12-2426" fmla="*/ 963116 h 1827682"/>
                    <a:gd name="connsiteX13-2427" fmla="*/ 966536 w 1505660"/>
                    <a:gd name="connsiteY13-2428" fmla="*/ 770611 h 1827682"/>
                    <a:gd name="connsiteX14-2429" fmla="*/ 1121993 w 1505660"/>
                    <a:gd name="connsiteY14-2430" fmla="*/ 682708 h 1827682"/>
                    <a:gd name="connsiteX15-2431" fmla="*/ 1211178 w 1505660"/>
                    <a:gd name="connsiteY15-2432" fmla="*/ 658316 h 1827682"/>
                    <a:gd name="connsiteX16-2433" fmla="*/ 1383373 w 1505660"/>
                    <a:gd name="connsiteY16-2434" fmla="*/ 411941 h 1827682"/>
                    <a:gd name="connsiteX17-2435" fmla="*/ 1497644 w 1505660"/>
                    <a:gd name="connsiteY17-2436" fmla="*/ 160098 h 1827682"/>
                    <a:gd name="connsiteX18-2437" fmla="*/ 1493228 w 1505660"/>
                    <a:gd name="connsiteY18-2438" fmla="*/ 81529 h 1827682"/>
                    <a:gd name="connsiteX19-2439" fmla="*/ 1470182 w 1505660"/>
                    <a:gd name="connsiteY19-2440" fmla="*/ 22191 h 1827682"/>
                    <a:gd name="connsiteX20-2441" fmla="*/ 1419726 w 1505660"/>
                    <a:gd name="connsiteY20-2442" fmla="*/ 4599 h 1827682"/>
                    <a:gd name="connsiteX21-2443" fmla="*/ 1191126 w 1505660"/>
                    <a:gd name="connsiteY21-2444" fmla="*/ 4601 h 1827682"/>
                    <a:gd name="connsiteX22-2445" fmla="*/ 858252 w 1505660"/>
                    <a:gd name="connsiteY22-2446" fmla="*/ 56737 h 1827682"/>
                    <a:gd name="connsiteX23-2447" fmla="*/ 625642 w 1505660"/>
                    <a:gd name="connsiteY23-2448" fmla="*/ 157000 h 1827682"/>
                    <a:gd name="connsiteX0-2449" fmla="*/ 625642 w 1505660"/>
                    <a:gd name="connsiteY0-2450" fmla="*/ 157000 h 1827682"/>
                    <a:gd name="connsiteX1-2451" fmla="*/ 401053 w 1505660"/>
                    <a:gd name="connsiteY1-2452" fmla="*/ 369558 h 1827682"/>
                    <a:gd name="connsiteX2-2453" fmla="*/ 168441 w 1505660"/>
                    <a:gd name="connsiteY2-2454" fmla="*/ 770610 h 1827682"/>
                    <a:gd name="connsiteX3-2455" fmla="*/ 76200 w 1505660"/>
                    <a:gd name="connsiteY3-2456" fmla="*/ 1011242 h 1827682"/>
                    <a:gd name="connsiteX4-2457" fmla="*/ 16042 w 1505660"/>
                    <a:gd name="connsiteY4-2458" fmla="*/ 1255884 h 1827682"/>
                    <a:gd name="connsiteX5-2459" fmla="*/ 0 w 1505660"/>
                    <a:gd name="connsiteY5-2460" fmla="*/ 1432347 h 1827682"/>
                    <a:gd name="connsiteX6-2461" fmla="*/ 36094 w 1505660"/>
                    <a:gd name="connsiteY6-2462" fmla="*/ 1652926 h 1827682"/>
                    <a:gd name="connsiteX7-2463" fmla="*/ 176463 w 1505660"/>
                    <a:gd name="connsiteY7-2464" fmla="*/ 1801316 h 1827682"/>
                    <a:gd name="connsiteX8-2465" fmla="*/ 344905 w 1505660"/>
                    <a:gd name="connsiteY8-2466" fmla="*/ 1825379 h 1827682"/>
                    <a:gd name="connsiteX9-2467" fmla="*/ 453189 w 1505660"/>
                    <a:gd name="connsiteY9-2468" fmla="*/ 1773242 h 1827682"/>
                    <a:gd name="connsiteX10-2469" fmla="*/ 561473 w 1505660"/>
                    <a:gd name="connsiteY10-2470" fmla="*/ 1512558 h 1827682"/>
                    <a:gd name="connsiteX11-2471" fmla="*/ 649705 w 1505660"/>
                    <a:gd name="connsiteY11-2472" fmla="*/ 1191716 h 1827682"/>
                    <a:gd name="connsiteX12-2473" fmla="*/ 770021 w 1505660"/>
                    <a:gd name="connsiteY12-2474" fmla="*/ 963116 h 1827682"/>
                    <a:gd name="connsiteX13-2475" fmla="*/ 966536 w 1505660"/>
                    <a:gd name="connsiteY13-2476" fmla="*/ 770611 h 1827682"/>
                    <a:gd name="connsiteX14-2477" fmla="*/ 1121993 w 1505660"/>
                    <a:gd name="connsiteY14-2478" fmla="*/ 682708 h 1827682"/>
                    <a:gd name="connsiteX15-2479" fmla="*/ 1261744 w 1505660"/>
                    <a:gd name="connsiteY15-2480" fmla="*/ 564067 h 1827682"/>
                    <a:gd name="connsiteX16-2481" fmla="*/ 1383373 w 1505660"/>
                    <a:gd name="connsiteY16-2482" fmla="*/ 411941 h 1827682"/>
                    <a:gd name="connsiteX17-2483" fmla="*/ 1497644 w 1505660"/>
                    <a:gd name="connsiteY17-2484" fmla="*/ 160098 h 1827682"/>
                    <a:gd name="connsiteX18-2485" fmla="*/ 1493228 w 1505660"/>
                    <a:gd name="connsiteY18-2486" fmla="*/ 81529 h 1827682"/>
                    <a:gd name="connsiteX19-2487" fmla="*/ 1470182 w 1505660"/>
                    <a:gd name="connsiteY19-2488" fmla="*/ 22191 h 1827682"/>
                    <a:gd name="connsiteX20-2489" fmla="*/ 1419726 w 1505660"/>
                    <a:gd name="connsiteY20-2490" fmla="*/ 4599 h 1827682"/>
                    <a:gd name="connsiteX21-2491" fmla="*/ 1191126 w 1505660"/>
                    <a:gd name="connsiteY21-2492" fmla="*/ 4601 h 1827682"/>
                    <a:gd name="connsiteX22-2493" fmla="*/ 858252 w 1505660"/>
                    <a:gd name="connsiteY22-2494" fmla="*/ 56737 h 1827682"/>
                    <a:gd name="connsiteX23-2495" fmla="*/ 625642 w 1505660"/>
                    <a:gd name="connsiteY23-2496" fmla="*/ 157000 h 1827682"/>
                    <a:gd name="connsiteX0-2497" fmla="*/ 625642 w 1505660"/>
                    <a:gd name="connsiteY0-2498" fmla="*/ 157000 h 1827682"/>
                    <a:gd name="connsiteX1-2499" fmla="*/ 401053 w 1505660"/>
                    <a:gd name="connsiteY1-2500" fmla="*/ 369558 h 1827682"/>
                    <a:gd name="connsiteX2-2501" fmla="*/ 168441 w 1505660"/>
                    <a:gd name="connsiteY2-2502" fmla="*/ 770610 h 1827682"/>
                    <a:gd name="connsiteX3-2503" fmla="*/ 76200 w 1505660"/>
                    <a:gd name="connsiteY3-2504" fmla="*/ 1011242 h 1827682"/>
                    <a:gd name="connsiteX4-2505" fmla="*/ 16042 w 1505660"/>
                    <a:gd name="connsiteY4-2506" fmla="*/ 1255884 h 1827682"/>
                    <a:gd name="connsiteX5-2507" fmla="*/ 0 w 1505660"/>
                    <a:gd name="connsiteY5-2508" fmla="*/ 1432347 h 1827682"/>
                    <a:gd name="connsiteX6-2509" fmla="*/ 36094 w 1505660"/>
                    <a:gd name="connsiteY6-2510" fmla="*/ 1652926 h 1827682"/>
                    <a:gd name="connsiteX7-2511" fmla="*/ 176463 w 1505660"/>
                    <a:gd name="connsiteY7-2512" fmla="*/ 1801316 h 1827682"/>
                    <a:gd name="connsiteX8-2513" fmla="*/ 344905 w 1505660"/>
                    <a:gd name="connsiteY8-2514" fmla="*/ 1825379 h 1827682"/>
                    <a:gd name="connsiteX9-2515" fmla="*/ 453189 w 1505660"/>
                    <a:gd name="connsiteY9-2516" fmla="*/ 1773242 h 1827682"/>
                    <a:gd name="connsiteX10-2517" fmla="*/ 561473 w 1505660"/>
                    <a:gd name="connsiteY10-2518" fmla="*/ 1512558 h 1827682"/>
                    <a:gd name="connsiteX11-2519" fmla="*/ 649705 w 1505660"/>
                    <a:gd name="connsiteY11-2520" fmla="*/ 1191716 h 1827682"/>
                    <a:gd name="connsiteX12-2521" fmla="*/ 770021 w 1505660"/>
                    <a:gd name="connsiteY12-2522" fmla="*/ 963116 h 1827682"/>
                    <a:gd name="connsiteX13-2523" fmla="*/ 966536 w 1505660"/>
                    <a:gd name="connsiteY13-2524" fmla="*/ 770611 h 1827682"/>
                    <a:gd name="connsiteX14-2525" fmla="*/ 1121993 w 1505660"/>
                    <a:gd name="connsiteY14-2526" fmla="*/ 682708 h 1827682"/>
                    <a:gd name="connsiteX15-2527" fmla="*/ 1261744 w 1505660"/>
                    <a:gd name="connsiteY15-2528" fmla="*/ 538363 h 1827682"/>
                    <a:gd name="connsiteX16-2529" fmla="*/ 1383373 w 1505660"/>
                    <a:gd name="connsiteY16-2530" fmla="*/ 411941 h 1827682"/>
                    <a:gd name="connsiteX17-2531" fmla="*/ 1497644 w 1505660"/>
                    <a:gd name="connsiteY17-2532" fmla="*/ 160098 h 1827682"/>
                    <a:gd name="connsiteX18-2533" fmla="*/ 1493228 w 1505660"/>
                    <a:gd name="connsiteY18-2534" fmla="*/ 81529 h 1827682"/>
                    <a:gd name="connsiteX19-2535" fmla="*/ 1470182 w 1505660"/>
                    <a:gd name="connsiteY19-2536" fmla="*/ 22191 h 1827682"/>
                    <a:gd name="connsiteX20-2537" fmla="*/ 1419726 w 1505660"/>
                    <a:gd name="connsiteY20-2538" fmla="*/ 4599 h 1827682"/>
                    <a:gd name="connsiteX21-2539" fmla="*/ 1191126 w 1505660"/>
                    <a:gd name="connsiteY21-2540" fmla="*/ 4601 h 1827682"/>
                    <a:gd name="connsiteX22-2541" fmla="*/ 858252 w 1505660"/>
                    <a:gd name="connsiteY22-2542" fmla="*/ 56737 h 1827682"/>
                    <a:gd name="connsiteX23-2543" fmla="*/ 625642 w 1505660"/>
                    <a:gd name="connsiteY23-2544" fmla="*/ 157000 h 1827682"/>
                    <a:gd name="connsiteX0-2545" fmla="*/ 625642 w 1493666"/>
                    <a:gd name="connsiteY0-2546" fmla="*/ 157000 h 1827682"/>
                    <a:gd name="connsiteX1-2547" fmla="*/ 401053 w 1493666"/>
                    <a:gd name="connsiteY1-2548" fmla="*/ 369558 h 1827682"/>
                    <a:gd name="connsiteX2-2549" fmla="*/ 168441 w 1493666"/>
                    <a:gd name="connsiteY2-2550" fmla="*/ 770610 h 1827682"/>
                    <a:gd name="connsiteX3-2551" fmla="*/ 76200 w 1493666"/>
                    <a:gd name="connsiteY3-2552" fmla="*/ 1011242 h 1827682"/>
                    <a:gd name="connsiteX4-2553" fmla="*/ 16042 w 1493666"/>
                    <a:gd name="connsiteY4-2554" fmla="*/ 1255884 h 1827682"/>
                    <a:gd name="connsiteX5-2555" fmla="*/ 0 w 1493666"/>
                    <a:gd name="connsiteY5-2556" fmla="*/ 1432347 h 1827682"/>
                    <a:gd name="connsiteX6-2557" fmla="*/ 36094 w 1493666"/>
                    <a:gd name="connsiteY6-2558" fmla="*/ 1652926 h 1827682"/>
                    <a:gd name="connsiteX7-2559" fmla="*/ 176463 w 1493666"/>
                    <a:gd name="connsiteY7-2560" fmla="*/ 1801316 h 1827682"/>
                    <a:gd name="connsiteX8-2561" fmla="*/ 344905 w 1493666"/>
                    <a:gd name="connsiteY8-2562" fmla="*/ 1825379 h 1827682"/>
                    <a:gd name="connsiteX9-2563" fmla="*/ 453189 w 1493666"/>
                    <a:gd name="connsiteY9-2564" fmla="*/ 1773242 h 1827682"/>
                    <a:gd name="connsiteX10-2565" fmla="*/ 561473 w 1493666"/>
                    <a:gd name="connsiteY10-2566" fmla="*/ 1512558 h 1827682"/>
                    <a:gd name="connsiteX11-2567" fmla="*/ 649705 w 1493666"/>
                    <a:gd name="connsiteY11-2568" fmla="*/ 1191716 h 1827682"/>
                    <a:gd name="connsiteX12-2569" fmla="*/ 770021 w 1493666"/>
                    <a:gd name="connsiteY12-2570" fmla="*/ 963116 h 1827682"/>
                    <a:gd name="connsiteX13-2571" fmla="*/ 966536 w 1493666"/>
                    <a:gd name="connsiteY13-2572" fmla="*/ 770611 h 1827682"/>
                    <a:gd name="connsiteX14-2573" fmla="*/ 1121993 w 1493666"/>
                    <a:gd name="connsiteY14-2574" fmla="*/ 682708 h 1827682"/>
                    <a:gd name="connsiteX15-2575" fmla="*/ 1261744 w 1493666"/>
                    <a:gd name="connsiteY15-2576" fmla="*/ 538363 h 1827682"/>
                    <a:gd name="connsiteX16-2577" fmla="*/ 1383373 w 1493666"/>
                    <a:gd name="connsiteY16-2578" fmla="*/ 411941 h 1827682"/>
                    <a:gd name="connsiteX17-2579" fmla="*/ 1476575 w 1493666"/>
                    <a:gd name="connsiteY17-2580" fmla="*/ 147246 h 1827682"/>
                    <a:gd name="connsiteX18-2581" fmla="*/ 1493228 w 1493666"/>
                    <a:gd name="connsiteY18-2582" fmla="*/ 81529 h 1827682"/>
                    <a:gd name="connsiteX19-2583" fmla="*/ 1470182 w 1493666"/>
                    <a:gd name="connsiteY19-2584" fmla="*/ 22191 h 1827682"/>
                    <a:gd name="connsiteX20-2585" fmla="*/ 1419726 w 1493666"/>
                    <a:gd name="connsiteY20-2586" fmla="*/ 4599 h 1827682"/>
                    <a:gd name="connsiteX21-2587" fmla="*/ 1191126 w 1493666"/>
                    <a:gd name="connsiteY21-2588" fmla="*/ 4601 h 1827682"/>
                    <a:gd name="connsiteX22-2589" fmla="*/ 858252 w 1493666"/>
                    <a:gd name="connsiteY22-2590" fmla="*/ 56737 h 1827682"/>
                    <a:gd name="connsiteX23-2591" fmla="*/ 625642 w 1493666"/>
                    <a:gd name="connsiteY23-2592" fmla="*/ 157000 h 1827682"/>
                    <a:gd name="connsiteX0-2593" fmla="*/ 625642 w 1493750"/>
                    <a:gd name="connsiteY0-2594" fmla="*/ 157000 h 1827682"/>
                    <a:gd name="connsiteX1-2595" fmla="*/ 401053 w 1493750"/>
                    <a:gd name="connsiteY1-2596" fmla="*/ 369558 h 1827682"/>
                    <a:gd name="connsiteX2-2597" fmla="*/ 168441 w 1493750"/>
                    <a:gd name="connsiteY2-2598" fmla="*/ 770610 h 1827682"/>
                    <a:gd name="connsiteX3-2599" fmla="*/ 76200 w 1493750"/>
                    <a:gd name="connsiteY3-2600" fmla="*/ 1011242 h 1827682"/>
                    <a:gd name="connsiteX4-2601" fmla="*/ 16042 w 1493750"/>
                    <a:gd name="connsiteY4-2602" fmla="*/ 1255884 h 1827682"/>
                    <a:gd name="connsiteX5-2603" fmla="*/ 0 w 1493750"/>
                    <a:gd name="connsiteY5-2604" fmla="*/ 1432347 h 1827682"/>
                    <a:gd name="connsiteX6-2605" fmla="*/ 36094 w 1493750"/>
                    <a:gd name="connsiteY6-2606" fmla="*/ 1652926 h 1827682"/>
                    <a:gd name="connsiteX7-2607" fmla="*/ 176463 w 1493750"/>
                    <a:gd name="connsiteY7-2608" fmla="*/ 1801316 h 1827682"/>
                    <a:gd name="connsiteX8-2609" fmla="*/ 344905 w 1493750"/>
                    <a:gd name="connsiteY8-2610" fmla="*/ 1825379 h 1827682"/>
                    <a:gd name="connsiteX9-2611" fmla="*/ 453189 w 1493750"/>
                    <a:gd name="connsiteY9-2612" fmla="*/ 1773242 h 1827682"/>
                    <a:gd name="connsiteX10-2613" fmla="*/ 561473 w 1493750"/>
                    <a:gd name="connsiteY10-2614" fmla="*/ 1512558 h 1827682"/>
                    <a:gd name="connsiteX11-2615" fmla="*/ 649705 w 1493750"/>
                    <a:gd name="connsiteY11-2616" fmla="*/ 1191716 h 1827682"/>
                    <a:gd name="connsiteX12-2617" fmla="*/ 770021 w 1493750"/>
                    <a:gd name="connsiteY12-2618" fmla="*/ 963116 h 1827682"/>
                    <a:gd name="connsiteX13-2619" fmla="*/ 966536 w 1493750"/>
                    <a:gd name="connsiteY13-2620" fmla="*/ 770611 h 1827682"/>
                    <a:gd name="connsiteX14-2621" fmla="*/ 1121993 w 1493750"/>
                    <a:gd name="connsiteY14-2622" fmla="*/ 682708 h 1827682"/>
                    <a:gd name="connsiteX15-2623" fmla="*/ 1261744 w 1493750"/>
                    <a:gd name="connsiteY15-2624" fmla="*/ 538363 h 1827682"/>
                    <a:gd name="connsiteX16-2625" fmla="*/ 1379159 w 1493750"/>
                    <a:gd name="connsiteY16-2626" fmla="*/ 373385 h 1827682"/>
                    <a:gd name="connsiteX17-2627" fmla="*/ 1476575 w 1493750"/>
                    <a:gd name="connsiteY17-2628" fmla="*/ 147246 h 1827682"/>
                    <a:gd name="connsiteX18-2629" fmla="*/ 1493228 w 1493750"/>
                    <a:gd name="connsiteY18-2630" fmla="*/ 81529 h 1827682"/>
                    <a:gd name="connsiteX19-2631" fmla="*/ 1470182 w 1493750"/>
                    <a:gd name="connsiteY19-2632" fmla="*/ 22191 h 1827682"/>
                    <a:gd name="connsiteX20-2633" fmla="*/ 1419726 w 1493750"/>
                    <a:gd name="connsiteY20-2634" fmla="*/ 4599 h 1827682"/>
                    <a:gd name="connsiteX21-2635" fmla="*/ 1191126 w 1493750"/>
                    <a:gd name="connsiteY21-2636" fmla="*/ 4601 h 1827682"/>
                    <a:gd name="connsiteX22-2637" fmla="*/ 858252 w 1493750"/>
                    <a:gd name="connsiteY22-2638" fmla="*/ 56737 h 1827682"/>
                    <a:gd name="connsiteX23-2639" fmla="*/ 625642 w 1493750"/>
                    <a:gd name="connsiteY23-2640" fmla="*/ 157000 h 1827682"/>
                    <a:gd name="connsiteX0-2641" fmla="*/ 625642 w 1493750"/>
                    <a:gd name="connsiteY0-2642" fmla="*/ 157000 h 1827682"/>
                    <a:gd name="connsiteX1-2643" fmla="*/ 401053 w 1493750"/>
                    <a:gd name="connsiteY1-2644" fmla="*/ 369558 h 1827682"/>
                    <a:gd name="connsiteX2-2645" fmla="*/ 168441 w 1493750"/>
                    <a:gd name="connsiteY2-2646" fmla="*/ 770610 h 1827682"/>
                    <a:gd name="connsiteX3-2647" fmla="*/ 76200 w 1493750"/>
                    <a:gd name="connsiteY3-2648" fmla="*/ 1011242 h 1827682"/>
                    <a:gd name="connsiteX4-2649" fmla="*/ 16042 w 1493750"/>
                    <a:gd name="connsiteY4-2650" fmla="*/ 1255884 h 1827682"/>
                    <a:gd name="connsiteX5-2651" fmla="*/ 0 w 1493750"/>
                    <a:gd name="connsiteY5-2652" fmla="*/ 1432347 h 1827682"/>
                    <a:gd name="connsiteX6-2653" fmla="*/ 36094 w 1493750"/>
                    <a:gd name="connsiteY6-2654" fmla="*/ 1652926 h 1827682"/>
                    <a:gd name="connsiteX7-2655" fmla="*/ 176463 w 1493750"/>
                    <a:gd name="connsiteY7-2656" fmla="*/ 1801316 h 1827682"/>
                    <a:gd name="connsiteX8-2657" fmla="*/ 344905 w 1493750"/>
                    <a:gd name="connsiteY8-2658" fmla="*/ 1825379 h 1827682"/>
                    <a:gd name="connsiteX9-2659" fmla="*/ 453189 w 1493750"/>
                    <a:gd name="connsiteY9-2660" fmla="*/ 1773242 h 1827682"/>
                    <a:gd name="connsiteX10-2661" fmla="*/ 561473 w 1493750"/>
                    <a:gd name="connsiteY10-2662" fmla="*/ 1512558 h 1827682"/>
                    <a:gd name="connsiteX11-2663" fmla="*/ 649705 w 1493750"/>
                    <a:gd name="connsiteY11-2664" fmla="*/ 1191716 h 1827682"/>
                    <a:gd name="connsiteX12-2665" fmla="*/ 770021 w 1493750"/>
                    <a:gd name="connsiteY12-2666" fmla="*/ 963116 h 1827682"/>
                    <a:gd name="connsiteX13-2667" fmla="*/ 966536 w 1493750"/>
                    <a:gd name="connsiteY13-2668" fmla="*/ 770611 h 1827682"/>
                    <a:gd name="connsiteX14-2669" fmla="*/ 1261744 w 1493750"/>
                    <a:gd name="connsiteY14-2670" fmla="*/ 538363 h 1827682"/>
                    <a:gd name="connsiteX15-2671" fmla="*/ 1379159 w 1493750"/>
                    <a:gd name="connsiteY15-2672" fmla="*/ 373385 h 1827682"/>
                    <a:gd name="connsiteX16-2673" fmla="*/ 1476575 w 1493750"/>
                    <a:gd name="connsiteY16-2674" fmla="*/ 147246 h 1827682"/>
                    <a:gd name="connsiteX17-2675" fmla="*/ 1493228 w 1493750"/>
                    <a:gd name="connsiteY17-2676" fmla="*/ 81529 h 1827682"/>
                    <a:gd name="connsiteX18-2677" fmla="*/ 1470182 w 1493750"/>
                    <a:gd name="connsiteY18-2678" fmla="*/ 22191 h 1827682"/>
                    <a:gd name="connsiteX19-2679" fmla="*/ 1419726 w 1493750"/>
                    <a:gd name="connsiteY19-2680" fmla="*/ 4599 h 1827682"/>
                    <a:gd name="connsiteX20-2681" fmla="*/ 1191126 w 1493750"/>
                    <a:gd name="connsiteY20-2682" fmla="*/ 4601 h 1827682"/>
                    <a:gd name="connsiteX21-2683" fmla="*/ 858252 w 1493750"/>
                    <a:gd name="connsiteY21-2684" fmla="*/ 56737 h 1827682"/>
                    <a:gd name="connsiteX22-2685" fmla="*/ 625642 w 1493750"/>
                    <a:gd name="connsiteY22-2686" fmla="*/ 157000 h 1827682"/>
                    <a:gd name="connsiteX0-2687" fmla="*/ 625642 w 1493750"/>
                    <a:gd name="connsiteY0-2688" fmla="*/ 157000 h 1827682"/>
                    <a:gd name="connsiteX1-2689" fmla="*/ 401053 w 1493750"/>
                    <a:gd name="connsiteY1-2690" fmla="*/ 369558 h 1827682"/>
                    <a:gd name="connsiteX2-2691" fmla="*/ 168441 w 1493750"/>
                    <a:gd name="connsiteY2-2692" fmla="*/ 770610 h 1827682"/>
                    <a:gd name="connsiteX3-2693" fmla="*/ 76200 w 1493750"/>
                    <a:gd name="connsiteY3-2694" fmla="*/ 1011242 h 1827682"/>
                    <a:gd name="connsiteX4-2695" fmla="*/ 16042 w 1493750"/>
                    <a:gd name="connsiteY4-2696" fmla="*/ 1255884 h 1827682"/>
                    <a:gd name="connsiteX5-2697" fmla="*/ 0 w 1493750"/>
                    <a:gd name="connsiteY5-2698" fmla="*/ 1432347 h 1827682"/>
                    <a:gd name="connsiteX6-2699" fmla="*/ 36094 w 1493750"/>
                    <a:gd name="connsiteY6-2700" fmla="*/ 1652926 h 1827682"/>
                    <a:gd name="connsiteX7-2701" fmla="*/ 176463 w 1493750"/>
                    <a:gd name="connsiteY7-2702" fmla="*/ 1801316 h 1827682"/>
                    <a:gd name="connsiteX8-2703" fmla="*/ 344905 w 1493750"/>
                    <a:gd name="connsiteY8-2704" fmla="*/ 1825379 h 1827682"/>
                    <a:gd name="connsiteX9-2705" fmla="*/ 453189 w 1493750"/>
                    <a:gd name="connsiteY9-2706" fmla="*/ 1773242 h 1827682"/>
                    <a:gd name="connsiteX10-2707" fmla="*/ 561473 w 1493750"/>
                    <a:gd name="connsiteY10-2708" fmla="*/ 1512558 h 1827682"/>
                    <a:gd name="connsiteX11-2709" fmla="*/ 649705 w 1493750"/>
                    <a:gd name="connsiteY11-2710" fmla="*/ 1191716 h 1827682"/>
                    <a:gd name="connsiteX12-2711" fmla="*/ 770021 w 1493750"/>
                    <a:gd name="connsiteY12-2712" fmla="*/ 963116 h 1827682"/>
                    <a:gd name="connsiteX13-2713" fmla="*/ 966536 w 1493750"/>
                    <a:gd name="connsiteY13-2714" fmla="*/ 770611 h 1827682"/>
                    <a:gd name="connsiteX14-2715" fmla="*/ 1270171 w 1493750"/>
                    <a:gd name="connsiteY14-2716" fmla="*/ 486955 h 1827682"/>
                    <a:gd name="connsiteX15-2717" fmla="*/ 1379159 w 1493750"/>
                    <a:gd name="connsiteY15-2718" fmla="*/ 373385 h 1827682"/>
                    <a:gd name="connsiteX16-2719" fmla="*/ 1476575 w 1493750"/>
                    <a:gd name="connsiteY16-2720" fmla="*/ 147246 h 1827682"/>
                    <a:gd name="connsiteX17-2721" fmla="*/ 1493228 w 1493750"/>
                    <a:gd name="connsiteY17-2722" fmla="*/ 81529 h 1827682"/>
                    <a:gd name="connsiteX18-2723" fmla="*/ 1470182 w 1493750"/>
                    <a:gd name="connsiteY18-2724" fmla="*/ 22191 h 1827682"/>
                    <a:gd name="connsiteX19-2725" fmla="*/ 1419726 w 1493750"/>
                    <a:gd name="connsiteY19-2726" fmla="*/ 4599 h 1827682"/>
                    <a:gd name="connsiteX20-2727" fmla="*/ 1191126 w 1493750"/>
                    <a:gd name="connsiteY20-2728" fmla="*/ 4601 h 1827682"/>
                    <a:gd name="connsiteX21-2729" fmla="*/ 858252 w 1493750"/>
                    <a:gd name="connsiteY21-2730" fmla="*/ 56737 h 1827682"/>
                    <a:gd name="connsiteX22-2731" fmla="*/ 625642 w 1493750"/>
                    <a:gd name="connsiteY22-2732" fmla="*/ 157000 h 1827682"/>
                    <a:gd name="connsiteX0-2733" fmla="*/ 625642 w 1493492"/>
                    <a:gd name="connsiteY0-2734" fmla="*/ 157000 h 1827682"/>
                    <a:gd name="connsiteX1-2735" fmla="*/ 401053 w 1493492"/>
                    <a:gd name="connsiteY1-2736" fmla="*/ 369558 h 1827682"/>
                    <a:gd name="connsiteX2-2737" fmla="*/ 168441 w 1493492"/>
                    <a:gd name="connsiteY2-2738" fmla="*/ 770610 h 1827682"/>
                    <a:gd name="connsiteX3-2739" fmla="*/ 76200 w 1493492"/>
                    <a:gd name="connsiteY3-2740" fmla="*/ 1011242 h 1827682"/>
                    <a:gd name="connsiteX4-2741" fmla="*/ 16042 w 1493492"/>
                    <a:gd name="connsiteY4-2742" fmla="*/ 1255884 h 1827682"/>
                    <a:gd name="connsiteX5-2743" fmla="*/ 0 w 1493492"/>
                    <a:gd name="connsiteY5-2744" fmla="*/ 1432347 h 1827682"/>
                    <a:gd name="connsiteX6-2745" fmla="*/ 36094 w 1493492"/>
                    <a:gd name="connsiteY6-2746" fmla="*/ 1652926 h 1827682"/>
                    <a:gd name="connsiteX7-2747" fmla="*/ 176463 w 1493492"/>
                    <a:gd name="connsiteY7-2748" fmla="*/ 1801316 h 1827682"/>
                    <a:gd name="connsiteX8-2749" fmla="*/ 344905 w 1493492"/>
                    <a:gd name="connsiteY8-2750" fmla="*/ 1825379 h 1827682"/>
                    <a:gd name="connsiteX9-2751" fmla="*/ 453189 w 1493492"/>
                    <a:gd name="connsiteY9-2752" fmla="*/ 1773242 h 1827682"/>
                    <a:gd name="connsiteX10-2753" fmla="*/ 561473 w 1493492"/>
                    <a:gd name="connsiteY10-2754" fmla="*/ 1512558 h 1827682"/>
                    <a:gd name="connsiteX11-2755" fmla="*/ 649705 w 1493492"/>
                    <a:gd name="connsiteY11-2756" fmla="*/ 1191716 h 1827682"/>
                    <a:gd name="connsiteX12-2757" fmla="*/ 770021 w 1493492"/>
                    <a:gd name="connsiteY12-2758" fmla="*/ 963116 h 1827682"/>
                    <a:gd name="connsiteX13-2759" fmla="*/ 966536 w 1493492"/>
                    <a:gd name="connsiteY13-2760" fmla="*/ 770611 h 1827682"/>
                    <a:gd name="connsiteX14-2761" fmla="*/ 1270171 w 1493492"/>
                    <a:gd name="connsiteY14-2762" fmla="*/ 486955 h 1827682"/>
                    <a:gd name="connsiteX15-2763" fmla="*/ 1396014 w 1493492"/>
                    <a:gd name="connsiteY15-2764" fmla="*/ 304841 h 1827682"/>
                    <a:gd name="connsiteX16-2765" fmla="*/ 1476575 w 1493492"/>
                    <a:gd name="connsiteY16-2766" fmla="*/ 147246 h 1827682"/>
                    <a:gd name="connsiteX17-2767" fmla="*/ 1493228 w 1493492"/>
                    <a:gd name="connsiteY17-2768" fmla="*/ 81529 h 1827682"/>
                    <a:gd name="connsiteX18-2769" fmla="*/ 1470182 w 1493492"/>
                    <a:gd name="connsiteY18-2770" fmla="*/ 22191 h 1827682"/>
                    <a:gd name="connsiteX19-2771" fmla="*/ 1419726 w 1493492"/>
                    <a:gd name="connsiteY19-2772" fmla="*/ 4599 h 1827682"/>
                    <a:gd name="connsiteX20-2773" fmla="*/ 1191126 w 1493492"/>
                    <a:gd name="connsiteY20-2774" fmla="*/ 4601 h 1827682"/>
                    <a:gd name="connsiteX21-2775" fmla="*/ 858252 w 1493492"/>
                    <a:gd name="connsiteY21-2776" fmla="*/ 56737 h 1827682"/>
                    <a:gd name="connsiteX22-2777" fmla="*/ 625642 w 1493492"/>
                    <a:gd name="connsiteY22-2778" fmla="*/ 157000 h 1827682"/>
                    <a:gd name="connsiteX0-2779" fmla="*/ 625642 w 1494047"/>
                    <a:gd name="connsiteY0-2780" fmla="*/ 157000 h 1827682"/>
                    <a:gd name="connsiteX1-2781" fmla="*/ 401053 w 1494047"/>
                    <a:gd name="connsiteY1-2782" fmla="*/ 369558 h 1827682"/>
                    <a:gd name="connsiteX2-2783" fmla="*/ 168441 w 1494047"/>
                    <a:gd name="connsiteY2-2784" fmla="*/ 770610 h 1827682"/>
                    <a:gd name="connsiteX3-2785" fmla="*/ 76200 w 1494047"/>
                    <a:gd name="connsiteY3-2786" fmla="*/ 1011242 h 1827682"/>
                    <a:gd name="connsiteX4-2787" fmla="*/ 16042 w 1494047"/>
                    <a:gd name="connsiteY4-2788" fmla="*/ 1255884 h 1827682"/>
                    <a:gd name="connsiteX5-2789" fmla="*/ 0 w 1494047"/>
                    <a:gd name="connsiteY5-2790" fmla="*/ 1432347 h 1827682"/>
                    <a:gd name="connsiteX6-2791" fmla="*/ 36094 w 1494047"/>
                    <a:gd name="connsiteY6-2792" fmla="*/ 1652926 h 1827682"/>
                    <a:gd name="connsiteX7-2793" fmla="*/ 176463 w 1494047"/>
                    <a:gd name="connsiteY7-2794" fmla="*/ 1801316 h 1827682"/>
                    <a:gd name="connsiteX8-2795" fmla="*/ 344905 w 1494047"/>
                    <a:gd name="connsiteY8-2796" fmla="*/ 1825379 h 1827682"/>
                    <a:gd name="connsiteX9-2797" fmla="*/ 453189 w 1494047"/>
                    <a:gd name="connsiteY9-2798" fmla="*/ 1773242 h 1827682"/>
                    <a:gd name="connsiteX10-2799" fmla="*/ 561473 w 1494047"/>
                    <a:gd name="connsiteY10-2800" fmla="*/ 1512558 h 1827682"/>
                    <a:gd name="connsiteX11-2801" fmla="*/ 649705 w 1494047"/>
                    <a:gd name="connsiteY11-2802" fmla="*/ 1191716 h 1827682"/>
                    <a:gd name="connsiteX12-2803" fmla="*/ 770021 w 1494047"/>
                    <a:gd name="connsiteY12-2804" fmla="*/ 963116 h 1827682"/>
                    <a:gd name="connsiteX13-2805" fmla="*/ 966536 w 1494047"/>
                    <a:gd name="connsiteY13-2806" fmla="*/ 770611 h 1827682"/>
                    <a:gd name="connsiteX14-2807" fmla="*/ 1270171 w 1494047"/>
                    <a:gd name="connsiteY14-2808" fmla="*/ 486955 h 1827682"/>
                    <a:gd name="connsiteX15-2809" fmla="*/ 1396014 w 1494047"/>
                    <a:gd name="connsiteY15-2810" fmla="*/ 304841 h 1827682"/>
                    <a:gd name="connsiteX16-2811" fmla="*/ 1442864 w 1494047"/>
                    <a:gd name="connsiteY16-2812" fmla="*/ 104406 h 1827682"/>
                    <a:gd name="connsiteX17-2813" fmla="*/ 1493228 w 1494047"/>
                    <a:gd name="connsiteY17-2814" fmla="*/ 81529 h 1827682"/>
                    <a:gd name="connsiteX18-2815" fmla="*/ 1470182 w 1494047"/>
                    <a:gd name="connsiteY18-2816" fmla="*/ 22191 h 1827682"/>
                    <a:gd name="connsiteX19-2817" fmla="*/ 1419726 w 1494047"/>
                    <a:gd name="connsiteY19-2818" fmla="*/ 4599 h 1827682"/>
                    <a:gd name="connsiteX20-2819" fmla="*/ 1191126 w 1494047"/>
                    <a:gd name="connsiteY20-2820" fmla="*/ 4601 h 1827682"/>
                    <a:gd name="connsiteX21-2821" fmla="*/ 858252 w 1494047"/>
                    <a:gd name="connsiteY21-2822" fmla="*/ 56737 h 1827682"/>
                    <a:gd name="connsiteX22-2823" fmla="*/ 625642 w 1494047"/>
                    <a:gd name="connsiteY22-2824" fmla="*/ 157000 h 1827682"/>
                    <a:gd name="connsiteX0-2825" fmla="*/ 625642 w 1470200"/>
                    <a:gd name="connsiteY0-2826" fmla="*/ 157000 h 1827682"/>
                    <a:gd name="connsiteX1-2827" fmla="*/ 401053 w 1470200"/>
                    <a:gd name="connsiteY1-2828" fmla="*/ 369558 h 1827682"/>
                    <a:gd name="connsiteX2-2829" fmla="*/ 168441 w 1470200"/>
                    <a:gd name="connsiteY2-2830" fmla="*/ 770610 h 1827682"/>
                    <a:gd name="connsiteX3-2831" fmla="*/ 76200 w 1470200"/>
                    <a:gd name="connsiteY3-2832" fmla="*/ 1011242 h 1827682"/>
                    <a:gd name="connsiteX4-2833" fmla="*/ 16042 w 1470200"/>
                    <a:gd name="connsiteY4-2834" fmla="*/ 1255884 h 1827682"/>
                    <a:gd name="connsiteX5-2835" fmla="*/ 0 w 1470200"/>
                    <a:gd name="connsiteY5-2836" fmla="*/ 1432347 h 1827682"/>
                    <a:gd name="connsiteX6-2837" fmla="*/ 36094 w 1470200"/>
                    <a:gd name="connsiteY6-2838" fmla="*/ 1652926 h 1827682"/>
                    <a:gd name="connsiteX7-2839" fmla="*/ 176463 w 1470200"/>
                    <a:gd name="connsiteY7-2840" fmla="*/ 1801316 h 1827682"/>
                    <a:gd name="connsiteX8-2841" fmla="*/ 344905 w 1470200"/>
                    <a:gd name="connsiteY8-2842" fmla="*/ 1825379 h 1827682"/>
                    <a:gd name="connsiteX9-2843" fmla="*/ 453189 w 1470200"/>
                    <a:gd name="connsiteY9-2844" fmla="*/ 1773242 h 1827682"/>
                    <a:gd name="connsiteX10-2845" fmla="*/ 561473 w 1470200"/>
                    <a:gd name="connsiteY10-2846" fmla="*/ 1512558 h 1827682"/>
                    <a:gd name="connsiteX11-2847" fmla="*/ 649705 w 1470200"/>
                    <a:gd name="connsiteY11-2848" fmla="*/ 1191716 h 1827682"/>
                    <a:gd name="connsiteX12-2849" fmla="*/ 770021 w 1470200"/>
                    <a:gd name="connsiteY12-2850" fmla="*/ 963116 h 1827682"/>
                    <a:gd name="connsiteX13-2851" fmla="*/ 966536 w 1470200"/>
                    <a:gd name="connsiteY13-2852" fmla="*/ 770611 h 1827682"/>
                    <a:gd name="connsiteX14-2853" fmla="*/ 1270171 w 1470200"/>
                    <a:gd name="connsiteY14-2854" fmla="*/ 486955 h 1827682"/>
                    <a:gd name="connsiteX15-2855" fmla="*/ 1396014 w 1470200"/>
                    <a:gd name="connsiteY15-2856" fmla="*/ 304841 h 1827682"/>
                    <a:gd name="connsiteX16-2857" fmla="*/ 1442864 w 1470200"/>
                    <a:gd name="connsiteY16-2858" fmla="*/ 104406 h 1827682"/>
                    <a:gd name="connsiteX17-2859" fmla="*/ 1425806 w 1470200"/>
                    <a:gd name="connsiteY17-2860" fmla="*/ 60109 h 1827682"/>
                    <a:gd name="connsiteX18-2861" fmla="*/ 1470182 w 1470200"/>
                    <a:gd name="connsiteY18-2862" fmla="*/ 22191 h 1827682"/>
                    <a:gd name="connsiteX19-2863" fmla="*/ 1419726 w 1470200"/>
                    <a:gd name="connsiteY19-2864" fmla="*/ 4599 h 1827682"/>
                    <a:gd name="connsiteX20-2865" fmla="*/ 1191126 w 1470200"/>
                    <a:gd name="connsiteY20-2866" fmla="*/ 4601 h 1827682"/>
                    <a:gd name="connsiteX21-2867" fmla="*/ 858252 w 1470200"/>
                    <a:gd name="connsiteY21-2868" fmla="*/ 56737 h 1827682"/>
                    <a:gd name="connsiteX22-2869" fmla="*/ 625642 w 1470200"/>
                    <a:gd name="connsiteY22-2870" fmla="*/ 157000 h 1827682"/>
                    <a:gd name="connsiteX0-2871" fmla="*/ 625642 w 1470693"/>
                    <a:gd name="connsiteY0-2872" fmla="*/ 157000 h 1827682"/>
                    <a:gd name="connsiteX1-2873" fmla="*/ 401053 w 1470693"/>
                    <a:gd name="connsiteY1-2874" fmla="*/ 369558 h 1827682"/>
                    <a:gd name="connsiteX2-2875" fmla="*/ 168441 w 1470693"/>
                    <a:gd name="connsiteY2-2876" fmla="*/ 770610 h 1827682"/>
                    <a:gd name="connsiteX3-2877" fmla="*/ 76200 w 1470693"/>
                    <a:gd name="connsiteY3-2878" fmla="*/ 1011242 h 1827682"/>
                    <a:gd name="connsiteX4-2879" fmla="*/ 16042 w 1470693"/>
                    <a:gd name="connsiteY4-2880" fmla="*/ 1255884 h 1827682"/>
                    <a:gd name="connsiteX5-2881" fmla="*/ 0 w 1470693"/>
                    <a:gd name="connsiteY5-2882" fmla="*/ 1432347 h 1827682"/>
                    <a:gd name="connsiteX6-2883" fmla="*/ 36094 w 1470693"/>
                    <a:gd name="connsiteY6-2884" fmla="*/ 1652926 h 1827682"/>
                    <a:gd name="connsiteX7-2885" fmla="*/ 176463 w 1470693"/>
                    <a:gd name="connsiteY7-2886" fmla="*/ 1801316 h 1827682"/>
                    <a:gd name="connsiteX8-2887" fmla="*/ 344905 w 1470693"/>
                    <a:gd name="connsiteY8-2888" fmla="*/ 1825379 h 1827682"/>
                    <a:gd name="connsiteX9-2889" fmla="*/ 453189 w 1470693"/>
                    <a:gd name="connsiteY9-2890" fmla="*/ 1773242 h 1827682"/>
                    <a:gd name="connsiteX10-2891" fmla="*/ 561473 w 1470693"/>
                    <a:gd name="connsiteY10-2892" fmla="*/ 1512558 h 1827682"/>
                    <a:gd name="connsiteX11-2893" fmla="*/ 649705 w 1470693"/>
                    <a:gd name="connsiteY11-2894" fmla="*/ 1191716 h 1827682"/>
                    <a:gd name="connsiteX12-2895" fmla="*/ 770021 w 1470693"/>
                    <a:gd name="connsiteY12-2896" fmla="*/ 963116 h 1827682"/>
                    <a:gd name="connsiteX13-2897" fmla="*/ 966536 w 1470693"/>
                    <a:gd name="connsiteY13-2898" fmla="*/ 770611 h 1827682"/>
                    <a:gd name="connsiteX14-2899" fmla="*/ 1270171 w 1470693"/>
                    <a:gd name="connsiteY14-2900" fmla="*/ 486955 h 1827682"/>
                    <a:gd name="connsiteX15-2901" fmla="*/ 1396014 w 1470693"/>
                    <a:gd name="connsiteY15-2902" fmla="*/ 304841 h 1827682"/>
                    <a:gd name="connsiteX16-2903" fmla="*/ 1442864 w 1470693"/>
                    <a:gd name="connsiteY16-2904" fmla="*/ 104406 h 1827682"/>
                    <a:gd name="connsiteX17-2905" fmla="*/ 1470182 w 1470693"/>
                    <a:gd name="connsiteY17-2906" fmla="*/ 22191 h 1827682"/>
                    <a:gd name="connsiteX18-2907" fmla="*/ 1419726 w 1470693"/>
                    <a:gd name="connsiteY18-2908" fmla="*/ 4599 h 1827682"/>
                    <a:gd name="connsiteX19-2909" fmla="*/ 1191126 w 1470693"/>
                    <a:gd name="connsiteY19-2910" fmla="*/ 4601 h 1827682"/>
                    <a:gd name="connsiteX20-2911" fmla="*/ 858252 w 1470693"/>
                    <a:gd name="connsiteY20-2912" fmla="*/ 56737 h 1827682"/>
                    <a:gd name="connsiteX21-2913" fmla="*/ 625642 w 1470693"/>
                    <a:gd name="connsiteY21-2914" fmla="*/ 157000 h 1827682"/>
                    <a:gd name="connsiteX0-2915" fmla="*/ 625642 w 1448657"/>
                    <a:gd name="connsiteY0-2916" fmla="*/ 157000 h 1827682"/>
                    <a:gd name="connsiteX1-2917" fmla="*/ 401053 w 1448657"/>
                    <a:gd name="connsiteY1-2918" fmla="*/ 369558 h 1827682"/>
                    <a:gd name="connsiteX2-2919" fmla="*/ 168441 w 1448657"/>
                    <a:gd name="connsiteY2-2920" fmla="*/ 770610 h 1827682"/>
                    <a:gd name="connsiteX3-2921" fmla="*/ 76200 w 1448657"/>
                    <a:gd name="connsiteY3-2922" fmla="*/ 1011242 h 1827682"/>
                    <a:gd name="connsiteX4-2923" fmla="*/ 16042 w 1448657"/>
                    <a:gd name="connsiteY4-2924" fmla="*/ 1255884 h 1827682"/>
                    <a:gd name="connsiteX5-2925" fmla="*/ 0 w 1448657"/>
                    <a:gd name="connsiteY5-2926" fmla="*/ 1432347 h 1827682"/>
                    <a:gd name="connsiteX6-2927" fmla="*/ 36094 w 1448657"/>
                    <a:gd name="connsiteY6-2928" fmla="*/ 1652926 h 1827682"/>
                    <a:gd name="connsiteX7-2929" fmla="*/ 176463 w 1448657"/>
                    <a:gd name="connsiteY7-2930" fmla="*/ 1801316 h 1827682"/>
                    <a:gd name="connsiteX8-2931" fmla="*/ 344905 w 1448657"/>
                    <a:gd name="connsiteY8-2932" fmla="*/ 1825379 h 1827682"/>
                    <a:gd name="connsiteX9-2933" fmla="*/ 453189 w 1448657"/>
                    <a:gd name="connsiteY9-2934" fmla="*/ 1773242 h 1827682"/>
                    <a:gd name="connsiteX10-2935" fmla="*/ 561473 w 1448657"/>
                    <a:gd name="connsiteY10-2936" fmla="*/ 1512558 h 1827682"/>
                    <a:gd name="connsiteX11-2937" fmla="*/ 649705 w 1448657"/>
                    <a:gd name="connsiteY11-2938" fmla="*/ 1191716 h 1827682"/>
                    <a:gd name="connsiteX12-2939" fmla="*/ 770021 w 1448657"/>
                    <a:gd name="connsiteY12-2940" fmla="*/ 963116 h 1827682"/>
                    <a:gd name="connsiteX13-2941" fmla="*/ 966536 w 1448657"/>
                    <a:gd name="connsiteY13-2942" fmla="*/ 770611 h 1827682"/>
                    <a:gd name="connsiteX14-2943" fmla="*/ 1270171 w 1448657"/>
                    <a:gd name="connsiteY14-2944" fmla="*/ 486955 h 1827682"/>
                    <a:gd name="connsiteX15-2945" fmla="*/ 1396014 w 1448657"/>
                    <a:gd name="connsiteY15-2946" fmla="*/ 304841 h 1827682"/>
                    <a:gd name="connsiteX16-2947" fmla="*/ 1442864 w 1448657"/>
                    <a:gd name="connsiteY16-2948" fmla="*/ 104406 h 1827682"/>
                    <a:gd name="connsiteX17-2949" fmla="*/ 1419726 w 1448657"/>
                    <a:gd name="connsiteY17-2950" fmla="*/ 4599 h 1827682"/>
                    <a:gd name="connsiteX18-2951" fmla="*/ 1191126 w 1448657"/>
                    <a:gd name="connsiteY18-2952" fmla="*/ 4601 h 1827682"/>
                    <a:gd name="connsiteX19-2953" fmla="*/ 858252 w 1448657"/>
                    <a:gd name="connsiteY19-2954" fmla="*/ 56737 h 1827682"/>
                    <a:gd name="connsiteX20-2955" fmla="*/ 625642 w 1448657"/>
                    <a:gd name="connsiteY20-2956" fmla="*/ 157000 h 1827682"/>
                    <a:gd name="connsiteX0-2957" fmla="*/ 625642 w 1443758"/>
                    <a:gd name="connsiteY0-2958" fmla="*/ 153124 h 1823806"/>
                    <a:gd name="connsiteX1-2959" fmla="*/ 401053 w 1443758"/>
                    <a:gd name="connsiteY1-2960" fmla="*/ 365682 h 1823806"/>
                    <a:gd name="connsiteX2-2961" fmla="*/ 168441 w 1443758"/>
                    <a:gd name="connsiteY2-2962" fmla="*/ 766734 h 1823806"/>
                    <a:gd name="connsiteX3-2963" fmla="*/ 76200 w 1443758"/>
                    <a:gd name="connsiteY3-2964" fmla="*/ 1007366 h 1823806"/>
                    <a:gd name="connsiteX4-2965" fmla="*/ 16042 w 1443758"/>
                    <a:gd name="connsiteY4-2966" fmla="*/ 1252008 h 1823806"/>
                    <a:gd name="connsiteX5-2967" fmla="*/ 0 w 1443758"/>
                    <a:gd name="connsiteY5-2968" fmla="*/ 1428471 h 1823806"/>
                    <a:gd name="connsiteX6-2969" fmla="*/ 36094 w 1443758"/>
                    <a:gd name="connsiteY6-2970" fmla="*/ 1649050 h 1823806"/>
                    <a:gd name="connsiteX7-2971" fmla="*/ 176463 w 1443758"/>
                    <a:gd name="connsiteY7-2972" fmla="*/ 1797440 h 1823806"/>
                    <a:gd name="connsiteX8-2973" fmla="*/ 344905 w 1443758"/>
                    <a:gd name="connsiteY8-2974" fmla="*/ 1821503 h 1823806"/>
                    <a:gd name="connsiteX9-2975" fmla="*/ 453189 w 1443758"/>
                    <a:gd name="connsiteY9-2976" fmla="*/ 1769366 h 1823806"/>
                    <a:gd name="connsiteX10-2977" fmla="*/ 561473 w 1443758"/>
                    <a:gd name="connsiteY10-2978" fmla="*/ 1508682 h 1823806"/>
                    <a:gd name="connsiteX11-2979" fmla="*/ 649705 w 1443758"/>
                    <a:gd name="connsiteY11-2980" fmla="*/ 1187840 h 1823806"/>
                    <a:gd name="connsiteX12-2981" fmla="*/ 770021 w 1443758"/>
                    <a:gd name="connsiteY12-2982" fmla="*/ 959240 h 1823806"/>
                    <a:gd name="connsiteX13-2983" fmla="*/ 966536 w 1443758"/>
                    <a:gd name="connsiteY13-2984" fmla="*/ 766735 h 1823806"/>
                    <a:gd name="connsiteX14-2985" fmla="*/ 1270171 w 1443758"/>
                    <a:gd name="connsiteY14-2986" fmla="*/ 483079 h 1823806"/>
                    <a:gd name="connsiteX15-2987" fmla="*/ 1396014 w 1443758"/>
                    <a:gd name="connsiteY15-2988" fmla="*/ 300965 h 1823806"/>
                    <a:gd name="connsiteX16-2989" fmla="*/ 1442864 w 1443758"/>
                    <a:gd name="connsiteY16-2990" fmla="*/ 100530 h 1823806"/>
                    <a:gd name="connsiteX17-2991" fmla="*/ 1360733 w 1443758"/>
                    <a:gd name="connsiteY17-2992" fmla="*/ 22143 h 1823806"/>
                    <a:gd name="connsiteX18-2993" fmla="*/ 1191126 w 1443758"/>
                    <a:gd name="connsiteY18-2994" fmla="*/ 725 h 1823806"/>
                    <a:gd name="connsiteX19-2995" fmla="*/ 858252 w 1443758"/>
                    <a:gd name="connsiteY19-2996" fmla="*/ 52861 h 1823806"/>
                    <a:gd name="connsiteX20-2997" fmla="*/ 625642 w 1443758"/>
                    <a:gd name="connsiteY20-2998" fmla="*/ 153124 h 1823806"/>
                    <a:gd name="connsiteX0-2999" fmla="*/ 625642 w 1443758"/>
                    <a:gd name="connsiteY0-3000" fmla="*/ 142918 h 1813600"/>
                    <a:gd name="connsiteX1-3001" fmla="*/ 401053 w 1443758"/>
                    <a:gd name="connsiteY1-3002" fmla="*/ 355476 h 1813600"/>
                    <a:gd name="connsiteX2-3003" fmla="*/ 168441 w 1443758"/>
                    <a:gd name="connsiteY2-3004" fmla="*/ 756528 h 1813600"/>
                    <a:gd name="connsiteX3-3005" fmla="*/ 76200 w 1443758"/>
                    <a:gd name="connsiteY3-3006" fmla="*/ 997160 h 1813600"/>
                    <a:gd name="connsiteX4-3007" fmla="*/ 16042 w 1443758"/>
                    <a:gd name="connsiteY4-3008" fmla="*/ 1241802 h 1813600"/>
                    <a:gd name="connsiteX5-3009" fmla="*/ 0 w 1443758"/>
                    <a:gd name="connsiteY5-3010" fmla="*/ 1418265 h 1813600"/>
                    <a:gd name="connsiteX6-3011" fmla="*/ 36094 w 1443758"/>
                    <a:gd name="connsiteY6-3012" fmla="*/ 1638844 h 1813600"/>
                    <a:gd name="connsiteX7-3013" fmla="*/ 176463 w 1443758"/>
                    <a:gd name="connsiteY7-3014" fmla="*/ 1787234 h 1813600"/>
                    <a:gd name="connsiteX8-3015" fmla="*/ 344905 w 1443758"/>
                    <a:gd name="connsiteY8-3016" fmla="*/ 1811297 h 1813600"/>
                    <a:gd name="connsiteX9-3017" fmla="*/ 453189 w 1443758"/>
                    <a:gd name="connsiteY9-3018" fmla="*/ 1759160 h 1813600"/>
                    <a:gd name="connsiteX10-3019" fmla="*/ 561473 w 1443758"/>
                    <a:gd name="connsiteY10-3020" fmla="*/ 1498476 h 1813600"/>
                    <a:gd name="connsiteX11-3021" fmla="*/ 649705 w 1443758"/>
                    <a:gd name="connsiteY11-3022" fmla="*/ 1177634 h 1813600"/>
                    <a:gd name="connsiteX12-3023" fmla="*/ 770021 w 1443758"/>
                    <a:gd name="connsiteY12-3024" fmla="*/ 949034 h 1813600"/>
                    <a:gd name="connsiteX13-3025" fmla="*/ 966536 w 1443758"/>
                    <a:gd name="connsiteY13-3026" fmla="*/ 756529 h 1813600"/>
                    <a:gd name="connsiteX14-3027" fmla="*/ 1270171 w 1443758"/>
                    <a:gd name="connsiteY14-3028" fmla="*/ 472873 h 1813600"/>
                    <a:gd name="connsiteX15-3029" fmla="*/ 1396014 w 1443758"/>
                    <a:gd name="connsiteY15-3030" fmla="*/ 290759 h 1813600"/>
                    <a:gd name="connsiteX16-3031" fmla="*/ 1442864 w 1443758"/>
                    <a:gd name="connsiteY16-3032" fmla="*/ 90324 h 1813600"/>
                    <a:gd name="connsiteX17-3033" fmla="*/ 1360733 w 1443758"/>
                    <a:gd name="connsiteY17-3034" fmla="*/ 11937 h 1813600"/>
                    <a:gd name="connsiteX18-3035" fmla="*/ 1191126 w 1443758"/>
                    <a:gd name="connsiteY18-3036" fmla="*/ 3371 h 1813600"/>
                    <a:gd name="connsiteX19-3037" fmla="*/ 858252 w 1443758"/>
                    <a:gd name="connsiteY19-3038" fmla="*/ 42655 h 1813600"/>
                    <a:gd name="connsiteX20-3039" fmla="*/ 625642 w 1443758"/>
                    <a:gd name="connsiteY20-3040" fmla="*/ 142918 h 18136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</a:cxnLst>
                  <a:rect l="l" t="t" r="r" b="b"/>
                  <a:pathLst>
                    <a:path w="1443758" h="1813600">
                      <a:moveTo>
                        <a:pt x="625642" y="142918"/>
                      </a:moveTo>
                      <a:cubicBezTo>
                        <a:pt x="549442" y="195055"/>
                        <a:pt x="477253" y="253208"/>
                        <a:pt x="401053" y="355476"/>
                      </a:cubicBezTo>
                      <a:cubicBezTo>
                        <a:pt x="324853" y="457744"/>
                        <a:pt x="241968" y="605465"/>
                        <a:pt x="168441" y="756528"/>
                      </a:cubicBezTo>
                      <a:lnTo>
                        <a:pt x="76200" y="997160"/>
                      </a:lnTo>
                      <a:lnTo>
                        <a:pt x="16042" y="1241802"/>
                      </a:lnTo>
                      <a:lnTo>
                        <a:pt x="0" y="1418265"/>
                      </a:lnTo>
                      <a:cubicBezTo>
                        <a:pt x="6016" y="1491123"/>
                        <a:pt x="6684" y="1565317"/>
                        <a:pt x="36094" y="1638844"/>
                      </a:cubicBezTo>
                      <a:cubicBezTo>
                        <a:pt x="65504" y="1712371"/>
                        <a:pt x="124995" y="1758492"/>
                        <a:pt x="176463" y="1787234"/>
                      </a:cubicBezTo>
                      <a:cubicBezTo>
                        <a:pt x="227931" y="1815976"/>
                        <a:pt x="298784" y="1815976"/>
                        <a:pt x="344905" y="1811297"/>
                      </a:cubicBezTo>
                      <a:cubicBezTo>
                        <a:pt x="391026" y="1806618"/>
                        <a:pt x="417094" y="1811297"/>
                        <a:pt x="453189" y="1759160"/>
                      </a:cubicBezTo>
                      <a:cubicBezTo>
                        <a:pt x="489284" y="1707023"/>
                        <a:pt x="528720" y="1595397"/>
                        <a:pt x="561473" y="1498476"/>
                      </a:cubicBezTo>
                      <a:cubicBezTo>
                        <a:pt x="590216" y="1393534"/>
                        <a:pt x="614947" y="1269208"/>
                        <a:pt x="649705" y="1177634"/>
                      </a:cubicBezTo>
                      <a:cubicBezTo>
                        <a:pt x="684463" y="1086060"/>
                        <a:pt x="717216" y="1019218"/>
                        <a:pt x="770021" y="949034"/>
                      </a:cubicBezTo>
                      <a:cubicBezTo>
                        <a:pt x="822826" y="878850"/>
                        <a:pt x="883178" y="835889"/>
                        <a:pt x="966536" y="756529"/>
                      </a:cubicBezTo>
                      <a:cubicBezTo>
                        <a:pt x="1049894" y="677169"/>
                        <a:pt x="1198591" y="550501"/>
                        <a:pt x="1270171" y="472873"/>
                      </a:cubicBezTo>
                      <a:cubicBezTo>
                        <a:pt x="1341751" y="395245"/>
                        <a:pt x="1367232" y="354517"/>
                        <a:pt x="1396014" y="290759"/>
                      </a:cubicBezTo>
                      <a:cubicBezTo>
                        <a:pt x="1424796" y="227001"/>
                        <a:pt x="1448744" y="136794"/>
                        <a:pt x="1442864" y="90324"/>
                      </a:cubicBezTo>
                      <a:cubicBezTo>
                        <a:pt x="1436984" y="43854"/>
                        <a:pt x="1402689" y="26429"/>
                        <a:pt x="1360733" y="11937"/>
                      </a:cubicBezTo>
                      <a:cubicBezTo>
                        <a:pt x="1318777" y="-2555"/>
                        <a:pt x="1274873" y="-1749"/>
                        <a:pt x="1191126" y="3371"/>
                      </a:cubicBezTo>
                      <a:cubicBezTo>
                        <a:pt x="1107379" y="8491"/>
                        <a:pt x="946484" y="25945"/>
                        <a:pt x="858252" y="42655"/>
                      </a:cubicBezTo>
                      <a:cubicBezTo>
                        <a:pt x="775368" y="62707"/>
                        <a:pt x="701842" y="90781"/>
                        <a:pt x="625642" y="142918"/>
                      </a:cubicBezTo>
                      <a:close/>
                    </a:path>
                  </a:pathLst>
                </a:cu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  <p:sp>
              <p:nvSpPr>
                <p:cNvPr id="69" name="Freeform 22"/>
                <p:cNvSpPr/>
                <p:nvPr>
                  <p:custDataLst>
                    <p:tags r:id="rId61"/>
                  </p:custDataLst>
                </p:nvPr>
              </p:nvSpPr>
              <p:spPr bwMode="gray">
                <a:xfrm>
                  <a:off x="4079443" y="3031198"/>
                  <a:ext cx="1819001" cy="2437407"/>
                </a:xfrm>
                <a:custGeom>
                  <a:avLst/>
                  <a:gdLst>
                    <a:gd name="connsiteX0" fmla="*/ 1431036 w 1796796"/>
                    <a:gd name="connsiteY0" fmla="*/ 18288 h 2464308"/>
                    <a:gd name="connsiteX1" fmla="*/ 1248156 w 1796796"/>
                    <a:gd name="connsiteY1" fmla="*/ 77724 h 2464308"/>
                    <a:gd name="connsiteX2" fmla="*/ 969264 w 1796796"/>
                    <a:gd name="connsiteY2" fmla="*/ 278892 h 2464308"/>
                    <a:gd name="connsiteX3" fmla="*/ 704088 w 1796796"/>
                    <a:gd name="connsiteY3" fmla="*/ 763524 h 2464308"/>
                    <a:gd name="connsiteX4" fmla="*/ 557784 w 1796796"/>
                    <a:gd name="connsiteY4" fmla="*/ 1220724 h 2464308"/>
                    <a:gd name="connsiteX5" fmla="*/ 333756 w 1796796"/>
                    <a:gd name="connsiteY5" fmla="*/ 1719072 h 2464308"/>
                    <a:gd name="connsiteX6" fmla="*/ 141732 w 1796796"/>
                    <a:gd name="connsiteY6" fmla="*/ 1920240 h 2464308"/>
                    <a:gd name="connsiteX7" fmla="*/ 41148 w 1796796"/>
                    <a:gd name="connsiteY7" fmla="*/ 2029968 h 2464308"/>
                    <a:gd name="connsiteX8" fmla="*/ 0 w 1796796"/>
                    <a:gd name="connsiteY8" fmla="*/ 2148840 h 2464308"/>
                    <a:gd name="connsiteX9" fmla="*/ 22860 w 1796796"/>
                    <a:gd name="connsiteY9" fmla="*/ 2253996 h 2464308"/>
                    <a:gd name="connsiteX10" fmla="*/ 155448 w 1796796"/>
                    <a:gd name="connsiteY10" fmla="*/ 2350008 h 2464308"/>
                    <a:gd name="connsiteX11" fmla="*/ 365760 w 1796796"/>
                    <a:gd name="connsiteY11" fmla="*/ 2414016 h 2464308"/>
                    <a:gd name="connsiteX12" fmla="*/ 662940 w 1796796"/>
                    <a:gd name="connsiteY12" fmla="*/ 2464308 h 2464308"/>
                    <a:gd name="connsiteX13" fmla="*/ 1092708 w 1796796"/>
                    <a:gd name="connsiteY13" fmla="*/ 2455164 h 2464308"/>
                    <a:gd name="connsiteX14" fmla="*/ 1504188 w 1796796"/>
                    <a:gd name="connsiteY14" fmla="*/ 2308860 h 2464308"/>
                    <a:gd name="connsiteX15" fmla="*/ 1783080 w 1796796"/>
                    <a:gd name="connsiteY15" fmla="*/ 2116836 h 2464308"/>
                    <a:gd name="connsiteX16" fmla="*/ 1796796 w 1796796"/>
                    <a:gd name="connsiteY16" fmla="*/ 1719072 h 2464308"/>
                    <a:gd name="connsiteX17" fmla="*/ 1792224 w 1796796"/>
                    <a:gd name="connsiteY17" fmla="*/ 1019556 h 2464308"/>
                    <a:gd name="connsiteX18" fmla="*/ 1787652 w 1796796"/>
                    <a:gd name="connsiteY18" fmla="*/ 246888 h 2464308"/>
                    <a:gd name="connsiteX19" fmla="*/ 1741932 w 1796796"/>
                    <a:gd name="connsiteY19" fmla="*/ 50292 h 2464308"/>
                    <a:gd name="connsiteX20" fmla="*/ 1650492 w 1796796"/>
                    <a:gd name="connsiteY20" fmla="*/ 0 h 2464308"/>
                    <a:gd name="connsiteX21" fmla="*/ 1504188 w 1796796"/>
                    <a:gd name="connsiteY21" fmla="*/ 4572 h 2464308"/>
                    <a:gd name="connsiteX22" fmla="*/ 1431036 w 1796796"/>
                    <a:gd name="connsiteY22" fmla="*/ 18288 h 2464308"/>
                    <a:gd name="connsiteX0-1" fmla="*/ 1431036 w 1796796"/>
                    <a:gd name="connsiteY0-2" fmla="*/ 21247 h 2467267"/>
                    <a:gd name="connsiteX1-3" fmla="*/ 1248156 w 1796796"/>
                    <a:gd name="connsiteY1-4" fmla="*/ 80683 h 2467267"/>
                    <a:gd name="connsiteX2-5" fmla="*/ 969264 w 1796796"/>
                    <a:gd name="connsiteY2-6" fmla="*/ 281851 h 2467267"/>
                    <a:gd name="connsiteX3-7" fmla="*/ 704088 w 1796796"/>
                    <a:gd name="connsiteY3-8" fmla="*/ 766483 h 2467267"/>
                    <a:gd name="connsiteX4-9" fmla="*/ 557784 w 1796796"/>
                    <a:gd name="connsiteY4-10" fmla="*/ 1223683 h 2467267"/>
                    <a:gd name="connsiteX5-11" fmla="*/ 333756 w 1796796"/>
                    <a:gd name="connsiteY5-12" fmla="*/ 1722031 h 2467267"/>
                    <a:gd name="connsiteX6-13" fmla="*/ 141732 w 1796796"/>
                    <a:gd name="connsiteY6-14" fmla="*/ 1923199 h 2467267"/>
                    <a:gd name="connsiteX7-15" fmla="*/ 41148 w 1796796"/>
                    <a:gd name="connsiteY7-16" fmla="*/ 2032927 h 2467267"/>
                    <a:gd name="connsiteX8-17" fmla="*/ 0 w 1796796"/>
                    <a:gd name="connsiteY8-18" fmla="*/ 2151799 h 2467267"/>
                    <a:gd name="connsiteX9-19" fmla="*/ 22860 w 1796796"/>
                    <a:gd name="connsiteY9-20" fmla="*/ 2256955 h 2467267"/>
                    <a:gd name="connsiteX10-21" fmla="*/ 155448 w 1796796"/>
                    <a:gd name="connsiteY10-22" fmla="*/ 2352967 h 2467267"/>
                    <a:gd name="connsiteX11-23" fmla="*/ 365760 w 1796796"/>
                    <a:gd name="connsiteY11-24" fmla="*/ 2416975 h 2467267"/>
                    <a:gd name="connsiteX12-25" fmla="*/ 662940 w 1796796"/>
                    <a:gd name="connsiteY12-26" fmla="*/ 2467267 h 2467267"/>
                    <a:gd name="connsiteX13-27" fmla="*/ 1092708 w 1796796"/>
                    <a:gd name="connsiteY13-28" fmla="*/ 2458123 h 2467267"/>
                    <a:gd name="connsiteX14-29" fmla="*/ 1504188 w 1796796"/>
                    <a:gd name="connsiteY14-30" fmla="*/ 2311819 h 2467267"/>
                    <a:gd name="connsiteX15-31" fmla="*/ 1783080 w 1796796"/>
                    <a:gd name="connsiteY15-32" fmla="*/ 2119795 h 2467267"/>
                    <a:gd name="connsiteX16-33" fmla="*/ 1796796 w 1796796"/>
                    <a:gd name="connsiteY16-34" fmla="*/ 1722031 h 2467267"/>
                    <a:gd name="connsiteX17-35" fmla="*/ 1792224 w 1796796"/>
                    <a:gd name="connsiteY17-36" fmla="*/ 1022515 h 2467267"/>
                    <a:gd name="connsiteX18-37" fmla="*/ 1787652 w 1796796"/>
                    <a:gd name="connsiteY18-38" fmla="*/ 249847 h 2467267"/>
                    <a:gd name="connsiteX19-39" fmla="*/ 1741932 w 1796796"/>
                    <a:gd name="connsiteY19-40" fmla="*/ 53251 h 2467267"/>
                    <a:gd name="connsiteX20-41" fmla="*/ 1650492 w 1796796"/>
                    <a:gd name="connsiteY20-42" fmla="*/ 2959 h 2467267"/>
                    <a:gd name="connsiteX21-43" fmla="*/ 1504188 w 1796796"/>
                    <a:gd name="connsiteY21-44" fmla="*/ 7531 h 2467267"/>
                    <a:gd name="connsiteX22-45" fmla="*/ 1431036 w 1796796"/>
                    <a:gd name="connsiteY22-46" fmla="*/ 21247 h 2467267"/>
                    <a:gd name="connsiteX0-47" fmla="*/ 1431036 w 1796796"/>
                    <a:gd name="connsiteY0-48" fmla="*/ 21247 h 2467267"/>
                    <a:gd name="connsiteX1-49" fmla="*/ 1248156 w 1796796"/>
                    <a:gd name="connsiteY1-50" fmla="*/ 80683 h 2467267"/>
                    <a:gd name="connsiteX2-51" fmla="*/ 969264 w 1796796"/>
                    <a:gd name="connsiteY2-52" fmla="*/ 281851 h 2467267"/>
                    <a:gd name="connsiteX3-53" fmla="*/ 704088 w 1796796"/>
                    <a:gd name="connsiteY3-54" fmla="*/ 766483 h 2467267"/>
                    <a:gd name="connsiteX4-55" fmla="*/ 557784 w 1796796"/>
                    <a:gd name="connsiteY4-56" fmla="*/ 1223683 h 2467267"/>
                    <a:gd name="connsiteX5-57" fmla="*/ 333756 w 1796796"/>
                    <a:gd name="connsiteY5-58" fmla="*/ 1722031 h 2467267"/>
                    <a:gd name="connsiteX6-59" fmla="*/ 141732 w 1796796"/>
                    <a:gd name="connsiteY6-60" fmla="*/ 1923199 h 2467267"/>
                    <a:gd name="connsiteX7-61" fmla="*/ 41148 w 1796796"/>
                    <a:gd name="connsiteY7-62" fmla="*/ 2032927 h 2467267"/>
                    <a:gd name="connsiteX8-63" fmla="*/ 0 w 1796796"/>
                    <a:gd name="connsiteY8-64" fmla="*/ 2151799 h 2467267"/>
                    <a:gd name="connsiteX9-65" fmla="*/ 22860 w 1796796"/>
                    <a:gd name="connsiteY9-66" fmla="*/ 2256955 h 2467267"/>
                    <a:gd name="connsiteX10-67" fmla="*/ 155448 w 1796796"/>
                    <a:gd name="connsiteY10-68" fmla="*/ 2352967 h 2467267"/>
                    <a:gd name="connsiteX11-69" fmla="*/ 365760 w 1796796"/>
                    <a:gd name="connsiteY11-70" fmla="*/ 2416975 h 2467267"/>
                    <a:gd name="connsiteX12-71" fmla="*/ 662940 w 1796796"/>
                    <a:gd name="connsiteY12-72" fmla="*/ 2467267 h 2467267"/>
                    <a:gd name="connsiteX13-73" fmla="*/ 1092708 w 1796796"/>
                    <a:gd name="connsiteY13-74" fmla="*/ 2458123 h 2467267"/>
                    <a:gd name="connsiteX14-75" fmla="*/ 1504188 w 1796796"/>
                    <a:gd name="connsiteY14-76" fmla="*/ 2311819 h 2467267"/>
                    <a:gd name="connsiteX15-77" fmla="*/ 1783080 w 1796796"/>
                    <a:gd name="connsiteY15-78" fmla="*/ 2119795 h 2467267"/>
                    <a:gd name="connsiteX16-79" fmla="*/ 1796796 w 1796796"/>
                    <a:gd name="connsiteY16-80" fmla="*/ 1722031 h 2467267"/>
                    <a:gd name="connsiteX17-81" fmla="*/ 1792224 w 1796796"/>
                    <a:gd name="connsiteY17-82" fmla="*/ 1022515 h 2467267"/>
                    <a:gd name="connsiteX18-83" fmla="*/ 1787652 w 1796796"/>
                    <a:gd name="connsiteY18-84" fmla="*/ 249847 h 2467267"/>
                    <a:gd name="connsiteX19-85" fmla="*/ 1741932 w 1796796"/>
                    <a:gd name="connsiteY19-86" fmla="*/ 53251 h 2467267"/>
                    <a:gd name="connsiteX20-87" fmla="*/ 1650492 w 1796796"/>
                    <a:gd name="connsiteY20-88" fmla="*/ 2959 h 2467267"/>
                    <a:gd name="connsiteX21-89" fmla="*/ 1504188 w 1796796"/>
                    <a:gd name="connsiteY21-90" fmla="*/ 7531 h 2467267"/>
                    <a:gd name="connsiteX22-91" fmla="*/ 1431036 w 1796796"/>
                    <a:gd name="connsiteY22-92" fmla="*/ 21247 h 2467267"/>
                    <a:gd name="connsiteX0-93" fmla="*/ 1431036 w 1796796"/>
                    <a:gd name="connsiteY0-94" fmla="*/ 21247 h 2467267"/>
                    <a:gd name="connsiteX1-95" fmla="*/ 1248156 w 1796796"/>
                    <a:gd name="connsiteY1-96" fmla="*/ 80683 h 2467267"/>
                    <a:gd name="connsiteX2-97" fmla="*/ 969264 w 1796796"/>
                    <a:gd name="connsiteY2-98" fmla="*/ 281851 h 2467267"/>
                    <a:gd name="connsiteX3-99" fmla="*/ 704088 w 1796796"/>
                    <a:gd name="connsiteY3-100" fmla="*/ 766483 h 2467267"/>
                    <a:gd name="connsiteX4-101" fmla="*/ 557784 w 1796796"/>
                    <a:gd name="connsiteY4-102" fmla="*/ 1223683 h 2467267"/>
                    <a:gd name="connsiteX5-103" fmla="*/ 333756 w 1796796"/>
                    <a:gd name="connsiteY5-104" fmla="*/ 1722031 h 2467267"/>
                    <a:gd name="connsiteX6-105" fmla="*/ 141732 w 1796796"/>
                    <a:gd name="connsiteY6-106" fmla="*/ 1923199 h 2467267"/>
                    <a:gd name="connsiteX7-107" fmla="*/ 41148 w 1796796"/>
                    <a:gd name="connsiteY7-108" fmla="*/ 2032927 h 2467267"/>
                    <a:gd name="connsiteX8-109" fmla="*/ 0 w 1796796"/>
                    <a:gd name="connsiteY8-110" fmla="*/ 2151799 h 2467267"/>
                    <a:gd name="connsiteX9-111" fmla="*/ 22860 w 1796796"/>
                    <a:gd name="connsiteY9-112" fmla="*/ 2256955 h 2467267"/>
                    <a:gd name="connsiteX10-113" fmla="*/ 155448 w 1796796"/>
                    <a:gd name="connsiteY10-114" fmla="*/ 2352967 h 2467267"/>
                    <a:gd name="connsiteX11-115" fmla="*/ 365760 w 1796796"/>
                    <a:gd name="connsiteY11-116" fmla="*/ 2416975 h 2467267"/>
                    <a:gd name="connsiteX12-117" fmla="*/ 662940 w 1796796"/>
                    <a:gd name="connsiteY12-118" fmla="*/ 2467267 h 2467267"/>
                    <a:gd name="connsiteX13-119" fmla="*/ 1092708 w 1796796"/>
                    <a:gd name="connsiteY13-120" fmla="*/ 2458123 h 2467267"/>
                    <a:gd name="connsiteX14-121" fmla="*/ 1504188 w 1796796"/>
                    <a:gd name="connsiteY14-122" fmla="*/ 2311819 h 2467267"/>
                    <a:gd name="connsiteX15-123" fmla="*/ 1783080 w 1796796"/>
                    <a:gd name="connsiteY15-124" fmla="*/ 2119795 h 2467267"/>
                    <a:gd name="connsiteX16-125" fmla="*/ 1796796 w 1796796"/>
                    <a:gd name="connsiteY16-126" fmla="*/ 1722031 h 2467267"/>
                    <a:gd name="connsiteX17-127" fmla="*/ 1792224 w 1796796"/>
                    <a:gd name="connsiteY17-128" fmla="*/ 1022515 h 2467267"/>
                    <a:gd name="connsiteX18-129" fmla="*/ 1787652 w 1796796"/>
                    <a:gd name="connsiteY18-130" fmla="*/ 249847 h 2467267"/>
                    <a:gd name="connsiteX19-131" fmla="*/ 1741932 w 1796796"/>
                    <a:gd name="connsiteY19-132" fmla="*/ 53251 h 2467267"/>
                    <a:gd name="connsiteX20-133" fmla="*/ 1650492 w 1796796"/>
                    <a:gd name="connsiteY20-134" fmla="*/ 2959 h 2467267"/>
                    <a:gd name="connsiteX21-135" fmla="*/ 1504188 w 1796796"/>
                    <a:gd name="connsiteY21-136" fmla="*/ 7531 h 2467267"/>
                    <a:gd name="connsiteX22-137" fmla="*/ 1431036 w 1796796"/>
                    <a:gd name="connsiteY22-138" fmla="*/ 21247 h 2467267"/>
                    <a:gd name="connsiteX0-139" fmla="*/ 1431036 w 1796796"/>
                    <a:gd name="connsiteY0-140" fmla="*/ 21247 h 2467267"/>
                    <a:gd name="connsiteX1-141" fmla="*/ 1248156 w 1796796"/>
                    <a:gd name="connsiteY1-142" fmla="*/ 80683 h 2467267"/>
                    <a:gd name="connsiteX2-143" fmla="*/ 969264 w 1796796"/>
                    <a:gd name="connsiteY2-144" fmla="*/ 281851 h 2467267"/>
                    <a:gd name="connsiteX3-145" fmla="*/ 704088 w 1796796"/>
                    <a:gd name="connsiteY3-146" fmla="*/ 766483 h 2467267"/>
                    <a:gd name="connsiteX4-147" fmla="*/ 557784 w 1796796"/>
                    <a:gd name="connsiteY4-148" fmla="*/ 1223683 h 2467267"/>
                    <a:gd name="connsiteX5-149" fmla="*/ 333756 w 1796796"/>
                    <a:gd name="connsiteY5-150" fmla="*/ 1722031 h 2467267"/>
                    <a:gd name="connsiteX6-151" fmla="*/ 141732 w 1796796"/>
                    <a:gd name="connsiteY6-152" fmla="*/ 1923199 h 2467267"/>
                    <a:gd name="connsiteX7-153" fmla="*/ 41148 w 1796796"/>
                    <a:gd name="connsiteY7-154" fmla="*/ 2032927 h 2467267"/>
                    <a:gd name="connsiteX8-155" fmla="*/ 0 w 1796796"/>
                    <a:gd name="connsiteY8-156" fmla="*/ 2151799 h 2467267"/>
                    <a:gd name="connsiteX9-157" fmla="*/ 22860 w 1796796"/>
                    <a:gd name="connsiteY9-158" fmla="*/ 2256955 h 2467267"/>
                    <a:gd name="connsiteX10-159" fmla="*/ 155448 w 1796796"/>
                    <a:gd name="connsiteY10-160" fmla="*/ 2352967 h 2467267"/>
                    <a:gd name="connsiteX11-161" fmla="*/ 365760 w 1796796"/>
                    <a:gd name="connsiteY11-162" fmla="*/ 2416975 h 2467267"/>
                    <a:gd name="connsiteX12-163" fmla="*/ 662940 w 1796796"/>
                    <a:gd name="connsiteY12-164" fmla="*/ 2467267 h 2467267"/>
                    <a:gd name="connsiteX13-165" fmla="*/ 1092708 w 1796796"/>
                    <a:gd name="connsiteY13-166" fmla="*/ 2458123 h 2467267"/>
                    <a:gd name="connsiteX14-167" fmla="*/ 1504188 w 1796796"/>
                    <a:gd name="connsiteY14-168" fmla="*/ 2311819 h 2467267"/>
                    <a:gd name="connsiteX15-169" fmla="*/ 1783080 w 1796796"/>
                    <a:gd name="connsiteY15-170" fmla="*/ 2119795 h 2467267"/>
                    <a:gd name="connsiteX16-171" fmla="*/ 1796796 w 1796796"/>
                    <a:gd name="connsiteY16-172" fmla="*/ 1722031 h 2467267"/>
                    <a:gd name="connsiteX17-173" fmla="*/ 1792224 w 1796796"/>
                    <a:gd name="connsiteY17-174" fmla="*/ 1022515 h 2467267"/>
                    <a:gd name="connsiteX18-175" fmla="*/ 1787652 w 1796796"/>
                    <a:gd name="connsiteY18-176" fmla="*/ 249847 h 2467267"/>
                    <a:gd name="connsiteX19-177" fmla="*/ 1741932 w 1796796"/>
                    <a:gd name="connsiteY19-178" fmla="*/ 53251 h 2467267"/>
                    <a:gd name="connsiteX20-179" fmla="*/ 1650492 w 1796796"/>
                    <a:gd name="connsiteY20-180" fmla="*/ 2959 h 2467267"/>
                    <a:gd name="connsiteX21-181" fmla="*/ 1504188 w 1796796"/>
                    <a:gd name="connsiteY21-182" fmla="*/ 7531 h 2467267"/>
                    <a:gd name="connsiteX22-183" fmla="*/ 1431036 w 1796796"/>
                    <a:gd name="connsiteY22-184" fmla="*/ 21247 h 2467267"/>
                    <a:gd name="connsiteX0-185" fmla="*/ 1431036 w 1797102"/>
                    <a:gd name="connsiteY0-186" fmla="*/ 21247 h 2467267"/>
                    <a:gd name="connsiteX1-187" fmla="*/ 1248156 w 1797102"/>
                    <a:gd name="connsiteY1-188" fmla="*/ 80683 h 2467267"/>
                    <a:gd name="connsiteX2-189" fmla="*/ 969264 w 1797102"/>
                    <a:gd name="connsiteY2-190" fmla="*/ 281851 h 2467267"/>
                    <a:gd name="connsiteX3-191" fmla="*/ 704088 w 1797102"/>
                    <a:gd name="connsiteY3-192" fmla="*/ 766483 h 2467267"/>
                    <a:gd name="connsiteX4-193" fmla="*/ 557784 w 1797102"/>
                    <a:gd name="connsiteY4-194" fmla="*/ 1223683 h 2467267"/>
                    <a:gd name="connsiteX5-195" fmla="*/ 333756 w 1797102"/>
                    <a:gd name="connsiteY5-196" fmla="*/ 1722031 h 2467267"/>
                    <a:gd name="connsiteX6-197" fmla="*/ 141732 w 1797102"/>
                    <a:gd name="connsiteY6-198" fmla="*/ 1923199 h 2467267"/>
                    <a:gd name="connsiteX7-199" fmla="*/ 41148 w 1797102"/>
                    <a:gd name="connsiteY7-200" fmla="*/ 2032927 h 2467267"/>
                    <a:gd name="connsiteX8-201" fmla="*/ 0 w 1797102"/>
                    <a:gd name="connsiteY8-202" fmla="*/ 2151799 h 2467267"/>
                    <a:gd name="connsiteX9-203" fmla="*/ 22860 w 1797102"/>
                    <a:gd name="connsiteY9-204" fmla="*/ 2256955 h 2467267"/>
                    <a:gd name="connsiteX10-205" fmla="*/ 155448 w 1797102"/>
                    <a:gd name="connsiteY10-206" fmla="*/ 2352967 h 2467267"/>
                    <a:gd name="connsiteX11-207" fmla="*/ 365760 w 1797102"/>
                    <a:gd name="connsiteY11-208" fmla="*/ 2416975 h 2467267"/>
                    <a:gd name="connsiteX12-209" fmla="*/ 662940 w 1797102"/>
                    <a:gd name="connsiteY12-210" fmla="*/ 2467267 h 2467267"/>
                    <a:gd name="connsiteX13-211" fmla="*/ 1092708 w 1797102"/>
                    <a:gd name="connsiteY13-212" fmla="*/ 2458123 h 2467267"/>
                    <a:gd name="connsiteX14-213" fmla="*/ 1504188 w 1797102"/>
                    <a:gd name="connsiteY14-214" fmla="*/ 2311819 h 2467267"/>
                    <a:gd name="connsiteX15-215" fmla="*/ 1783080 w 1797102"/>
                    <a:gd name="connsiteY15-216" fmla="*/ 2119795 h 2467267"/>
                    <a:gd name="connsiteX16-217" fmla="*/ 1796796 w 1797102"/>
                    <a:gd name="connsiteY16-218" fmla="*/ 1722031 h 2467267"/>
                    <a:gd name="connsiteX17-219" fmla="*/ 1792224 w 1797102"/>
                    <a:gd name="connsiteY17-220" fmla="*/ 1022515 h 2467267"/>
                    <a:gd name="connsiteX18-221" fmla="*/ 1787652 w 1797102"/>
                    <a:gd name="connsiteY18-222" fmla="*/ 249847 h 2467267"/>
                    <a:gd name="connsiteX19-223" fmla="*/ 1741932 w 1797102"/>
                    <a:gd name="connsiteY19-224" fmla="*/ 53251 h 2467267"/>
                    <a:gd name="connsiteX20-225" fmla="*/ 1650492 w 1797102"/>
                    <a:gd name="connsiteY20-226" fmla="*/ 2959 h 2467267"/>
                    <a:gd name="connsiteX21-227" fmla="*/ 1504188 w 1797102"/>
                    <a:gd name="connsiteY21-228" fmla="*/ 7531 h 2467267"/>
                    <a:gd name="connsiteX22-229" fmla="*/ 1431036 w 1797102"/>
                    <a:gd name="connsiteY22-230" fmla="*/ 21247 h 2467267"/>
                    <a:gd name="connsiteX0-231" fmla="*/ 1431036 w 1808538"/>
                    <a:gd name="connsiteY0-232" fmla="*/ 21247 h 2467267"/>
                    <a:gd name="connsiteX1-233" fmla="*/ 1248156 w 1808538"/>
                    <a:gd name="connsiteY1-234" fmla="*/ 80683 h 2467267"/>
                    <a:gd name="connsiteX2-235" fmla="*/ 969264 w 1808538"/>
                    <a:gd name="connsiteY2-236" fmla="*/ 281851 h 2467267"/>
                    <a:gd name="connsiteX3-237" fmla="*/ 704088 w 1808538"/>
                    <a:gd name="connsiteY3-238" fmla="*/ 766483 h 2467267"/>
                    <a:gd name="connsiteX4-239" fmla="*/ 557784 w 1808538"/>
                    <a:gd name="connsiteY4-240" fmla="*/ 1223683 h 2467267"/>
                    <a:gd name="connsiteX5-241" fmla="*/ 333756 w 1808538"/>
                    <a:gd name="connsiteY5-242" fmla="*/ 1722031 h 2467267"/>
                    <a:gd name="connsiteX6-243" fmla="*/ 141732 w 1808538"/>
                    <a:gd name="connsiteY6-244" fmla="*/ 1923199 h 2467267"/>
                    <a:gd name="connsiteX7-245" fmla="*/ 41148 w 1808538"/>
                    <a:gd name="connsiteY7-246" fmla="*/ 2032927 h 2467267"/>
                    <a:gd name="connsiteX8-247" fmla="*/ 0 w 1808538"/>
                    <a:gd name="connsiteY8-248" fmla="*/ 2151799 h 2467267"/>
                    <a:gd name="connsiteX9-249" fmla="*/ 22860 w 1808538"/>
                    <a:gd name="connsiteY9-250" fmla="*/ 2256955 h 2467267"/>
                    <a:gd name="connsiteX10-251" fmla="*/ 155448 w 1808538"/>
                    <a:gd name="connsiteY10-252" fmla="*/ 2352967 h 2467267"/>
                    <a:gd name="connsiteX11-253" fmla="*/ 365760 w 1808538"/>
                    <a:gd name="connsiteY11-254" fmla="*/ 2416975 h 2467267"/>
                    <a:gd name="connsiteX12-255" fmla="*/ 662940 w 1808538"/>
                    <a:gd name="connsiteY12-256" fmla="*/ 2467267 h 2467267"/>
                    <a:gd name="connsiteX13-257" fmla="*/ 1092708 w 1808538"/>
                    <a:gd name="connsiteY13-258" fmla="*/ 2458123 h 2467267"/>
                    <a:gd name="connsiteX14-259" fmla="*/ 1504188 w 1808538"/>
                    <a:gd name="connsiteY14-260" fmla="*/ 2311819 h 2467267"/>
                    <a:gd name="connsiteX15-261" fmla="*/ 1783080 w 1808538"/>
                    <a:gd name="connsiteY15-262" fmla="*/ 2119795 h 2467267"/>
                    <a:gd name="connsiteX16-263" fmla="*/ 1796796 w 1808538"/>
                    <a:gd name="connsiteY16-264" fmla="*/ 1722031 h 2467267"/>
                    <a:gd name="connsiteX17-265" fmla="*/ 1792224 w 1808538"/>
                    <a:gd name="connsiteY17-266" fmla="*/ 1022515 h 2467267"/>
                    <a:gd name="connsiteX18-267" fmla="*/ 1787652 w 1808538"/>
                    <a:gd name="connsiteY18-268" fmla="*/ 249847 h 2467267"/>
                    <a:gd name="connsiteX19-269" fmla="*/ 1741932 w 1808538"/>
                    <a:gd name="connsiteY19-270" fmla="*/ 53251 h 2467267"/>
                    <a:gd name="connsiteX20-271" fmla="*/ 1650492 w 1808538"/>
                    <a:gd name="connsiteY20-272" fmla="*/ 2959 h 2467267"/>
                    <a:gd name="connsiteX21-273" fmla="*/ 1504188 w 1808538"/>
                    <a:gd name="connsiteY21-274" fmla="*/ 7531 h 2467267"/>
                    <a:gd name="connsiteX22-275" fmla="*/ 1431036 w 1808538"/>
                    <a:gd name="connsiteY22-276" fmla="*/ 21247 h 2467267"/>
                    <a:gd name="connsiteX0-277" fmla="*/ 1431036 w 1808538"/>
                    <a:gd name="connsiteY0-278" fmla="*/ 21247 h 2467267"/>
                    <a:gd name="connsiteX1-279" fmla="*/ 1248156 w 1808538"/>
                    <a:gd name="connsiteY1-280" fmla="*/ 80683 h 2467267"/>
                    <a:gd name="connsiteX2-281" fmla="*/ 969264 w 1808538"/>
                    <a:gd name="connsiteY2-282" fmla="*/ 281851 h 2467267"/>
                    <a:gd name="connsiteX3-283" fmla="*/ 704088 w 1808538"/>
                    <a:gd name="connsiteY3-284" fmla="*/ 766483 h 2467267"/>
                    <a:gd name="connsiteX4-285" fmla="*/ 557784 w 1808538"/>
                    <a:gd name="connsiteY4-286" fmla="*/ 1223683 h 2467267"/>
                    <a:gd name="connsiteX5-287" fmla="*/ 333756 w 1808538"/>
                    <a:gd name="connsiteY5-288" fmla="*/ 1722031 h 2467267"/>
                    <a:gd name="connsiteX6-289" fmla="*/ 141732 w 1808538"/>
                    <a:gd name="connsiteY6-290" fmla="*/ 1923199 h 2467267"/>
                    <a:gd name="connsiteX7-291" fmla="*/ 41148 w 1808538"/>
                    <a:gd name="connsiteY7-292" fmla="*/ 2032927 h 2467267"/>
                    <a:gd name="connsiteX8-293" fmla="*/ 0 w 1808538"/>
                    <a:gd name="connsiteY8-294" fmla="*/ 2151799 h 2467267"/>
                    <a:gd name="connsiteX9-295" fmla="*/ 22860 w 1808538"/>
                    <a:gd name="connsiteY9-296" fmla="*/ 2256955 h 2467267"/>
                    <a:gd name="connsiteX10-297" fmla="*/ 155448 w 1808538"/>
                    <a:gd name="connsiteY10-298" fmla="*/ 2352967 h 2467267"/>
                    <a:gd name="connsiteX11-299" fmla="*/ 365760 w 1808538"/>
                    <a:gd name="connsiteY11-300" fmla="*/ 2416975 h 2467267"/>
                    <a:gd name="connsiteX12-301" fmla="*/ 662940 w 1808538"/>
                    <a:gd name="connsiteY12-302" fmla="*/ 2467267 h 2467267"/>
                    <a:gd name="connsiteX13-303" fmla="*/ 1092708 w 1808538"/>
                    <a:gd name="connsiteY13-304" fmla="*/ 2458123 h 2467267"/>
                    <a:gd name="connsiteX14-305" fmla="*/ 1504188 w 1808538"/>
                    <a:gd name="connsiteY14-306" fmla="*/ 2311819 h 2467267"/>
                    <a:gd name="connsiteX15-307" fmla="*/ 1783080 w 1808538"/>
                    <a:gd name="connsiteY15-308" fmla="*/ 2119795 h 2467267"/>
                    <a:gd name="connsiteX16-309" fmla="*/ 1796796 w 1808538"/>
                    <a:gd name="connsiteY16-310" fmla="*/ 1722031 h 2467267"/>
                    <a:gd name="connsiteX17-311" fmla="*/ 1792224 w 1808538"/>
                    <a:gd name="connsiteY17-312" fmla="*/ 1022515 h 2467267"/>
                    <a:gd name="connsiteX18-313" fmla="*/ 1787652 w 1808538"/>
                    <a:gd name="connsiteY18-314" fmla="*/ 249847 h 2467267"/>
                    <a:gd name="connsiteX19-315" fmla="*/ 1741932 w 1808538"/>
                    <a:gd name="connsiteY19-316" fmla="*/ 53251 h 2467267"/>
                    <a:gd name="connsiteX20-317" fmla="*/ 1650492 w 1808538"/>
                    <a:gd name="connsiteY20-318" fmla="*/ 2959 h 2467267"/>
                    <a:gd name="connsiteX21-319" fmla="*/ 1504188 w 1808538"/>
                    <a:gd name="connsiteY21-320" fmla="*/ 7531 h 2467267"/>
                    <a:gd name="connsiteX22-321" fmla="*/ 1431036 w 1808538"/>
                    <a:gd name="connsiteY22-322" fmla="*/ 21247 h 2467267"/>
                    <a:gd name="connsiteX0-323" fmla="*/ 1431036 w 1806870"/>
                    <a:gd name="connsiteY0-324" fmla="*/ 21247 h 2467267"/>
                    <a:gd name="connsiteX1-325" fmla="*/ 1248156 w 1806870"/>
                    <a:gd name="connsiteY1-326" fmla="*/ 80683 h 2467267"/>
                    <a:gd name="connsiteX2-327" fmla="*/ 969264 w 1806870"/>
                    <a:gd name="connsiteY2-328" fmla="*/ 281851 h 2467267"/>
                    <a:gd name="connsiteX3-329" fmla="*/ 704088 w 1806870"/>
                    <a:gd name="connsiteY3-330" fmla="*/ 766483 h 2467267"/>
                    <a:gd name="connsiteX4-331" fmla="*/ 557784 w 1806870"/>
                    <a:gd name="connsiteY4-332" fmla="*/ 1223683 h 2467267"/>
                    <a:gd name="connsiteX5-333" fmla="*/ 333756 w 1806870"/>
                    <a:gd name="connsiteY5-334" fmla="*/ 1722031 h 2467267"/>
                    <a:gd name="connsiteX6-335" fmla="*/ 141732 w 1806870"/>
                    <a:gd name="connsiteY6-336" fmla="*/ 1923199 h 2467267"/>
                    <a:gd name="connsiteX7-337" fmla="*/ 41148 w 1806870"/>
                    <a:gd name="connsiteY7-338" fmla="*/ 2032927 h 2467267"/>
                    <a:gd name="connsiteX8-339" fmla="*/ 0 w 1806870"/>
                    <a:gd name="connsiteY8-340" fmla="*/ 2151799 h 2467267"/>
                    <a:gd name="connsiteX9-341" fmla="*/ 22860 w 1806870"/>
                    <a:gd name="connsiteY9-342" fmla="*/ 2256955 h 2467267"/>
                    <a:gd name="connsiteX10-343" fmla="*/ 155448 w 1806870"/>
                    <a:gd name="connsiteY10-344" fmla="*/ 2352967 h 2467267"/>
                    <a:gd name="connsiteX11-345" fmla="*/ 365760 w 1806870"/>
                    <a:gd name="connsiteY11-346" fmla="*/ 2416975 h 2467267"/>
                    <a:gd name="connsiteX12-347" fmla="*/ 662940 w 1806870"/>
                    <a:gd name="connsiteY12-348" fmla="*/ 2467267 h 2467267"/>
                    <a:gd name="connsiteX13-349" fmla="*/ 1092708 w 1806870"/>
                    <a:gd name="connsiteY13-350" fmla="*/ 2458123 h 2467267"/>
                    <a:gd name="connsiteX14-351" fmla="*/ 1504188 w 1806870"/>
                    <a:gd name="connsiteY14-352" fmla="*/ 2311819 h 2467267"/>
                    <a:gd name="connsiteX15-353" fmla="*/ 1783080 w 1806870"/>
                    <a:gd name="connsiteY15-354" fmla="*/ 2119795 h 2467267"/>
                    <a:gd name="connsiteX16-355" fmla="*/ 1792224 w 1806870"/>
                    <a:gd name="connsiteY16-356" fmla="*/ 1022515 h 2467267"/>
                    <a:gd name="connsiteX17-357" fmla="*/ 1787652 w 1806870"/>
                    <a:gd name="connsiteY17-358" fmla="*/ 249847 h 2467267"/>
                    <a:gd name="connsiteX18-359" fmla="*/ 1741932 w 1806870"/>
                    <a:gd name="connsiteY18-360" fmla="*/ 53251 h 2467267"/>
                    <a:gd name="connsiteX19-361" fmla="*/ 1650492 w 1806870"/>
                    <a:gd name="connsiteY19-362" fmla="*/ 2959 h 2467267"/>
                    <a:gd name="connsiteX20-363" fmla="*/ 1504188 w 1806870"/>
                    <a:gd name="connsiteY20-364" fmla="*/ 7531 h 2467267"/>
                    <a:gd name="connsiteX21-365" fmla="*/ 1431036 w 1806870"/>
                    <a:gd name="connsiteY21-366" fmla="*/ 21247 h 2467267"/>
                    <a:gd name="connsiteX0-367" fmla="*/ 1431036 w 1809548"/>
                    <a:gd name="connsiteY0-368" fmla="*/ 21247 h 2467267"/>
                    <a:gd name="connsiteX1-369" fmla="*/ 1248156 w 1809548"/>
                    <a:gd name="connsiteY1-370" fmla="*/ 80683 h 2467267"/>
                    <a:gd name="connsiteX2-371" fmla="*/ 969264 w 1809548"/>
                    <a:gd name="connsiteY2-372" fmla="*/ 281851 h 2467267"/>
                    <a:gd name="connsiteX3-373" fmla="*/ 704088 w 1809548"/>
                    <a:gd name="connsiteY3-374" fmla="*/ 766483 h 2467267"/>
                    <a:gd name="connsiteX4-375" fmla="*/ 557784 w 1809548"/>
                    <a:gd name="connsiteY4-376" fmla="*/ 1223683 h 2467267"/>
                    <a:gd name="connsiteX5-377" fmla="*/ 333756 w 1809548"/>
                    <a:gd name="connsiteY5-378" fmla="*/ 1722031 h 2467267"/>
                    <a:gd name="connsiteX6-379" fmla="*/ 141732 w 1809548"/>
                    <a:gd name="connsiteY6-380" fmla="*/ 1923199 h 2467267"/>
                    <a:gd name="connsiteX7-381" fmla="*/ 41148 w 1809548"/>
                    <a:gd name="connsiteY7-382" fmla="*/ 2032927 h 2467267"/>
                    <a:gd name="connsiteX8-383" fmla="*/ 0 w 1809548"/>
                    <a:gd name="connsiteY8-384" fmla="*/ 2151799 h 2467267"/>
                    <a:gd name="connsiteX9-385" fmla="*/ 22860 w 1809548"/>
                    <a:gd name="connsiteY9-386" fmla="*/ 2256955 h 2467267"/>
                    <a:gd name="connsiteX10-387" fmla="*/ 155448 w 1809548"/>
                    <a:gd name="connsiteY10-388" fmla="*/ 2352967 h 2467267"/>
                    <a:gd name="connsiteX11-389" fmla="*/ 365760 w 1809548"/>
                    <a:gd name="connsiteY11-390" fmla="*/ 2416975 h 2467267"/>
                    <a:gd name="connsiteX12-391" fmla="*/ 662940 w 1809548"/>
                    <a:gd name="connsiteY12-392" fmla="*/ 2467267 h 2467267"/>
                    <a:gd name="connsiteX13-393" fmla="*/ 1092708 w 1809548"/>
                    <a:gd name="connsiteY13-394" fmla="*/ 2458123 h 2467267"/>
                    <a:gd name="connsiteX14-395" fmla="*/ 1467612 w 1809548"/>
                    <a:gd name="connsiteY14-396" fmla="*/ 2348395 h 2467267"/>
                    <a:gd name="connsiteX15-397" fmla="*/ 1783080 w 1809548"/>
                    <a:gd name="connsiteY15-398" fmla="*/ 2119795 h 2467267"/>
                    <a:gd name="connsiteX16-399" fmla="*/ 1792224 w 1809548"/>
                    <a:gd name="connsiteY16-400" fmla="*/ 1022515 h 2467267"/>
                    <a:gd name="connsiteX17-401" fmla="*/ 1787652 w 1809548"/>
                    <a:gd name="connsiteY17-402" fmla="*/ 249847 h 2467267"/>
                    <a:gd name="connsiteX18-403" fmla="*/ 1741932 w 1809548"/>
                    <a:gd name="connsiteY18-404" fmla="*/ 53251 h 2467267"/>
                    <a:gd name="connsiteX19-405" fmla="*/ 1650492 w 1809548"/>
                    <a:gd name="connsiteY19-406" fmla="*/ 2959 h 2467267"/>
                    <a:gd name="connsiteX20-407" fmla="*/ 1504188 w 1809548"/>
                    <a:gd name="connsiteY20-408" fmla="*/ 7531 h 2467267"/>
                    <a:gd name="connsiteX21-409" fmla="*/ 1431036 w 1809548"/>
                    <a:gd name="connsiteY21-410" fmla="*/ 21247 h 2467267"/>
                    <a:gd name="connsiteX0-411" fmla="*/ 1431036 w 1809548"/>
                    <a:gd name="connsiteY0-412" fmla="*/ 21247 h 2467267"/>
                    <a:gd name="connsiteX1-413" fmla="*/ 1248156 w 1809548"/>
                    <a:gd name="connsiteY1-414" fmla="*/ 80683 h 2467267"/>
                    <a:gd name="connsiteX2-415" fmla="*/ 969264 w 1809548"/>
                    <a:gd name="connsiteY2-416" fmla="*/ 281851 h 2467267"/>
                    <a:gd name="connsiteX3-417" fmla="*/ 704088 w 1809548"/>
                    <a:gd name="connsiteY3-418" fmla="*/ 766483 h 2467267"/>
                    <a:gd name="connsiteX4-419" fmla="*/ 557784 w 1809548"/>
                    <a:gd name="connsiteY4-420" fmla="*/ 1223683 h 2467267"/>
                    <a:gd name="connsiteX5-421" fmla="*/ 333756 w 1809548"/>
                    <a:gd name="connsiteY5-422" fmla="*/ 1722031 h 2467267"/>
                    <a:gd name="connsiteX6-423" fmla="*/ 141732 w 1809548"/>
                    <a:gd name="connsiteY6-424" fmla="*/ 1923199 h 2467267"/>
                    <a:gd name="connsiteX7-425" fmla="*/ 41148 w 1809548"/>
                    <a:gd name="connsiteY7-426" fmla="*/ 2032927 h 2467267"/>
                    <a:gd name="connsiteX8-427" fmla="*/ 0 w 1809548"/>
                    <a:gd name="connsiteY8-428" fmla="*/ 2151799 h 2467267"/>
                    <a:gd name="connsiteX9-429" fmla="*/ 22860 w 1809548"/>
                    <a:gd name="connsiteY9-430" fmla="*/ 2256955 h 2467267"/>
                    <a:gd name="connsiteX10-431" fmla="*/ 155448 w 1809548"/>
                    <a:gd name="connsiteY10-432" fmla="*/ 2352967 h 2467267"/>
                    <a:gd name="connsiteX11-433" fmla="*/ 365760 w 1809548"/>
                    <a:gd name="connsiteY11-434" fmla="*/ 2416975 h 2467267"/>
                    <a:gd name="connsiteX12-435" fmla="*/ 662940 w 1809548"/>
                    <a:gd name="connsiteY12-436" fmla="*/ 2467267 h 2467267"/>
                    <a:gd name="connsiteX13-437" fmla="*/ 1092708 w 1809548"/>
                    <a:gd name="connsiteY13-438" fmla="*/ 2458123 h 2467267"/>
                    <a:gd name="connsiteX14-439" fmla="*/ 1467612 w 1809548"/>
                    <a:gd name="connsiteY14-440" fmla="*/ 2348395 h 2467267"/>
                    <a:gd name="connsiteX15-441" fmla="*/ 1783080 w 1809548"/>
                    <a:gd name="connsiteY15-442" fmla="*/ 2119795 h 2467267"/>
                    <a:gd name="connsiteX16-443" fmla="*/ 1792224 w 1809548"/>
                    <a:gd name="connsiteY16-444" fmla="*/ 1022515 h 2467267"/>
                    <a:gd name="connsiteX17-445" fmla="*/ 1787652 w 1809548"/>
                    <a:gd name="connsiteY17-446" fmla="*/ 249847 h 2467267"/>
                    <a:gd name="connsiteX18-447" fmla="*/ 1741932 w 1809548"/>
                    <a:gd name="connsiteY18-448" fmla="*/ 53251 h 2467267"/>
                    <a:gd name="connsiteX19-449" fmla="*/ 1650492 w 1809548"/>
                    <a:gd name="connsiteY19-450" fmla="*/ 2959 h 2467267"/>
                    <a:gd name="connsiteX20-451" fmla="*/ 1504188 w 1809548"/>
                    <a:gd name="connsiteY20-452" fmla="*/ 7531 h 2467267"/>
                    <a:gd name="connsiteX21-453" fmla="*/ 1431036 w 1809548"/>
                    <a:gd name="connsiteY21-454" fmla="*/ 21247 h 2467267"/>
                    <a:gd name="connsiteX0-455" fmla="*/ 1431036 w 1809883"/>
                    <a:gd name="connsiteY0-456" fmla="*/ 21247 h 2467267"/>
                    <a:gd name="connsiteX1-457" fmla="*/ 1248156 w 1809883"/>
                    <a:gd name="connsiteY1-458" fmla="*/ 80683 h 2467267"/>
                    <a:gd name="connsiteX2-459" fmla="*/ 969264 w 1809883"/>
                    <a:gd name="connsiteY2-460" fmla="*/ 281851 h 2467267"/>
                    <a:gd name="connsiteX3-461" fmla="*/ 704088 w 1809883"/>
                    <a:gd name="connsiteY3-462" fmla="*/ 766483 h 2467267"/>
                    <a:gd name="connsiteX4-463" fmla="*/ 557784 w 1809883"/>
                    <a:gd name="connsiteY4-464" fmla="*/ 1223683 h 2467267"/>
                    <a:gd name="connsiteX5-465" fmla="*/ 333756 w 1809883"/>
                    <a:gd name="connsiteY5-466" fmla="*/ 1722031 h 2467267"/>
                    <a:gd name="connsiteX6-467" fmla="*/ 141732 w 1809883"/>
                    <a:gd name="connsiteY6-468" fmla="*/ 1923199 h 2467267"/>
                    <a:gd name="connsiteX7-469" fmla="*/ 41148 w 1809883"/>
                    <a:gd name="connsiteY7-470" fmla="*/ 2032927 h 2467267"/>
                    <a:gd name="connsiteX8-471" fmla="*/ 0 w 1809883"/>
                    <a:gd name="connsiteY8-472" fmla="*/ 2151799 h 2467267"/>
                    <a:gd name="connsiteX9-473" fmla="*/ 22860 w 1809883"/>
                    <a:gd name="connsiteY9-474" fmla="*/ 2256955 h 2467267"/>
                    <a:gd name="connsiteX10-475" fmla="*/ 155448 w 1809883"/>
                    <a:gd name="connsiteY10-476" fmla="*/ 2352967 h 2467267"/>
                    <a:gd name="connsiteX11-477" fmla="*/ 365760 w 1809883"/>
                    <a:gd name="connsiteY11-478" fmla="*/ 2416975 h 2467267"/>
                    <a:gd name="connsiteX12-479" fmla="*/ 662940 w 1809883"/>
                    <a:gd name="connsiteY12-480" fmla="*/ 2467267 h 2467267"/>
                    <a:gd name="connsiteX13-481" fmla="*/ 1092708 w 1809883"/>
                    <a:gd name="connsiteY13-482" fmla="*/ 2458123 h 2467267"/>
                    <a:gd name="connsiteX14-483" fmla="*/ 1463040 w 1809883"/>
                    <a:gd name="connsiteY14-484" fmla="*/ 2371255 h 2467267"/>
                    <a:gd name="connsiteX15-485" fmla="*/ 1783080 w 1809883"/>
                    <a:gd name="connsiteY15-486" fmla="*/ 2119795 h 2467267"/>
                    <a:gd name="connsiteX16-487" fmla="*/ 1792224 w 1809883"/>
                    <a:gd name="connsiteY16-488" fmla="*/ 1022515 h 2467267"/>
                    <a:gd name="connsiteX17-489" fmla="*/ 1787652 w 1809883"/>
                    <a:gd name="connsiteY17-490" fmla="*/ 249847 h 2467267"/>
                    <a:gd name="connsiteX18-491" fmla="*/ 1741932 w 1809883"/>
                    <a:gd name="connsiteY18-492" fmla="*/ 53251 h 2467267"/>
                    <a:gd name="connsiteX19-493" fmla="*/ 1650492 w 1809883"/>
                    <a:gd name="connsiteY19-494" fmla="*/ 2959 h 2467267"/>
                    <a:gd name="connsiteX20-495" fmla="*/ 1504188 w 1809883"/>
                    <a:gd name="connsiteY20-496" fmla="*/ 7531 h 2467267"/>
                    <a:gd name="connsiteX21-497" fmla="*/ 1431036 w 1809883"/>
                    <a:gd name="connsiteY21-498" fmla="*/ 21247 h 2467267"/>
                    <a:gd name="connsiteX0-499" fmla="*/ 1431036 w 1809883"/>
                    <a:gd name="connsiteY0-500" fmla="*/ 21247 h 2471620"/>
                    <a:gd name="connsiteX1-501" fmla="*/ 1248156 w 1809883"/>
                    <a:gd name="connsiteY1-502" fmla="*/ 80683 h 2471620"/>
                    <a:gd name="connsiteX2-503" fmla="*/ 969264 w 1809883"/>
                    <a:gd name="connsiteY2-504" fmla="*/ 281851 h 2471620"/>
                    <a:gd name="connsiteX3-505" fmla="*/ 704088 w 1809883"/>
                    <a:gd name="connsiteY3-506" fmla="*/ 766483 h 2471620"/>
                    <a:gd name="connsiteX4-507" fmla="*/ 557784 w 1809883"/>
                    <a:gd name="connsiteY4-508" fmla="*/ 1223683 h 2471620"/>
                    <a:gd name="connsiteX5-509" fmla="*/ 333756 w 1809883"/>
                    <a:gd name="connsiteY5-510" fmla="*/ 1722031 h 2471620"/>
                    <a:gd name="connsiteX6-511" fmla="*/ 141732 w 1809883"/>
                    <a:gd name="connsiteY6-512" fmla="*/ 1923199 h 2471620"/>
                    <a:gd name="connsiteX7-513" fmla="*/ 41148 w 1809883"/>
                    <a:gd name="connsiteY7-514" fmla="*/ 2032927 h 2471620"/>
                    <a:gd name="connsiteX8-515" fmla="*/ 0 w 1809883"/>
                    <a:gd name="connsiteY8-516" fmla="*/ 2151799 h 2471620"/>
                    <a:gd name="connsiteX9-517" fmla="*/ 22860 w 1809883"/>
                    <a:gd name="connsiteY9-518" fmla="*/ 2256955 h 2471620"/>
                    <a:gd name="connsiteX10-519" fmla="*/ 155448 w 1809883"/>
                    <a:gd name="connsiteY10-520" fmla="*/ 2352967 h 2471620"/>
                    <a:gd name="connsiteX11-521" fmla="*/ 365760 w 1809883"/>
                    <a:gd name="connsiteY11-522" fmla="*/ 2416975 h 2471620"/>
                    <a:gd name="connsiteX12-523" fmla="*/ 662940 w 1809883"/>
                    <a:gd name="connsiteY12-524" fmla="*/ 2467267 h 2471620"/>
                    <a:gd name="connsiteX13-525" fmla="*/ 1092708 w 1809883"/>
                    <a:gd name="connsiteY13-526" fmla="*/ 2458123 h 2471620"/>
                    <a:gd name="connsiteX14-527" fmla="*/ 1463040 w 1809883"/>
                    <a:gd name="connsiteY14-528" fmla="*/ 2371255 h 2471620"/>
                    <a:gd name="connsiteX15-529" fmla="*/ 1783080 w 1809883"/>
                    <a:gd name="connsiteY15-530" fmla="*/ 2119795 h 2471620"/>
                    <a:gd name="connsiteX16-531" fmla="*/ 1792224 w 1809883"/>
                    <a:gd name="connsiteY16-532" fmla="*/ 1022515 h 2471620"/>
                    <a:gd name="connsiteX17-533" fmla="*/ 1787652 w 1809883"/>
                    <a:gd name="connsiteY17-534" fmla="*/ 249847 h 2471620"/>
                    <a:gd name="connsiteX18-535" fmla="*/ 1741932 w 1809883"/>
                    <a:gd name="connsiteY18-536" fmla="*/ 53251 h 2471620"/>
                    <a:gd name="connsiteX19-537" fmla="*/ 1650492 w 1809883"/>
                    <a:gd name="connsiteY19-538" fmla="*/ 2959 h 2471620"/>
                    <a:gd name="connsiteX20-539" fmla="*/ 1504188 w 1809883"/>
                    <a:gd name="connsiteY20-540" fmla="*/ 7531 h 2471620"/>
                    <a:gd name="connsiteX21-541" fmla="*/ 1431036 w 1809883"/>
                    <a:gd name="connsiteY21-542" fmla="*/ 21247 h 2471620"/>
                    <a:gd name="connsiteX0-543" fmla="*/ 1431036 w 1808543"/>
                    <a:gd name="connsiteY0-544" fmla="*/ 21247 h 2471205"/>
                    <a:gd name="connsiteX1-545" fmla="*/ 1248156 w 1808543"/>
                    <a:gd name="connsiteY1-546" fmla="*/ 80683 h 2471205"/>
                    <a:gd name="connsiteX2-547" fmla="*/ 969264 w 1808543"/>
                    <a:gd name="connsiteY2-548" fmla="*/ 281851 h 2471205"/>
                    <a:gd name="connsiteX3-549" fmla="*/ 704088 w 1808543"/>
                    <a:gd name="connsiteY3-550" fmla="*/ 766483 h 2471205"/>
                    <a:gd name="connsiteX4-551" fmla="*/ 557784 w 1808543"/>
                    <a:gd name="connsiteY4-552" fmla="*/ 1223683 h 2471205"/>
                    <a:gd name="connsiteX5-553" fmla="*/ 333756 w 1808543"/>
                    <a:gd name="connsiteY5-554" fmla="*/ 1722031 h 2471205"/>
                    <a:gd name="connsiteX6-555" fmla="*/ 141732 w 1808543"/>
                    <a:gd name="connsiteY6-556" fmla="*/ 1923199 h 2471205"/>
                    <a:gd name="connsiteX7-557" fmla="*/ 41148 w 1808543"/>
                    <a:gd name="connsiteY7-558" fmla="*/ 2032927 h 2471205"/>
                    <a:gd name="connsiteX8-559" fmla="*/ 0 w 1808543"/>
                    <a:gd name="connsiteY8-560" fmla="*/ 2151799 h 2471205"/>
                    <a:gd name="connsiteX9-561" fmla="*/ 22860 w 1808543"/>
                    <a:gd name="connsiteY9-562" fmla="*/ 2256955 h 2471205"/>
                    <a:gd name="connsiteX10-563" fmla="*/ 155448 w 1808543"/>
                    <a:gd name="connsiteY10-564" fmla="*/ 2352967 h 2471205"/>
                    <a:gd name="connsiteX11-565" fmla="*/ 365760 w 1808543"/>
                    <a:gd name="connsiteY11-566" fmla="*/ 2416975 h 2471205"/>
                    <a:gd name="connsiteX12-567" fmla="*/ 662940 w 1808543"/>
                    <a:gd name="connsiteY12-568" fmla="*/ 2467267 h 2471205"/>
                    <a:gd name="connsiteX13-569" fmla="*/ 1092708 w 1808543"/>
                    <a:gd name="connsiteY13-570" fmla="*/ 2458123 h 2471205"/>
                    <a:gd name="connsiteX14-571" fmla="*/ 1481328 w 1808543"/>
                    <a:gd name="connsiteY14-572" fmla="*/ 2380399 h 2471205"/>
                    <a:gd name="connsiteX15-573" fmla="*/ 1783080 w 1808543"/>
                    <a:gd name="connsiteY15-574" fmla="*/ 2119795 h 2471205"/>
                    <a:gd name="connsiteX16-575" fmla="*/ 1792224 w 1808543"/>
                    <a:gd name="connsiteY16-576" fmla="*/ 1022515 h 2471205"/>
                    <a:gd name="connsiteX17-577" fmla="*/ 1787652 w 1808543"/>
                    <a:gd name="connsiteY17-578" fmla="*/ 249847 h 2471205"/>
                    <a:gd name="connsiteX18-579" fmla="*/ 1741932 w 1808543"/>
                    <a:gd name="connsiteY18-580" fmla="*/ 53251 h 2471205"/>
                    <a:gd name="connsiteX19-581" fmla="*/ 1650492 w 1808543"/>
                    <a:gd name="connsiteY19-582" fmla="*/ 2959 h 2471205"/>
                    <a:gd name="connsiteX20-583" fmla="*/ 1504188 w 1808543"/>
                    <a:gd name="connsiteY20-584" fmla="*/ 7531 h 2471205"/>
                    <a:gd name="connsiteX21-585" fmla="*/ 1431036 w 1808543"/>
                    <a:gd name="connsiteY21-586" fmla="*/ 21247 h 2471205"/>
                    <a:gd name="connsiteX0-587" fmla="*/ 1431036 w 1808543"/>
                    <a:gd name="connsiteY0-588" fmla="*/ 21247 h 2471205"/>
                    <a:gd name="connsiteX1-589" fmla="*/ 1248156 w 1808543"/>
                    <a:gd name="connsiteY1-590" fmla="*/ 80683 h 2471205"/>
                    <a:gd name="connsiteX2-591" fmla="*/ 969264 w 1808543"/>
                    <a:gd name="connsiteY2-592" fmla="*/ 281851 h 2471205"/>
                    <a:gd name="connsiteX3-593" fmla="*/ 704088 w 1808543"/>
                    <a:gd name="connsiteY3-594" fmla="*/ 766483 h 2471205"/>
                    <a:gd name="connsiteX4-595" fmla="*/ 557784 w 1808543"/>
                    <a:gd name="connsiteY4-596" fmla="*/ 1223683 h 2471205"/>
                    <a:gd name="connsiteX5-597" fmla="*/ 333756 w 1808543"/>
                    <a:gd name="connsiteY5-598" fmla="*/ 1722031 h 2471205"/>
                    <a:gd name="connsiteX6-599" fmla="*/ 141732 w 1808543"/>
                    <a:gd name="connsiteY6-600" fmla="*/ 1923199 h 2471205"/>
                    <a:gd name="connsiteX7-601" fmla="*/ 41148 w 1808543"/>
                    <a:gd name="connsiteY7-602" fmla="*/ 2032927 h 2471205"/>
                    <a:gd name="connsiteX8-603" fmla="*/ 0 w 1808543"/>
                    <a:gd name="connsiteY8-604" fmla="*/ 2151799 h 2471205"/>
                    <a:gd name="connsiteX9-605" fmla="*/ 22860 w 1808543"/>
                    <a:gd name="connsiteY9-606" fmla="*/ 2256955 h 2471205"/>
                    <a:gd name="connsiteX10-607" fmla="*/ 155448 w 1808543"/>
                    <a:gd name="connsiteY10-608" fmla="*/ 2352967 h 2471205"/>
                    <a:gd name="connsiteX11-609" fmla="*/ 365760 w 1808543"/>
                    <a:gd name="connsiteY11-610" fmla="*/ 2416975 h 2471205"/>
                    <a:gd name="connsiteX12-611" fmla="*/ 662940 w 1808543"/>
                    <a:gd name="connsiteY12-612" fmla="*/ 2467267 h 2471205"/>
                    <a:gd name="connsiteX13-613" fmla="*/ 1092708 w 1808543"/>
                    <a:gd name="connsiteY13-614" fmla="*/ 2458123 h 2471205"/>
                    <a:gd name="connsiteX14-615" fmla="*/ 1481328 w 1808543"/>
                    <a:gd name="connsiteY14-616" fmla="*/ 2380399 h 2471205"/>
                    <a:gd name="connsiteX15-617" fmla="*/ 1783080 w 1808543"/>
                    <a:gd name="connsiteY15-618" fmla="*/ 2119795 h 2471205"/>
                    <a:gd name="connsiteX16-619" fmla="*/ 1792224 w 1808543"/>
                    <a:gd name="connsiteY16-620" fmla="*/ 1022515 h 2471205"/>
                    <a:gd name="connsiteX17-621" fmla="*/ 1787652 w 1808543"/>
                    <a:gd name="connsiteY17-622" fmla="*/ 249847 h 2471205"/>
                    <a:gd name="connsiteX18-623" fmla="*/ 1741932 w 1808543"/>
                    <a:gd name="connsiteY18-624" fmla="*/ 53251 h 2471205"/>
                    <a:gd name="connsiteX19-625" fmla="*/ 1650492 w 1808543"/>
                    <a:gd name="connsiteY19-626" fmla="*/ 2959 h 2471205"/>
                    <a:gd name="connsiteX20-627" fmla="*/ 1504188 w 1808543"/>
                    <a:gd name="connsiteY20-628" fmla="*/ 7531 h 2471205"/>
                    <a:gd name="connsiteX21-629" fmla="*/ 1431036 w 1808543"/>
                    <a:gd name="connsiteY21-630" fmla="*/ 21247 h 2471205"/>
                    <a:gd name="connsiteX0-631" fmla="*/ 1431036 w 1808543"/>
                    <a:gd name="connsiteY0-632" fmla="*/ 21247 h 2471205"/>
                    <a:gd name="connsiteX1-633" fmla="*/ 1248156 w 1808543"/>
                    <a:gd name="connsiteY1-634" fmla="*/ 80683 h 2471205"/>
                    <a:gd name="connsiteX2-635" fmla="*/ 969264 w 1808543"/>
                    <a:gd name="connsiteY2-636" fmla="*/ 281851 h 2471205"/>
                    <a:gd name="connsiteX3-637" fmla="*/ 704088 w 1808543"/>
                    <a:gd name="connsiteY3-638" fmla="*/ 766483 h 2471205"/>
                    <a:gd name="connsiteX4-639" fmla="*/ 557784 w 1808543"/>
                    <a:gd name="connsiteY4-640" fmla="*/ 1223683 h 2471205"/>
                    <a:gd name="connsiteX5-641" fmla="*/ 333756 w 1808543"/>
                    <a:gd name="connsiteY5-642" fmla="*/ 1722031 h 2471205"/>
                    <a:gd name="connsiteX6-643" fmla="*/ 141732 w 1808543"/>
                    <a:gd name="connsiteY6-644" fmla="*/ 1923199 h 2471205"/>
                    <a:gd name="connsiteX7-645" fmla="*/ 41148 w 1808543"/>
                    <a:gd name="connsiteY7-646" fmla="*/ 2032927 h 2471205"/>
                    <a:gd name="connsiteX8-647" fmla="*/ 0 w 1808543"/>
                    <a:gd name="connsiteY8-648" fmla="*/ 2151799 h 2471205"/>
                    <a:gd name="connsiteX9-649" fmla="*/ 22860 w 1808543"/>
                    <a:gd name="connsiteY9-650" fmla="*/ 2256955 h 2471205"/>
                    <a:gd name="connsiteX10-651" fmla="*/ 155448 w 1808543"/>
                    <a:gd name="connsiteY10-652" fmla="*/ 2352967 h 2471205"/>
                    <a:gd name="connsiteX11-653" fmla="*/ 365760 w 1808543"/>
                    <a:gd name="connsiteY11-654" fmla="*/ 2416975 h 2471205"/>
                    <a:gd name="connsiteX12-655" fmla="*/ 662940 w 1808543"/>
                    <a:gd name="connsiteY12-656" fmla="*/ 2467267 h 2471205"/>
                    <a:gd name="connsiteX13-657" fmla="*/ 1092708 w 1808543"/>
                    <a:gd name="connsiteY13-658" fmla="*/ 2458123 h 2471205"/>
                    <a:gd name="connsiteX14-659" fmla="*/ 1481328 w 1808543"/>
                    <a:gd name="connsiteY14-660" fmla="*/ 2380399 h 2471205"/>
                    <a:gd name="connsiteX15-661" fmla="*/ 1783080 w 1808543"/>
                    <a:gd name="connsiteY15-662" fmla="*/ 2119795 h 2471205"/>
                    <a:gd name="connsiteX16-663" fmla="*/ 1792224 w 1808543"/>
                    <a:gd name="connsiteY16-664" fmla="*/ 1022515 h 2471205"/>
                    <a:gd name="connsiteX17-665" fmla="*/ 1787652 w 1808543"/>
                    <a:gd name="connsiteY17-666" fmla="*/ 249847 h 2471205"/>
                    <a:gd name="connsiteX18-667" fmla="*/ 1741932 w 1808543"/>
                    <a:gd name="connsiteY18-668" fmla="*/ 53251 h 2471205"/>
                    <a:gd name="connsiteX19-669" fmla="*/ 1650492 w 1808543"/>
                    <a:gd name="connsiteY19-670" fmla="*/ 2959 h 2471205"/>
                    <a:gd name="connsiteX20-671" fmla="*/ 1504188 w 1808543"/>
                    <a:gd name="connsiteY20-672" fmla="*/ 7531 h 2471205"/>
                    <a:gd name="connsiteX21-673" fmla="*/ 1431036 w 1808543"/>
                    <a:gd name="connsiteY21-674" fmla="*/ 21247 h 2471205"/>
                    <a:gd name="connsiteX0-675" fmla="*/ 1431036 w 1808543"/>
                    <a:gd name="connsiteY0-676" fmla="*/ 21247 h 2471205"/>
                    <a:gd name="connsiteX1-677" fmla="*/ 1248156 w 1808543"/>
                    <a:gd name="connsiteY1-678" fmla="*/ 80683 h 2471205"/>
                    <a:gd name="connsiteX2-679" fmla="*/ 969264 w 1808543"/>
                    <a:gd name="connsiteY2-680" fmla="*/ 281851 h 2471205"/>
                    <a:gd name="connsiteX3-681" fmla="*/ 704088 w 1808543"/>
                    <a:gd name="connsiteY3-682" fmla="*/ 766483 h 2471205"/>
                    <a:gd name="connsiteX4-683" fmla="*/ 557784 w 1808543"/>
                    <a:gd name="connsiteY4-684" fmla="*/ 1223683 h 2471205"/>
                    <a:gd name="connsiteX5-685" fmla="*/ 333756 w 1808543"/>
                    <a:gd name="connsiteY5-686" fmla="*/ 1722031 h 2471205"/>
                    <a:gd name="connsiteX6-687" fmla="*/ 141732 w 1808543"/>
                    <a:gd name="connsiteY6-688" fmla="*/ 1923199 h 2471205"/>
                    <a:gd name="connsiteX7-689" fmla="*/ 41148 w 1808543"/>
                    <a:gd name="connsiteY7-690" fmla="*/ 2032927 h 2471205"/>
                    <a:gd name="connsiteX8-691" fmla="*/ 0 w 1808543"/>
                    <a:gd name="connsiteY8-692" fmla="*/ 2151799 h 2471205"/>
                    <a:gd name="connsiteX9-693" fmla="*/ 22860 w 1808543"/>
                    <a:gd name="connsiteY9-694" fmla="*/ 2256955 h 2471205"/>
                    <a:gd name="connsiteX10-695" fmla="*/ 155448 w 1808543"/>
                    <a:gd name="connsiteY10-696" fmla="*/ 2352967 h 2471205"/>
                    <a:gd name="connsiteX11-697" fmla="*/ 365760 w 1808543"/>
                    <a:gd name="connsiteY11-698" fmla="*/ 2416975 h 2471205"/>
                    <a:gd name="connsiteX12-699" fmla="*/ 662940 w 1808543"/>
                    <a:gd name="connsiteY12-700" fmla="*/ 2467267 h 2471205"/>
                    <a:gd name="connsiteX13-701" fmla="*/ 1092708 w 1808543"/>
                    <a:gd name="connsiteY13-702" fmla="*/ 2458123 h 2471205"/>
                    <a:gd name="connsiteX14-703" fmla="*/ 1481328 w 1808543"/>
                    <a:gd name="connsiteY14-704" fmla="*/ 2380399 h 2471205"/>
                    <a:gd name="connsiteX15-705" fmla="*/ 1783080 w 1808543"/>
                    <a:gd name="connsiteY15-706" fmla="*/ 2119795 h 2471205"/>
                    <a:gd name="connsiteX16-707" fmla="*/ 1792224 w 1808543"/>
                    <a:gd name="connsiteY16-708" fmla="*/ 1022515 h 2471205"/>
                    <a:gd name="connsiteX17-709" fmla="*/ 1787652 w 1808543"/>
                    <a:gd name="connsiteY17-710" fmla="*/ 249847 h 2471205"/>
                    <a:gd name="connsiteX18-711" fmla="*/ 1741932 w 1808543"/>
                    <a:gd name="connsiteY18-712" fmla="*/ 53251 h 2471205"/>
                    <a:gd name="connsiteX19-713" fmla="*/ 1650492 w 1808543"/>
                    <a:gd name="connsiteY19-714" fmla="*/ 2959 h 2471205"/>
                    <a:gd name="connsiteX20-715" fmla="*/ 1504188 w 1808543"/>
                    <a:gd name="connsiteY20-716" fmla="*/ 7531 h 2471205"/>
                    <a:gd name="connsiteX21-717" fmla="*/ 1431036 w 1808543"/>
                    <a:gd name="connsiteY21-718" fmla="*/ 21247 h 2471205"/>
                    <a:gd name="connsiteX0-719" fmla="*/ 1431036 w 1808543"/>
                    <a:gd name="connsiteY0-720" fmla="*/ 21247 h 2471205"/>
                    <a:gd name="connsiteX1-721" fmla="*/ 1248156 w 1808543"/>
                    <a:gd name="connsiteY1-722" fmla="*/ 80683 h 2471205"/>
                    <a:gd name="connsiteX2-723" fmla="*/ 969264 w 1808543"/>
                    <a:gd name="connsiteY2-724" fmla="*/ 281851 h 2471205"/>
                    <a:gd name="connsiteX3-725" fmla="*/ 704088 w 1808543"/>
                    <a:gd name="connsiteY3-726" fmla="*/ 766483 h 2471205"/>
                    <a:gd name="connsiteX4-727" fmla="*/ 557784 w 1808543"/>
                    <a:gd name="connsiteY4-728" fmla="*/ 1223683 h 2471205"/>
                    <a:gd name="connsiteX5-729" fmla="*/ 333756 w 1808543"/>
                    <a:gd name="connsiteY5-730" fmla="*/ 1722031 h 2471205"/>
                    <a:gd name="connsiteX6-731" fmla="*/ 141732 w 1808543"/>
                    <a:gd name="connsiteY6-732" fmla="*/ 1923199 h 2471205"/>
                    <a:gd name="connsiteX7-733" fmla="*/ 41148 w 1808543"/>
                    <a:gd name="connsiteY7-734" fmla="*/ 2032927 h 2471205"/>
                    <a:gd name="connsiteX8-735" fmla="*/ 0 w 1808543"/>
                    <a:gd name="connsiteY8-736" fmla="*/ 2151799 h 2471205"/>
                    <a:gd name="connsiteX9-737" fmla="*/ 22860 w 1808543"/>
                    <a:gd name="connsiteY9-738" fmla="*/ 2256955 h 2471205"/>
                    <a:gd name="connsiteX10-739" fmla="*/ 155448 w 1808543"/>
                    <a:gd name="connsiteY10-740" fmla="*/ 2352967 h 2471205"/>
                    <a:gd name="connsiteX11-741" fmla="*/ 365760 w 1808543"/>
                    <a:gd name="connsiteY11-742" fmla="*/ 2416975 h 2471205"/>
                    <a:gd name="connsiteX12-743" fmla="*/ 662940 w 1808543"/>
                    <a:gd name="connsiteY12-744" fmla="*/ 2467267 h 2471205"/>
                    <a:gd name="connsiteX13-745" fmla="*/ 1092708 w 1808543"/>
                    <a:gd name="connsiteY13-746" fmla="*/ 2458123 h 2471205"/>
                    <a:gd name="connsiteX14-747" fmla="*/ 1481328 w 1808543"/>
                    <a:gd name="connsiteY14-748" fmla="*/ 2380399 h 2471205"/>
                    <a:gd name="connsiteX15-749" fmla="*/ 1783080 w 1808543"/>
                    <a:gd name="connsiteY15-750" fmla="*/ 2119795 h 2471205"/>
                    <a:gd name="connsiteX16-751" fmla="*/ 1792224 w 1808543"/>
                    <a:gd name="connsiteY16-752" fmla="*/ 1022515 h 2471205"/>
                    <a:gd name="connsiteX17-753" fmla="*/ 1787652 w 1808543"/>
                    <a:gd name="connsiteY17-754" fmla="*/ 249847 h 2471205"/>
                    <a:gd name="connsiteX18-755" fmla="*/ 1741932 w 1808543"/>
                    <a:gd name="connsiteY18-756" fmla="*/ 53251 h 2471205"/>
                    <a:gd name="connsiteX19-757" fmla="*/ 1650492 w 1808543"/>
                    <a:gd name="connsiteY19-758" fmla="*/ 2959 h 2471205"/>
                    <a:gd name="connsiteX20-759" fmla="*/ 1504188 w 1808543"/>
                    <a:gd name="connsiteY20-760" fmla="*/ 7531 h 2471205"/>
                    <a:gd name="connsiteX21-761" fmla="*/ 1431036 w 1808543"/>
                    <a:gd name="connsiteY21-762" fmla="*/ 21247 h 2471205"/>
                    <a:gd name="connsiteX0-763" fmla="*/ 1431036 w 1802212"/>
                    <a:gd name="connsiteY0-764" fmla="*/ 21247 h 2471620"/>
                    <a:gd name="connsiteX1-765" fmla="*/ 1248156 w 1802212"/>
                    <a:gd name="connsiteY1-766" fmla="*/ 80683 h 2471620"/>
                    <a:gd name="connsiteX2-767" fmla="*/ 969264 w 1802212"/>
                    <a:gd name="connsiteY2-768" fmla="*/ 281851 h 2471620"/>
                    <a:gd name="connsiteX3-769" fmla="*/ 704088 w 1802212"/>
                    <a:gd name="connsiteY3-770" fmla="*/ 766483 h 2471620"/>
                    <a:gd name="connsiteX4-771" fmla="*/ 557784 w 1802212"/>
                    <a:gd name="connsiteY4-772" fmla="*/ 1223683 h 2471620"/>
                    <a:gd name="connsiteX5-773" fmla="*/ 333756 w 1802212"/>
                    <a:gd name="connsiteY5-774" fmla="*/ 1722031 h 2471620"/>
                    <a:gd name="connsiteX6-775" fmla="*/ 141732 w 1802212"/>
                    <a:gd name="connsiteY6-776" fmla="*/ 1923199 h 2471620"/>
                    <a:gd name="connsiteX7-777" fmla="*/ 41148 w 1802212"/>
                    <a:gd name="connsiteY7-778" fmla="*/ 2032927 h 2471620"/>
                    <a:gd name="connsiteX8-779" fmla="*/ 0 w 1802212"/>
                    <a:gd name="connsiteY8-780" fmla="*/ 2151799 h 2471620"/>
                    <a:gd name="connsiteX9-781" fmla="*/ 22860 w 1802212"/>
                    <a:gd name="connsiteY9-782" fmla="*/ 2256955 h 2471620"/>
                    <a:gd name="connsiteX10-783" fmla="*/ 155448 w 1802212"/>
                    <a:gd name="connsiteY10-784" fmla="*/ 2352967 h 2471620"/>
                    <a:gd name="connsiteX11-785" fmla="*/ 365760 w 1802212"/>
                    <a:gd name="connsiteY11-786" fmla="*/ 2416975 h 2471620"/>
                    <a:gd name="connsiteX12-787" fmla="*/ 662940 w 1802212"/>
                    <a:gd name="connsiteY12-788" fmla="*/ 2467267 h 2471620"/>
                    <a:gd name="connsiteX13-789" fmla="*/ 1092708 w 1802212"/>
                    <a:gd name="connsiteY13-790" fmla="*/ 2458123 h 2471620"/>
                    <a:gd name="connsiteX14-791" fmla="*/ 1568196 w 1802212"/>
                    <a:gd name="connsiteY14-792" fmla="*/ 2371255 h 2471620"/>
                    <a:gd name="connsiteX15-793" fmla="*/ 1783080 w 1802212"/>
                    <a:gd name="connsiteY15-794" fmla="*/ 2119795 h 2471620"/>
                    <a:gd name="connsiteX16-795" fmla="*/ 1792224 w 1802212"/>
                    <a:gd name="connsiteY16-796" fmla="*/ 1022515 h 2471620"/>
                    <a:gd name="connsiteX17-797" fmla="*/ 1787652 w 1802212"/>
                    <a:gd name="connsiteY17-798" fmla="*/ 249847 h 2471620"/>
                    <a:gd name="connsiteX18-799" fmla="*/ 1741932 w 1802212"/>
                    <a:gd name="connsiteY18-800" fmla="*/ 53251 h 2471620"/>
                    <a:gd name="connsiteX19-801" fmla="*/ 1650492 w 1802212"/>
                    <a:gd name="connsiteY19-802" fmla="*/ 2959 h 2471620"/>
                    <a:gd name="connsiteX20-803" fmla="*/ 1504188 w 1802212"/>
                    <a:gd name="connsiteY20-804" fmla="*/ 7531 h 2471620"/>
                    <a:gd name="connsiteX21-805" fmla="*/ 1431036 w 1802212"/>
                    <a:gd name="connsiteY21-806" fmla="*/ 21247 h 2471620"/>
                    <a:gd name="connsiteX0-807" fmla="*/ 1431036 w 1804202"/>
                    <a:gd name="connsiteY0-808" fmla="*/ 21247 h 2471620"/>
                    <a:gd name="connsiteX1-809" fmla="*/ 1248156 w 1804202"/>
                    <a:gd name="connsiteY1-810" fmla="*/ 80683 h 2471620"/>
                    <a:gd name="connsiteX2-811" fmla="*/ 969264 w 1804202"/>
                    <a:gd name="connsiteY2-812" fmla="*/ 281851 h 2471620"/>
                    <a:gd name="connsiteX3-813" fmla="*/ 704088 w 1804202"/>
                    <a:gd name="connsiteY3-814" fmla="*/ 766483 h 2471620"/>
                    <a:gd name="connsiteX4-815" fmla="*/ 557784 w 1804202"/>
                    <a:gd name="connsiteY4-816" fmla="*/ 1223683 h 2471620"/>
                    <a:gd name="connsiteX5-817" fmla="*/ 333756 w 1804202"/>
                    <a:gd name="connsiteY5-818" fmla="*/ 1722031 h 2471620"/>
                    <a:gd name="connsiteX6-819" fmla="*/ 141732 w 1804202"/>
                    <a:gd name="connsiteY6-820" fmla="*/ 1923199 h 2471620"/>
                    <a:gd name="connsiteX7-821" fmla="*/ 41148 w 1804202"/>
                    <a:gd name="connsiteY7-822" fmla="*/ 2032927 h 2471620"/>
                    <a:gd name="connsiteX8-823" fmla="*/ 0 w 1804202"/>
                    <a:gd name="connsiteY8-824" fmla="*/ 2151799 h 2471620"/>
                    <a:gd name="connsiteX9-825" fmla="*/ 22860 w 1804202"/>
                    <a:gd name="connsiteY9-826" fmla="*/ 2256955 h 2471620"/>
                    <a:gd name="connsiteX10-827" fmla="*/ 155448 w 1804202"/>
                    <a:gd name="connsiteY10-828" fmla="*/ 2352967 h 2471620"/>
                    <a:gd name="connsiteX11-829" fmla="*/ 365760 w 1804202"/>
                    <a:gd name="connsiteY11-830" fmla="*/ 2416975 h 2471620"/>
                    <a:gd name="connsiteX12-831" fmla="*/ 662940 w 1804202"/>
                    <a:gd name="connsiteY12-832" fmla="*/ 2467267 h 2471620"/>
                    <a:gd name="connsiteX13-833" fmla="*/ 1092708 w 1804202"/>
                    <a:gd name="connsiteY13-834" fmla="*/ 2458123 h 2471620"/>
                    <a:gd name="connsiteX14-835" fmla="*/ 1540764 w 1804202"/>
                    <a:gd name="connsiteY14-836" fmla="*/ 2371255 h 2471620"/>
                    <a:gd name="connsiteX15-837" fmla="*/ 1783080 w 1804202"/>
                    <a:gd name="connsiteY15-838" fmla="*/ 2119795 h 2471620"/>
                    <a:gd name="connsiteX16-839" fmla="*/ 1792224 w 1804202"/>
                    <a:gd name="connsiteY16-840" fmla="*/ 1022515 h 2471620"/>
                    <a:gd name="connsiteX17-841" fmla="*/ 1787652 w 1804202"/>
                    <a:gd name="connsiteY17-842" fmla="*/ 249847 h 2471620"/>
                    <a:gd name="connsiteX18-843" fmla="*/ 1741932 w 1804202"/>
                    <a:gd name="connsiteY18-844" fmla="*/ 53251 h 2471620"/>
                    <a:gd name="connsiteX19-845" fmla="*/ 1650492 w 1804202"/>
                    <a:gd name="connsiteY19-846" fmla="*/ 2959 h 2471620"/>
                    <a:gd name="connsiteX20-847" fmla="*/ 1504188 w 1804202"/>
                    <a:gd name="connsiteY20-848" fmla="*/ 7531 h 2471620"/>
                    <a:gd name="connsiteX21-849" fmla="*/ 1431036 w 1804202"/>
                    <a:gd name="connsiteY21-850" fmla="*/ 21247 h 2471620"/>
                    <a:gd name="connsiteX0-851" fmla="*/ 1431036 w 1804202"/>
                    <a:gd name="connsiteY0-852" fmla="*/ 21247 h 2471620"/>
                    <a:gd name="connsiteX1-853" fmla="*/ 1248156 w 1804202"/>
                    <a:gd name="connsiteY1-854" fmla="*/ 80683 h 2471620"/>
                    <a:gd name="connsiteX2-855" fmla="*/ 969264 w 1804202"/>
                    <a:gd name="connsiteY2-856" fmla="*/ 281851 h 2471620"/>
                    <a:gd name="connsiteX3-857" fmla="*/ 704088 w 1804202"/>
                    <a:gd name="connsiteY3-858" fmla="*/ 766483 h 2471620"/>
                    <a:gd name="connsiteX4-859" fmla="*/ 557784 w 1804202"/>
                    <a:gd name="connsiteY4-860" fmla="*/ 1223683 h 2471620"/>
                    <a:gd name="connsiteX5-861" fmla="*/ 333756 w 1804202"/>
                    <a:gd name="connsiteY5-862" fmla="*/ 1722031 h 2471620"/>
                    <a:gd name="connsiteX6-863" fmla="*/ 141732 w 1804202"/>
                    <a:gd name="connsiteY6-864" fmla="*/ 1923199 h 2471620"/>
                    <a:gd name="connsiteX7-865" fmla="*/ 41148 w 1804202"/>
                    <a:gd name="connsiteY7-866" fmla="*/ 2032927 h 2471620"/>
                    <a:gd name="connsiteX8-867" fmla="*/ 0 w 1804202"/>
                    <a:gd name="connsiteY8-868" fmla="*/ 2151799 h 2471620"/>
                    <a:gd name="connsiteX9-869" fmla="*/ 22860 w 1804202"/>
                    <a:gd name="connsiteY9-870" fmla="*/ 2256955 h 2471620"/>
                    <a:gd name="connsiteX10-871" fmla="*/ 155448 w 1804202"/>
                    <a:gd name="connsiteY10-872" fmla="*/ 2352967 h 2471620"/>
                    <a:gd name="connsiteX11-873" fmla="*/ 365760 w 1804202"/>
                    <a:gd name="connsiteY11-874" fmla="*/ 2416975 h 2471620"/>
                    <a:gd name="connsiteX12-875" fmla="*/ 662940 w 1804202"/>
                    <a:gd name="connsiteY12-876" fmla="*/ 2467267 h 2471620"/>
                    <a:gd name="connsiteX13-877" fmla="*/ 1092708 w 1804202"/>
                    <a:gd name="connsiteY13-878" fmla="*/ 2458123 h 2471620"/>
                    <a:gd name="connsiteX14-879" fmla="*/ 1540764 w 1804202"/>
                    <a:gd name="connsiteY14-880" fmla="*/ 2371255 h 2471620"/>
                    <a:gd name="connsiteX15-881" fmla="*/ 1783080 w 1804202"/>
                    <a:gd name="connsiteY15-882" fmla="*/ 2119795 h 2471620"/>
                    <a:gd name="connsiteX16-883" fmla="*/ 1792224 w 1804202"/>
                    <a:gd name="connsiteY16-884" fmla="*/ 1022515 h 2471620"/>
                    <a:gd name="connsiteX17-885" fmla="*/ 1787652 w 1804202"/>
                    <a:gd name="connsiteY17-886" fmla="*/ 249847 h 2471620"/>
                    <a:gd name="connsiteX18-887" fmla="*/ 1741932 w 1804202"/>
                    <a:gd name="connsiteY18-888" fmla="*/ 53251 h 2471620"/>
                    <a:gd name="connsiteX19-889" fmla="*/ 1650492 w 1804202"/>
                    <a:gd name="connsiteY19-890" fmla="*/ 2959 h 2471620"/>
                    <a:gd name="connsiteX20-891" fmla="*/ 1504188 w 1804202"/>
                    <a:gd name="connsiteY20-892" fmla="*/ 7531 h 2471620"/>
                    <a:gd name="connsiteX21-893" fmla="*/ 1431036 w 1804202"/>
                    <a:gd name="connsiteY21-894" fmla="*/ 21247 h 2471620"/>
                    <a:gd name="connsiteX0-895" fmla="*/ 1431036 w 1804202"/>
                    <a:gd name="connsiteY0-896" fmla="*/ 21247 h 2471620"/>
                    <a:gd name="connsiteX1-897" fmla="*/ 1248156 w 1804202"/>
                    <a:gd name="connsiteY1-898" fmla="*/ 80683 h 2471620"/>
                    <a:gd name="connsiteX2-899" fmla="*/ 969264 w 1804202"/>
                    <a:gd name="connsiteY2-900" fmla="*/ 281851 h 2471620"/>
                    <a:gd name="connsiteX3-901" fmla="*/ 704088 w 1804202"/>
                    <a:gd name="connsiteY3-902" fmla="*/ 766483 h 2471620"/>
                    <a:gd name="connsiteX4-903" fmla="*/ 557784 w 1804202"/>
                    <a:gd name="connsiteY4-904" fmla="*/ 1223683 h 2471620"/>
                    <a:gd name="connsiteX5-905" fmla="*/ 333756 w 1804202"/>
                    <a:gd name="connsiteY5-906" fmla="*/ 1722031 h 2471620"/>
                    <a:gd name="connsiteX6-907" fmla="*/ 141732 w 1804202"/>
                    <a:gd name="connsiteY6-908" fmla="*/ 1923199 h 2471620"/>
                    <a:gd name="connsiteX7-909" fmla="*/ 41148 w 1804202"/>
                    <a:gd name="connsiteY7-910" fmla="*/ 2032927 h 2471620"/>
                    <a:gd name="connsiteX8-911" fmla="*/ 0 w 1804202"/>
                    <a:gd name="connsiteY8-912" fmla="*/ 2151799 h 2471620"/>
                    <a:gd name="connsiteX9-913" fmla="*/ 22860 w 1804202"/>
                    <a:gd name="connsiteY9-914" fmla="*/ 2256955 h 2471620"/>
                    <a:gd name="connsiteX10-915" fmla="*/ 155448 w 1804202"/>
                    <a:gd name="connsiteY10-916" fmla="*/ 2352967 h 2471620"/>
                    <a:gd name="connsiteX11-917" fmla="*/ 365760 w 1804202"/>
                    <a:gd name="connsiteY11-918" fmla="*/ 2416975 h 2471620"/>
                    <a:gd name="connsiteX12-919" fmla="*/ 662940 w 1804202"/>
                    <a:gd name="connsiteY12-920" fmla="*/ 2467267 h 2471620"/>
                    <a:gd name="connsiteX13-921" fmla="*/ 1092708 w 1804202"/>
                    <a:gd name="connsiteY13-922" fmla="*/ 2458123 h 2471620"/>
                    <a:gd name="connsiteX14-923" fmla="*/ 1540764 w 1804202"/>
                    <a:gd name="connsiteY14-924" fmla="*/ 2371255 h 2471620"/>
                    <a:gd name="connsiteX15-925" fmla="*/ 1783080 w 1804202"/>
                    <a:gd name="connsiteY15-926" fmla="*/ 2119795 h 2471620"/>
                    <a:gd name="connsiteX16-927" fmla="*/ 1792224 w 1804202"/>
                    <a:gd name="connsiteY16-928" fmla="*/ 1022515 h 2471620"/>
                    <a:gd name="connsiteX17-929" fmla="*/ 1787652 w 1804202"/>
                    <a:gd name="connsiteY17-930" fmla="*/ 249847 h 2471620"/>
                    <a:gd name="connsiteX18-931" fmla="*/ 1741932 w 1804202"/>
                    <a:gd name="connsiteY18-932" fmla="*/ 53251 h 2471620"/>
                    <a:gd name="connsiteX19-933" fmla="*/ 1650492 w 1804202"/>
                    <a:gd name="connsiteY19-934" fmla="*/ 2959 h 2471620"/>
                    <a:gd name="connsiteX20-935" fmla="*/ 1504188 w 1804202"/>
                    <a:gd name="connsiteY20-936" fmla="*/ 7531 h 2471620"/>
                    <a:gd name="connsiteX21-937" fmla="*/ 1431036 w 1804202"/>
                    <a:gd name="connsiteY21-938" fmla="*/ 21247 h 2471620"/>
                    <a:gd name="connsiteX0-939" fmla="*/ 1431036 w 1804202"/>
                    <a:gd name="connsiteY0-940" fmla="*/ 21247 h 2471620"/>
                    <a:gd name="connsiteX1-941" fmla="*/ 1248156 w 1804202"/>
                    <a:gd name="connsiteY1-942" fmla="*/ 80683 h 2471620"/>
                    <a:gd name="connsiteX2-943" fmla="*/ 969264 w 1804202"/>
                    <a:gd name="connsiteY2-944" fmla="*/ 281851 h 2471620"/>
                    <a:gd name="connsiteX3-945" fmla="*/ 704088 w 1804202"/>
                    <a:gd name="connsiteY3-946" fmla="*/ 766483 h 2471620"/>
                    <a:gd name="connsiteX4-947" fmla="*/ 557784 w 1804202"/>
                    <a:gd name="connsiteY4-948" fmla="*/ 1223683 h 2471620"/>
                    <a:gd name="connsiteX5-949" fmla="*/ 333756 w 1804202"/>
                    <a:gd name="connsiteY5-950" fmla="*/ 1722031 h 2471620"/>
                    <a:gd name="connsiteX6-951" fmla="*/ 141732 w 1804202"/>
                    <a:gd name="connsiteY6-952" fmla="*/ 1923199 h 2471620"/>
                    <a:gd name="connsiteX7-953" fmla="*/ 41148 w 1804202"/>
                    <a:gd name="connsiteY7-954" fmla="*/ 2032927 h 2471620"/>
                    <a:gd name="connsiteX8-955" fmla="*/ 0 w 1804202"/>
                    <a:gd name="connsiteY8-956" fmla="*/ 2151799 h 2471620"/>
                    <a:gd name="connsiteX9-957" fmla="*/ 22860 w 1804202"/>
                    <a:gd name="connsiteY9-958" fmla="*/ 2256955 h 2471620"/>
                    <a:gd name="connsiteX10-959" fmla="*/ 155448 w 1804202"/>
                    <a:gd name="connsiteY10-960" fmla="*/ 2352967 h 2471620"/>
                    <a:gd name="connsiteX11-961" fmla="*/ 365760 w 1804202"/>
                    <a:gd name="connsiteY11-962" fmla="*/ 2416975 h 2471620"/>
                    <a:gd name="connsiteX12-963" fmla="*/ 662940 w 1804202"/>
                    <a:gd name="connsiteY12-964" fmla="*/ 2467267 h 2471620"/>
                    <a:gd name="connsiteX13-965" fmla="*/ 1092708 w 1804202"/>
                    <a:gd name="connsiteY13-966" fmla="*/ 2458123 h 2471620"/>
                    <a:gd name="connsiteX14-967" fmla="*/ 1540764 w 1804202"/>
                    <a:gd name="connsiteY14-968" fmla="*/ 2371255 h 2471620"/>
                    <a:gd name="connsiteX15-969" fmla="*/ 1783080 w 1804202"/>
                    <a:gd name="connsiteY15-970" fmla="*/ 2119795 h 2471620"/>
                    <a:gd name="connsiteX16-971" fmla="*/ 1792224 w 1804202"/>
                    <a:gd name="connsiteY16-972" fmla="*/ 1022515 h 2471620"/>
                    <a:gd name="connsiteX17-973" fmla="*/ 1787652 w 1804202"/>
                    <a:gd name="connsiteY17-974" fmla="*/ 249847 h 2471620"/>
                    <a:gd name="connsiteX18-975" fmla="*/ 1741932 w 1804202"/>
                    <a:gd name="connsiteY18-976" fmla="*/ 53251 h 2471620"/>
                    <a:gd name="connsiteX19-977" fmla="*/ 1650492 w 1804202"/>
                    <a:gd name="connsiteY19-978" fmla="*/ 2959 h 2471620"/>
                    <a:gd name="connsiteX20-979" fmla="*/ 1504188 w 1804202"/>
                    <a:gd name="connsiteY20-980" fmla="*/ 7531 h 2471620"/>
                    <a:gd name="connsiteX21-981" fmla="*/ 1431036 w 1804202"/>
                    <a:gd name="connsiteY21-982" fmla="*/ 21247 h 2471620"/>
                    <a:gd name="connsiteX0-983" fmla="*/ 1432394 w 1805560"/>
                    <a:gd name="connsiteY0-984" fmla="*/ 21247 h 2471620"/>
                    <a:gd name="connsiteX1-985" fmla="*/ 1249514 w 1805560"/>
                    <a:gd name="connsiteY1-986" fmla="*/ 80683 h 2471620"/>
                    <a:gd name="connsiteX2-987" fmla="*/ 970622 w 1805560"/>
                    <a:gd name="connsiteY2-988" fmla="*/ 281851 h 2471620"/>
                    <a:gd name="connsiteX3-989" fmla="*/ 705446 w 1805560"/>
                    <a:gd name="connsiteY3-990" fmla="*/ 766483 h 2471620"/>
                    <a:gd name="connsiteX4-991" fmla="*/ 559142 w 1805560"/>
                    <a:gd name="connsiteY4-992" fmla="*/ 1223683 h 2471620"/>
                    <a:gd name="connsiteX5-993" fmla="*/ 335114 w 1805560"/>
                    <a:gd name="connsiteY5-994" fmla="*/ 1722031 h 2471620"/>
                    <a:gd name="connsiteX6-995" fmla="*/ 143090 w 1805560"/>
                    <a:gd name="connsiteY6-996" fmla="*/ 1923199 h 2471620"/>
                    <a:gd name="connsiteX7-997" fmla="*/ 42506 w 1805560"/>
                    <a:gd name="connsiteY7-998" fmla="*/ 2032927 h 2471620"/>
                    <a:gd name="connsiteX8-999" fmla="*/ 1358 w 1805560"/>
                    <a:gd name="connsiteY8-1000" fmla="*/ 2151799 h 2471620"/>
                    <a:gd name="connsiteX9-1001" fmla="*/ 24218 w 1805560"/>
                    <a:gd name="connsiteY9-1002" fmla="*/ 2256955 h 2471620"/>
                    <a:gd name="connsiteX10-1003" fmla="*/ 156806 w 1805560"/>
                    <a:gd name="connsiteY10-1004" fmla="*/ 2352967 h 2471620"/>
                    <a:gd name="connsiteX11-1005" fmla="*/ 367118 w 1805560"/>
                    <a:gd name="connsiteY11-1006" fmla="*/ 2416975 h 2471620"/>
                    <a:gd name="connsiteX12-1007" fmla="*/ 664298 w 1805560"/>
                    <a:gd name="connsiteY12-1008" fmla="*/ 2467267 h 2471620"/>
                    <a:gd name="connsiteX13-1009" fmla="*/ 1094066 w 1805560"/>
                    <a:gd name="connsiteY13-1010" fmla="*/ 2458123 h 2471620"/>
                    <a:gd name="connsiteX14-1011" fmla="*/ 1542122 w 1805560"/>
                    <a:gd name="connsiteY14-1012" fmla="*/ 2371255 h 2471620"/>
                    <a:gd name="connsiteX15-1013" fmla="*/ 1784438 w 1805560"/>
                    <a:gd name="connsiteY15-1014" fmla="*/ 2119795 h 2471620"/>
                    <a:gd name="connsiteX16-1015" fmla="*/ 1793582 w 1805560"/>
                    <a:gd name="connsiteY16-1016" fmla="*/ 1022515 h 2471620"/>
                    <a:gd name="connsiteX17-1017" fmla="*/ 1789010 w 1805560"/>
                    <a:gd name="connsiteY17-1018" fmla="*/ 249847 h 2471620"/>
                    <a:gd name="connsiteX18-1019" fmla="*/ 1743290 w 1805560"/>
                    <a:gd name="connsiteY18-1020" fmla="*/ 53251 h 2471620"/>
                    <a:gd name="connsiteX19-1021" fmla="*/ 1651850 w 1805560"/>
                    <a:gd name="connsiteY19-1022" fmla="*/ 2959 h 2471620"/>
                    <a:gd name="connsiteX20-1023" fmla="*/ 1505546 w 1805560"/>
                    <a:gd name="connsiteY20-1024" fmla="*/ 7531 h 2471620"/>
                    <a:gd name="connsiteX21-1025" fmla="*/ 1432394 w 1805560"/>
                    <a:gd name="connsiteY21-1026" fmla="*/ 21247 h 2471620"/>
                    <a:gd name="connsiteX0-1027" fmla="*/ 1432394 w 1805560"/>
                    <a:gd name="connsiteY0-1028" fmla="*/ 21247 h 2471620"/>
                    <a:gd name="connsiteX1-1029" fmla="*/ 1249514 w 1805560"/>
                    <a:gd name="connsiteY1-1030" fmla="*/ 80683 h 2471620"/>
                    <a:gd name="connsiteX2-1031" fmla="*/ 970622 w 1805560"/>
                    <a:gd name="connsiteY2-1032" fmla="*/ 281851 h 2471620"/>
                    <a:gd name="connsiteX3-1033" fmla="*/ 705446 w 1805560"/>
                    <a:gd name="connsiteY3-1034" fmla="*/ 766483 h 2471620"/>
                    <a:gd name="connsiteX4-1035" fmla="*/ 559142 w 1805560"/>
                    <a:gd name="connsiteY4-1036" fmla="*/ 1223683 h 2471620"/>
                    <a:gd name="connsiteX5-1037" fmla="*/ 335114 w 1805560"/>
                    <a:gd name="connsiteY5-1038" fmla="*/ 1722031 h 2471620"/>
                    <a:gd name="connsiteX6-1039" fmla="*/ 143090 w 1805560"/>
                    <a:gd name="connsiteY6-1040" fmla="*/ 1923199 h 2471620"/>
                    <a:gd name="connsiteX7-1041" fmla="*/ 42506 w 1805560"/>
                    <a:gd name="connsiteY7-1042" fmla="*/ 2032927 h 2471620"/>
                    <a:gd name="connsiteX8-1043" fmla="*/ 1358 w 1805560"/>
                    <a:gd name="connsiteY8-1044" fmla="*/ 2151799 h 2471620"/>
                    <a:gd name="connsiteX9-1045" fmla="*/ 24218 w 1805560"/>
                    <a:gd name="connsiteY9-1046" fmla="*/ 2256955 h 2471620"/>
                    <a:gd name="connsiteX10-1047" fmla="*/ 156806 w 1805560"/>
                    <a:gd name="connsiteY10-1048" fmla="*/ 2352967 h 2471620"/>
                    <a:gd name="connsiteX11-1049" fmla="*/ 367118 w 1805560"/>
                    <a:gd name="connsiteY11-1050" fmla="*/ 2416975 h 2471620"/>
                    <a:gd name="connsiteX12-1051" fmla="*/ 664298 w 1805560"/>
                    <a:gd name="connsiteY12-1052" fmla="*/ 2467267 h 2471620"/>
                    <a:gd name="connsiteX13-1053" fmla="*/ 1094066 w 1805560"/>
                    <a:gd name="connsiteY13-1054" fmla="*/ 2458123 h 2471620"/>
                    <a:gd name="connsiteX14-1055" fmla="*/ 1542122 w 1805560"/>
                    <a:gd name="connsiteY14-1056" fmla="*/ 2371255 h 2471620"/>
                    <a:gd name="connsiteX15-1057" fmla="*/ 1784438 w 1805560"/>
                    <a:gd name="connsiteY15-1058" fmla="*/ 2119795 h 2471620"/>
                    <a:gd name="connsiteX16-1059" fmla="*/ 1793582 w 1805560"/>
                    <a:gd name="connsiteY16-1060" fmla="*/ 1022515 h 2471620"/>
                    <a:gd name="connsiteX17-1061" fmla="*/ 1789010 w 1805560"/>
                    <a:gd name="connsiteY17-1062" fmla="*/ 249847 h 2471620"/>
                    <a:gd name="connsiteX18-1063" fmla="*/ 1743290 w 1805560"/>
                    <a:gd name="connsiteY18-1064" fmla="*/ 53251 h 2471620"/>
                    <a:gd name="connsiteX19-1065" fmla="*/ 1651850 w 1805560"/>
                    <a:gd name="connsiteY19-1066" fmla="*/ 2959 h 2471620"/>
                    <a:gd name="connsiteX20-1067" fmla="*/ 1505546 w 1805560"/>
                    <a:gd name="connsiteY20-1068" fmla="*/ 7531 h 2471620"/>
                    <a:gd name="connsiteX21-1069" fmla="*/ 1432394 w 1805560"/>
                    <a:gd name="connsiteY21-1070" fmla="*/ 21247 h 2471620"/>
                    <a:gd name="connsiteX0-1071" fmla="*/ 1432394 w 1805560"/>
                    <a:gd name="connsiteY0-1072" fmla="*/ 21247 h 2471620"/>
                    <a:gd name="connsiteX1-1073" fmla="*/ 1249514 w 1805560"/>
                    <a:gd name="connsiteY1-1074" fmla="*/ 80683 h 2471620"/>
                    <a:gd name="connsiteX2-1075" fmla="*/ 970622 w 1805560"/>
                    <a:gd name="connsiteY2-1076" fmla="*/ 281851 h 2471620"/>
                    <a:gd name="connsiteX3-1077" fmla="*/ 705446 w 1805560"/>
                    <a:gd name="connsiteY3-1078" fmla="*/ 766483 h 2471620"/>
                    <a:gd name="connsiteX4-1079" fmla="*/ 559142 w 1805560"/>
                    <a:gd name="connsiteY4-1080" fmla="*/ 1223683 h 2471620"/>
                    <a:gd name="connsiteX5-1081" fmla="*/ 335114 w 1805560"/>
                    <a:gd name="connsiteY5-1082" fmla="*/ 1722031 h 2471620"/>
                    <a:gd name="connsiteX6-1083" fmla="*/ 143090 w 1805560"/>
                    <a:gd name="connsiteY6-1084" fmla="*/ 1923199 h 2471620"/>
                    <a:gd name="connsiteX7-1085" fmla="*/ 42506 w 1805560"/>
                    <a:gd name="connsiteY7-1086" fmla="*/ 2032927 h 2471620"/>
                    <a:gd name="connsiteX8-1087" fmla="*/ 1358 w 1805560"/>
                    <a:gd name="connsiteY8-1088" fmla="*/ 2151799 h 2471620"/>
                    <a:gd name="connsiteX9-1089" fmla="*/ 24218 w 1805560"/>
                    <a:gd name="connsiteY9-1090" fmla="*/ 2256955 h 2471620"/>
                    <a:gd name="connsiteX10-1091" fmla="*/ 156806 w 1805560"/>
                    <a:gd name="connsiteY10-1092" fmla="*/ 2352967 h 2471620"/>
                    <a:gd name="connsiteX11-1093" fmla="*/ 367118 w 1805560"/>
                    <a:gd name="connsiteY11-1094" fmla="*/ 2416975 h 2471620"/>
                    <a:gd name="connsiteX12-1095" fmla="*/ 664298 w 1805560"/>
                    <a:gd name="connsiteY12-1096" fmla="*/ 2467267 h 2471620"/>
                    <a:gd name="connsiteX13-1097" fmla="*/ 1094066 w 1805560"/>
                    <a:gd name="connsiteY13-1098" fmla="*/ 2458123 h 2471620"/>
                    <a:gd name="connsiteX14-1099" fmla="*/ 1542122 w 1805560"/>
                    <a:gd name="connsiteY14-1100" fmla="*/ 2371255 h 2471620"/>
                    <a:gd name="connsiteX15-1101" fmla="*/ 1784438 w 1805560"/>
                    <a:gd name="connsiteY15-1102" fmla="*/ 2119795 h 2471620"/>
                    <a:gd name="connsiteX16-1103" fmla="*/ 1793582 w 1805560"/>
                    <a:gd name="connsiteY16-1104" fmla="*/ 1022515 h 2471620"/>
                    <a:gd name="connsiteX17-1105" fmla="*/ 1789010 w 1805560"/>
                    <a:gd name="connsiteY17-1106" fmla="*/ 249847 h 2471620"/>
                    <a:gd name="connsiteX18-1107" fmla="*/ 1743290 w 1805560"/>
                    <a:gd name="connsiteY18-1108" fmla="*/ 53251 h 2471620"/>
                    <a:gd name="connsiteX19-1109" fmla="*/ 1651850 w 1805560"/>
                    <a:gd name="connsiteY19-1110" fmla="*/ 2959 h 2471620"/>
                    <a:gd name="connsiteX20-1111" fmla="*/ 1505546 w 1805560"/>
                    <a:gd name="connsiteY20-1112" fmla="*/ 7531 h 2471620"/>
                    <a:gd name="connsiteX21-1113" fmla="*/ 1432394 w 1805560"/>
                    <a:gd name="connsiteY21-1114" fmla="*/ 21247 h 2471620"/>
                    <a:gd name="connsiteX0-1115" fmla="*/ 1432394 w 1805560"/>
                    <a:gd name="connsiteY0-1116" fmla="*/ 21247 h 2471620"/>
                    <a:gd name="connsiteX1-1117" fmla="*/ 1249514 w 1805560"/>
                    <a:gd name="connsiteY1-1118" fmla="*/ 80683 h 2471620"/>
                    <a:gd name="connsiteX2-1119" fmla="*/ 970622 w 1805560"/>
                    <a:gd name="connsiteY2-1120" fmla="*/ 281851 h 2471620"/>
                    <a:gd name="connsiteX3-1121" fmla="*/ 705446 w 1805560"/>
                    <a:gd name="connsiteY3-1122" fmla="*/ 766483 h 2471620"/>
                    <a:gd name="connsiteX4-1123" fmla="*/ 559142 w 1805560"/>
                    <a:gd name="connsiteY4-1124" fmla="*/ 1223683 h 2471620"/>
                    <a:gd name="connsiteX5-1125" fmla="*/ 335114 w 1805560"/>
                    <a:gd name="connsiteY5-1126" fmla="*/ 1722031 h 2471620"/>
                    <a:gd name="connsiteX6-1127" fmla="*/ 143090 w 1805560"/>
                    <a:gd name="connsiteY6-1128" fmla="*/ 1923199 h 2471620"/>
                    <a:gd name="connsiteX7-1129" fmla="*/ 42506 w 1805560"/>
                    <a:gd name="connsiteY7-1130" fmla="*/ 2032927 h 2471620"/>
                    <a:gd name="connsiteX8-1131" fmla="*/ 1358 w 1805560"/>
                    <a:gd name="connsiteY8-1132" fmla="*/ 2151799 h 2471620"/>
                    <a:gd name="connsiteX9-1133" fmla="*/ 24218 w 1805560"/>
                    <a:gd name="connsiteY9-1134" fmla="*/ 2256955 h 2471620"/>
                    <a:gd name="connsiteX10-1135" fmla="*/ 156806 w 1805560"/>
                    <a:gd name="connsiteY10-1136" fmla="*/ 2352967 h 2471620"/>
                    <a:gd name="connsiteX11-1137" fmla="*/ 367118 w 1805560"/>
                    <a:gd name="connsiteY11-1138" fmla="*/ 2416975 h 2471620"/>
                    <a:gd name="connsiteX12-1139" fmla="*/ 664298 w 1805560"/>
                    <a:gd name="connsiteY12-1140" fmla="*/ 2467267 h 2471620"/>
                    <a:gd name="connsiteX13-1141" fmla="*/ 1094066 w 1805560"/>
                    <a:gd name="connsiteY13-1142" fmla="*/ 2458123 h 2471620"/>
                    <a:gd name="connsiteX14-1143" fmla="*/ 1542122 w 1805560"/>
                    <a:gd name="connsiteY14-1144" fmla="*/ 2371255 h 2471620"/>
                    <a:gd name="connsiteX15-1145" fmla="*/ 1784438 w 1805560"/>
                    <a:gd name="connsiteY15-1146" fmla="*/ 2119795 h 2471620"/>
                    <a:gd name="connsiteX16-1147" fmla="*/ 1793582 w 1805560"/>
                    <a:gd name="connsiteY16-1148" fmla="*/ 1022515 h 2471620"/>
                    <a:gd name="connsiteX17-1149" fmla="*/ 1789010 w 1805560"/>
                    <a:gd name="connsiteY17-1150" fmla="*/ 249847 h 2471620"/>
                    <a:gd name="connsiteX18-1151" fmla="*/ 1743290 w 1805560"/>
                    <a:gd name="connsiteY18-1152" fmla="*/ 53251 h 2471620"/>
                    <a:gd name="connsiteX19-1153" fmla="*/ 1651850 w 1805560"/>
                    <a:gd name="connsiteY19-1154" fmla="*/ 2959 h 2471620"/>
                    <a:gd name="connsiteX20-1155" fmla="*/ 1505546 w 1805560"/>
                    <a:gd name="connsiteY20-1156" fmla="*/ 7531 h 2471620"/>
                    <a:gd name="connsiteX21-1157" fmla="*/ 1432394 w 1805560"/>
                    <a:gd name="connsiteY21-1158" fmla="*/ 21247 h 2471620"/>
                    <a:gd name="connsiteX0-1159" fmla="*/ 1432394 w 1805560"/>
                    <a:gd name="connsiteY0-1160" fmla="*/ 21247 h 2471620"/>
                    <a:gd name="connsiteX1-1161" fmla="*/ 1249514 w 1805560"/>
                    <a:gd name="connsiteY1-1162" fmla="*/ 80683 h 2471620"/>
                    <a:gd name="connsiteX2-1163" fmla="*/ 970622 w 1805560"/>
                    <a:gd name="connsiteY2-1164" fmla="*/ 281851 h 2471620"/>
                    <a:gd name="connsiteX3-1165" fmla="*/ 705446 w 1805560"/>
                    <a:gd name="connsiteY3-1166" fmla="*/ 766483 h 2471620"/>
                    <a:gd name="connsiteX4-1167" fmla="*/ 559142 w 1805560"/>
                    <a:gd name="connsiteY4-1168" fmla="*/ 1223683 h 2471620"/>
                    <a:gd name="connsiteX5-1169" fmla="*/ 335114 w 1805560"/>
                    <a:gd name="connsiteY5-1170" fmla="*/ 1722031 h 2471620"/>
                    <a:gd name="connsiteX6-1171" fmla="*/ 143090 w 1805560"/>
                    <a:gd name="connsiteY6-1172" fmla="*/ 1923199 h 2471620"/>
                    <a:gd name="connsiteX7-1173" fmla="*/ 42506 w 1805560"/>
                    <a:gd name="connsiteY7-1174" fmla="*/ 2032927 h 2471620"/>
                    <a:gd name="connsiteX8-1175" fmla="*/ 1358 w 1805560"/>
                    <a:gd name="connsiteY8-1176" fmla="*/ 2151799 h 2471620"/>
                    <a:gd name="connsiteX9-1177" fmla="*/ 24218 w 1805560"/>
                    <a:gd name="connsiteY9-1178" fmla="*/ 2256955 h 2471620"/>
                    <a:gd name="connsiteX10-1179" fmla="*/ 156806 w 1805560"/>
                    <a:gd name="connsiteY10-1180" fmla="*/ 2352967 h 2471620"/>
                    <a:gd name="connsiteX11-1181" fmla="*/ 367118 w 1805560"/>
                    <a:gd name="connsiteY11-1182" fmla="*/ 2416975 h 2471620"/>
                    <a:gd name="connsiteX12-1183" fmla="*/ 664298 w 1805560"/>
                    <a:gd name="connsiteY12-1184" fmla="*/ 2467267 h 2471620"/>
                    <a:gd name="connsiteX13-1185" fmla="*/ 1094066 w 1805560"/>
                    <a:gd name="connsiteY13-1186" fmla="*/ 2458123 h 2471620"/>
                    <a:gd name="connsiteX14-1187" fmla="*/ 1542122 w 1805560"/>
                    <a:gd name="connsiteY14-1188" fmla="*/ 2371255 h 2471620"/>
                    <a:gd name="connsiteX15-1189" fmla="*/ 1784438 w 1805560"/>
                    <a:gd name="connsiteY15-1190" fmla="*/ 2119795 h 2471620"/>
                    <a:gd name="connsiteX16-1191" fmla="*/ 1793582 w 1805560"/>
                    <a:gd name="connsiteY16-1192" fmla="*/ 1022515 h 2471620"/>
                    <a:gd name="connsiteX17-1193" fmla="*/ 1789010 w 1805560"/>
                    <a:gd name="connsiteY17-1194" fmla="*/ 249847 h 2471620"/>
                    <a:gd name="connsiteX18-1195" fmla="*/ 1743290 w 1805560"/>
                    <a:gd name="connsiteY18-1196" fmla="*/ 53251 h 2471620"/>
                    <a:gd name="connsiteX19-1197" fmla="*/ 1651850 w 1805560"/>
                    <a:gd name="connsiteY19-1198" fmla="*/ 2959 h 2471620"/>
                    <a:gd name="connsiteX20-1199" fmla="*/ 1505546 w 1805560"/>
                    <a:gd name="connsiteY20-1200" fmla="*/ 7531 h 2471620"/>
                    <a:gd name="connsiteX21-1201" fmla="*/ 1432394 w 1805560"/>
                    <a:gd name="connsiteY21-1202" fmla="*/ 21247 h 2471620"/>
                    <a:gd name="connsiteX0-1203" fmla="*/ 1432394 w 1805560"/>
                    <a:gd name="connsiteY0-1204" fmla="*/ 21247 h 2471620"/>
                    <a:gd name="connsiteX1-1205" fmla="*/ 1249514 w 1805560"/>
                    <a:gd name="connsiteY1-1206" fmla="*/ 80683 h 2471620"/>
                    <a:gd name="connsiteX2-1207" fmla="*/ 970622 w 1805560"/>
                    <a:gd name="connsiteY2-1208" fmla="*/ 281851 h 2471620"/>
                    <a:gd name="connsiteX3-1209" fmla="*/ 705446 w 1805560"/>
                    <a:gd name="connsiteY3-1210" fmla="*/ 766483 h 2471620"/>
                    <a:gd name="connsiteX4-1211" fmla="*/ 559142 w 1805560"/>
                    <a:gd name="connsiteY4-1212" fmla="*/ 1223683 h 2471620"/>
                    <a:gd name="connsiteX5-1213" fmla="*/ 335114 w 1805560"/>
                    <a:gd name="connsiteY5-1214" fmla="*/ 1722031 h 2471620"/>
                    <a:gd name="connsiteX6-1215" fmla="*/ 143090 w 1805560"/>
                    <a:gd name="connsiteY6-1216" fmla="*/ 1923199 h 2471620"/>
                    <a:gd name="connsiteX7-1217" fmla="*/ 42506 w 1805560"/>
                    <a:gd name="connsiteY7-1218" fmla="*/ 2032927 h 2471620"/>
                    <a:gd name="connsiteX8-1219" fmla="*/ 1358 w 1805560"/>
                    <a:gd name="connsiteY8-1220" fmla="*/ 2151799 h 2471620"/>
                    <a:gd name="connsiteX9-1221" fmla="*/ 24218 w 1805560"/>
                    <a:gd name="connsiteY9-1222" fmla="*/ 2256955 h 2471620"/>
                    <a:gd name="connsiteX10-1223" fmla="*/ 156806 w 1805560"/>
                    <a:gd name="connsiteY10-1224" fmla="*/ 2352967 h 2471620"/>
                    <a:gd name="connsiteX11-1225" fmla="*/ 367118 w 1805560"/>
                    <a:gd name="connsiteY11-1226" fmla="*/ 2416975 h 2471620"/>
                    <a:gd name="connsiteX12-1227" fmla="*/ 664298 w 1805560"/>
                    <a:gd name="connsiteY12-1228" fmla="*/ 2467267 h 2471620"/>
                    <a:gd name="connsiteX13-1229" fmla="*/ 1094066 w 1805560"/>
                    <a:gd name="connsiteY13-1230" fmla="*/ 2458123 h 2471620"/>
                    <a:gd name="connsiteX14-1231" fmla="*/ 1542122 w 1805560"/>
                    <a:gd name="connsiteY14-1232" fmla="*/ 2371255 h 2471620"/>
                    <a:gd name="connsiteX15-1233" fmla="*/ 1784438 w 1805560"/>
                    <a:gd name="connsiteY15-1234" fmla="*/ 2119795 h 2471620"/>
                    <a:gd name="connsiteX16-1235" fmla="*/ 1793582 w 1805560"/>
                    <a:gd name="connsiteY16-1236" fmla="*/ 1022515 h 2471620"/>
                    <a:gd name="connsiteX17-1237" fmla="*/ 1789010 w 1805560"/>
                    <a:gd name="connsiteY17-1238" fmla="*/ 249847 h 2471620"/>
                    <a:gd name="connsiteX18-1239" fmla="*/ 1743290 w 1805560"/>
                    <a:gd name="connsiteY18-1240" fmla="*/ 53251 h 2471620"/>
                    <a:gd name="connsiteX19-1241" fmla="*/ 1651850 w 1805560"/>
                    <a:gd name="connsiteY19-1242" fmla="*/ 2959 h 2471620"/>
                    <a:gd name="connsiteX20-1243" fmla="*/ 1505546 w 1805560"/>
                    <a:gd name="connsiteY20-1244" fmla="*/ 7531 h 2471620"/>
                    <a:gd name="connsiteX21-1245" fmla="*/ 1432394 w 1805560"/>
                    <a:gd name="connsiteY21-1246" fmla="*/ 21247 h 2471620"/>
                    <a:gd name="connsiteX0-1247" fmla="*/ 1432394 w 1805560"/>
                    <a:gd name="connsiteY0-1248" fmla="*/ 21247 h 2471620"/>
                    <a:gd name="connsiteX1-1249" fmla="*/ 1249514 w 1805560"/>
                    <a:gd name="connsiteY1-1250" fmla="*/ 80683 h 2471620"/>
                    <a:gd name="connsiteX2-1251" fmla="*/ 970622 w 1805560"/>
                    <a:gd name="connsiteY2-1252" fmla="*/ 281851 h 2471620"/>
                    <a:gd name="connsiteX3-1253" fmla="*/ 705446 w 1805560"/>
                    <a:gd name="connsiteY3-1254" fmla="*/ 766483 h 2471620"/>
                    <a:gd name="connsiteX4-1255" fmla="*/ 559142 w 1805560"/>
                    <a:gd name="connsiteY4-1256" fmla="*/ 1223683 h 2471620"/>
                    <a:gd name="connsiteX5-1257" fmla="*/ 335114 w 1805560"/>
                    <a:gd name="connsiteY5-1258" fmla="*/ 1722031 h 2471620"/>
                    <a:gd name="connsiteX6-1259" fmla="*/ 143090 w 1805560"/>
                    <a:gd name="connsiteY6-1260" fmla="*/ 1923199 h 2471620"/>
                    <a:gd name="connsiteX7-1261" fmla="*/ 42506 w 1805560"/>
                    <a:gd name="connsiteY7-1262" fmla="*/ 2032927 h 2471620"/>
                    <a:gd name="connsiteX8-1263" fmla="*/ 1358 w 1805560"/>
                    <a:gd name="connsiteY8-1264" fmla="*/ 2151799 h 2471620"/>
                    <a:gd name="connsiteX9-1265" fmla="*/ 24218 w 1805560"/>
                    <a:gd name="connsiteY9-1266" fmla="*/ 2256955 h 2471620"/>
                    <a:gd name="connsiteX10-1267" fmla="*/ 156806 w 1805560"/>
                    <a:gd name="connsiteY10-1268" fmla="*/ 2352967 h 2471620"/>
                    <a:gd name="connsiteX11-1269" fmla="*/ 367118 w 1805560"/>
                    <a:gd name="connsiteY11-1270" fmla="*/ 2416975 h 2471620"/>
                    <a:gd name="connsiteX12-1271" fmla="*/ 664298 w 1805560"/>
                    <a:gd name="connsiteY12-1272" fmla="*/ 2467267 h 2471620"/>
                    <a:gd name="connsiteX13-1273" fmla="*/ 1094066 w 1805560"/>
                    <a:gd name="connsiteY13-1274" fmla="*/ 2458123 h 2471620"/>
                    <a:gd name="connsiteX14-1275" fmla="*/ 1542122 w 1805560"/>
                    <a:gd name="connsiteY14-1276" fmla="*/ 2371255 h 2471620"/>
                    <a:gd name="connsiteX15-1277" fmla="*/ 1784438 w 1805560"/>
                    <a:gd name="connsiteY15-1278" fmla="*/ 2119795 h 2471620"/>
                    <a:gd name="connsiteX16-1279" fmla="*/ 1793582 w 1805560"/>
                    <a:gd name="connsiteY16-1280" fmla="*/ 1022515 h 2471620"/>
                    <a:gd name="connsiteX17-1281" fmla="*/ 1789010 w 1805560"/>
                    <a:gd name="connsiteY17-1282" fmla="*/ 249847 h 2471620"/>
                    <a:gd name="connsiteX18-1283" fmla="*/ 1743290 w 1805560"/>
                    <a:gd name="connsiteY18-1284" fmla="*/ 53251 h 2471620"/>
                    <a:gd name="connsiteX19-1285" fmla="*/ 1651850 w 1805560"/>
                    <a:gd name="connsiteY19-1286" fmla="*/ 2959 h 2471620"/>
                    <a:gd name="connsiteX20-1287" fmla="*/ 1505546 w 1805560"/>
                    <a:gd name="connsiteY20-1288" fmla="*/ 7531 h 2471620"/>
                    <a:gd name="connsiteX21-1289" fmla="*/ 1432394 w 1805560"/>
                    <a:gd name="connsiteY21-1290" fmla="*/ 21247 h 2471620"/>
                    <a:gd name="connsiteX0-1291" fmla="*/ 1432394 w 1805560"/>
                    <a:gd name="connsiteY0-1292" fmla="*/ 21247 h 2471620"/>
                    <a:gd name="connsiteX1-1293" fmla="*/ 1249514 w 1805560"/>
                    <a:gd name="connsiteY1-1294" fmla="*/ 80683 h 2471620"/>
                    <a:gd name="connsiteX2-1295" fmla="*/ 970622 w 1805560"/>
                    <a:gd name="connsiteY2-1296" fmla="*/ 281851 h 2471620"/>
                    <a:gd name="connsiteX3-1297" fmla="*/ 705446 w 1805560"/>
                    <a:gd name="connsiteY3-1298" fmla="*/ 766483 h 2471620"/>
                    <a:gd name="connsiteX4-1299" fmla="*/ 559142 w 1805560"/>
                    <a:gd name="connsiteY4-1300" fmla="*/ 1223683 h 2471620"/>
                    <a:gd name="connsiteX5-1301" fmla="*/ 335114 w 1805560"/>
                    <a:gd name="connsiteY5-1302" fmla="*/ 1722031 h 2471620"/>
                    <a:gd name="connsiteX6-1303" fmla="*/ 143090 w 1805560"/>
                    <a:gd name="connsiteY6-1304" fmla="*/ 1923199 h 2471620"/>
                    <a:gd name="connsiteX7-1305" fmla="*/ 42506 w 1805560"/>
                    <a:gd name="connsiteY7-1306" fmla="*/ 2032927 h 2471620"/>
                    <a:gd name="connsiteX8-1307" fmla="*/ 1358 w 1805560"/>
                    <a:gd name="connsiteY8-1308" fmla="*/ 2151799 h 2471620"/>
                    <a:gd name="connsiteX9-1309" fmla="*/ 24218 w 1805560"/>
                    <a:gd name="connsiteY9-1310" fmla="*/ 2256955 h 2471620"/>
                    <a:gd name="connsiteX10-1311" fmla="*/ 156806 w 1805560"/>
                    <a:gd name="connsiteY10-1312" fmla="*/ 2352967 h 2471620"/>
                    <a:gd name="connsiteX11-1313" fmla="*/ 367118 w 1805560"/>
                    <a:gd name="connsiteY11-1314" fmla="*/ 2416975 h 2471620"/>
                    <a:gd name="connsiteX12-1315" fmla="*/ 664298 w 1805560"/>
                    <a:gd name="connsiteY12-1316" fmla="*/ 2467267 h 2471620"/>
                    <a:gd name="connsiteX13-1317" fmla="*/ 1094066 w 1805560"/>
                    <a:gd name="connsiteY13-1318" fmla="*/ 2458123 h 2471620"/>
                    <a:gd name="connsiteX14-1319" fmla="*/ 1542122 w 1805560"/>
                    <a:gd name="connsiteY14-1320" fmla="*/ 2371255 h 2471620"/>
                    <a:gd name="connsiteX15-1321" fmla="*/ 1784438 w 1805560"/>
                    <a:gd name="connsiteY15-1322" fmla="*/ 2119795 h 2471620"/>
                    <a:gd name="connsiteX16-1323" fmla="*/ 1793582 w 1805560"/>
                    <a:gd name="connsiteY16-1324" fmla="*/ 1022515 h 2471620"/>
                    <a:gd name="connsiteX17-1325" fmla="*/ 1789010 w 1805560"/>
                    <a:gd name="connsiteY17-1326" fmla="*/ 249847 h 2471620"/>
                    <a:gd name="connsiteX18-1327" fmla="*/ 1743290 w 1805560"/>
                    <a:gd name="connsiteY18-1328" fmla="*/ 53251 h 2471620"/>
                    <a:gd name="connsiteX19-1329" fmla="*/ 1651850 w 1805560"/>
                    <a:gd name="connsiteY19-1330" fmla="*/ 2959 h 2471620"/>
                    <a:gd name="connsiteX20-1331" fmla="*/ 1505546 w 1805560"/>
                    <a:gd name="connsiteY20-1332" fmla="*/ 7531 h 2471620"/>
                    <a:gd name="connsiteX21-1333" fmla="*/ 1432394 w 1805560"/>
                    <a:gd name="connsiteY21-1334" fmla="*/ 21247 h 2471620"/>
                    <a:gd name="connsiteX0-1335" fmla="*/ 1432394 w 1805560"/>
                    <a:gd name="connsiteY0-1336" fmla="*/ 21247 h 2471620"/>
                    <a:gd name="connsiteX1-1337" fmla="*/ 1249514 w 1805560"/>
                    <a:gd name="connsiteY1-1338" fmla="*/ 80683 h 2471620"/>
                    <a:gd name="connsiteX2-1339" fmla="*/ 970622 w 1805560"/>
                    <a:gd name="connsiteY2-1340" fmla="*/ 281851 h 2471620"/>
                    <a:gd name="connsiteX3-1341" fmla="*/ 705446 w 1805560"/>
                    <a:gd name="connsiteY3-1342" fmla="*/ 766483 h 2471620"/>
                    <a:gd name="connsiteX4-1343" fmla="*/ 559142 w 1805560"/>
                    <a:gd name="connsiteY4-1344" fmla="*/ 1223683 h 2471620"/>
                    <a:gd name="connsiteX5-1345" fmla="*/ 335114 w 1805560"/>
                    <a:gd name="connsiteY5-1346" fmla="*/ 1722031 h 2471620"/>
                    <a:gd name="connsiteX6-1347" fmla="*/ 143090 w 1805560"/>
                    <a:gd name="connsiteY6-1348" fmla="*/ 1923199 h 2471620"/>
                    <a:gd name="connsiteX7-1349" fmla="*/ 42506 w 1805560"/>
                    <a:gd name="connsiteY7-1350" fmla="*/ 2032927 h 2471620"/>
                    <a:gd name="connsiteX8-1351" fmla="*/ 1358 w 1805560"/>
                    <a:gd name="connsiteY8-1352" fmla="*/ 2151799 h 2471620"/>
                    <a:gd name="connsiteX9-1353" fmla="*/ 24218 w 1805560"/>
                    <a:gd name="connsiteY9-1354" fmla="*/ 2256955 h 2471620"/>
                    <a:gd name="connsiteX10-1355" fmla="*/ 156806 w 1805560"/>
                    <a:gd name="connsiteY10-1356" fmla="*/ 2352967 h 2471620"/>
                    <a:gd name="connsiteX11-1357" fmla="*/ 367118 w 1805560"/>
                    <a:gd name="connsiteY11-1358" fmla="*/ 2416975 h 2471620"/>
                    <a:gd name="connsiteX12-1359" fmla="*/ 664298 w 1805560"/>
                    <a:gd name="connsiteY12-1360" fmla="*/ 2467267 h 2471620"/>
                    <a:gd name="connsiteX13-1361" fmla="*/ 1094066 w 1805560"/>
                    <a:gd name="connsiteY13-1362" fmla="*/ 2458123 h 2471620"/>
                    <a:gd name="connsiteX14-1363" fmla="*/ 1542122 w 1805560"/>
                    <a:gd name="connsiteY14-1364" fmla="*/ 2371255 h 2471620"/>
                    <a:gd name="connsiteX15-1365" fmla="*/ 1784438 w 1805560"/>
                    <a:gd name="connsiteY15-1366" fmla="*/ 2119795 h 2471620"/>
                    <a:gd name="connsiteX16-1367" fmla="*/ 1793582 w 1805560"/>
                    <a:gd name="connsiteY16-1368" fmla="*/ 1022515 h 2471620"/>
                    <a:gd name="connsiteX17-1369" fmla="*/ 1789010 w 1805560"/>
                    <a:gd name="connsiteY17-1370" fmla="*/ 249847 h 2471620"/>
                    <a:gd name="connsiteX18-1371" fmla="*/ 1743290 w 1805560"/>
                    <a:gd name="connsiteY18-1372" fmla="*/ 53251 h 2471620"/>
                    <a:gd name="connsiteX19-1373" fmla="*/ 1651850 w 1805560"/>
                    <a:gd name="connsiteY19-1374" fmla="*/ 2959 h 2471620"/>
                    <a:gd name="connsiteX20-1375" fmla="*/ 1505546 w 1805560"/>
                    <a:gd name="connsiteY20-1376" fmla="*/ 7531 h 2471620"/>
                    <a:gd name="connsiteX21-1377" fmla="*/ 1432394 w 1805560"/>
                    <a:gd name="connsiteY21-1378" fmla="*/ 21247 h 2471620"/>
                    <a:gd name="connsiteX0-1379" fmla="*/ 1432394 w 1805560"/>
                    <a:gd name="connsiteY0-1380" fmla="*/ 21247 h 2471620"/>
                    <a:gd name="connsiteX1-1381" fmla="*/ 1249514 w 1805560"/>
                    <a:gd name="connsiteY1-1382" fmla="*/ 80683 h 2471620"/>
                    <a:gd name="connsiteX2-1383" fmla="*/ 970622 w 1805560"/>
                    <a:gd name="connsiteY2-1384" fmla="*/ 281851 h 2471620"/>
                    <a:gd name="connsiteX3-1385" fmla="*/ 705446 w 1805560"/>
                    <a:gd name="connsiteY3-1386" fmla="*/ 766483 h 2471620"/>
                    <a:gd name="connsiteX4-1387" fmla="*/ 559142 w 1805560"/>
                    <a:gd name="connsiteY4-1388" fmla="*/ 1223683 h 2471620"/>
                    <a:gd name="connsiteX5-1389" fmla="*/ 335114 w 1805560"/>
                    <a:gd name="connsiteY5-1390" fmla="*/ 1722031 h 2471620"/>
                    <a:gd name="connsiteX6-1391" fmla="*/ 143090 w 1805560"/>
                    <a:gd name="connsiteY6-1392" fmla="*/ 1923199 h 2471620"/>
                    <a:gd name="connsiteX7-1393" fmla="*/ 42506 w 1805560"/>
                    <a:gd name="connsiteY7-1394" fmla="*/ 2032927 h 2471620"/>
                    <a:gd name="connsiteX8-1395" fmla="*/ 1358 w 1805560"/>
                    <a:gd name="connsiteY8-1396" fmla="*/ 2151799 h 2471620"/>
                    <a:gd name="connsiteX9-1397" fmla="*/ 24218 w 1805560"/>
                    <a:gd name="connsiteY9-1398" fmla="*/ 2256955 h 2471620"/>
                    <a:gd name="connsiteX10-1399" fmla="*/ 156806 w 1805560"/>
                    <a:gd name="connsiteY10-1400" fmla="*/ 2352967 h 2471620"/>
                    <a:gd name="connsiteX11-1401" fmla="*/ 367118 w 1805560"/>
                    <a:gd name="connsiteY11-1402" fmla="*/ 2416975 h 2471620"/>
                    <a:gd name="connsiteX12-1403" fmla="*/ 664298 w 1805560"/>
                    <a:gd name="connsiteY12-1404" fmla="*/ 2467267 h 2471620"/>
                    <a:gd name="connsiteX13-1405" fmla="*/ 1094066 w 1805560"/>
                    <a:gd name="connsiteY13-1406" fmla="*/ 2458123 h 2471620"/>
                    <a:gd name="connsiteX14-1407" fmla="*/ 1542122 w 1805560"/>
                    <a:gd name="connsiteY14-1408" fmla="*/ 2371255 h 2471620"/>
                    <a:gd name="connsiteX15-1409" fmla="*/ 1784438 w 1805560"/>
                    <a:gd name="connsiteY15-1410" fmla="*/ 2119795 h 2471620"/>
                    <a:gd name="connsiteX16-1411" fmla="*/ 1793582 w 1805560"/>
                    <a:gd name="connsiteY16-1412" fmla="*/ 1022515 h 2471620"/>
                    <a:gd name="connsiteX17-1413" fmla="*/ 1789010 w 1805560"/>
                    <a:gd name="connsiteY17-1414" fmla="*/ 249847 h 2471620"/>
                    <a:gd name="connsiteX18-1415" fmla="*/ 1743290 w 1805560"/>
                    <a:gd name="connsiteY18-1416" fmla="*/ 53251 h 2471620"/>
                    <a:gd name="connsiteX19-1417" fmla="*/ 1651850 w 1805560"/>
                    <a:gd name="connsiteY19-1418" fmla="*/ 2959 h 2471620"/>
                    <a:gd name="connsiteX20-1419" fmla="*/ 1505546 w 1805560"/>
                    <a:gd name="connsiteY20-1420" fmla="*/ 7531 h 2471620"/>
                    <a:gd name="connsiteX21-1421" fmla="*/ 1432394 w 1805560"/>
                    <a:gd name="connsiteY21-1422" fmla="*/ 21247 h 2471620"/>
                    <a:gd name="connsiteX0-1423" fmla="*/ 1432394 w 1805560"/>
                    <a:gd name="connsiteY0-1424" fmla="*/ 21247 h 2471620"/>
                    <a:gd name="connsiteX1-1425" fmla="*/ 1286090 w 1805560"/>
                    <a:gd name="connsiteY1-1426" fmla="*/ 39535 h 2471620"/>
                    <a:gd name="connsiteX2-1427" fmla="*/ 970622 w 1805560"/>
                    <a:gd name="connsiteY2-1428" fmla="*/ 281851 h 2471620"/>
                    <a:gd name="connsiteX3-1429" fmla="*/ 705446 w 1805560"/>
                    <a:gd name="connsiteY3-1430" fmla="*/ 766483 h 2471620"/>
                    <a:gd name="connsiteX4-1431" fmla="*/ 559142 w 1805560"/>
                    <a:gd name="connsiteY4-1432" fmla="*/ 1223683 h 2471620"/>
                    <a:gd name="connsiteX5-1433" fmla="*/ 335114 w 1805560"/>
                    <a:gd name="connsiteY5-1434" fmla="*/ 1722031 h 2471620"/>
                    <a:gd name="connsiteX6-1435" fmla="*/ 143090 w 1805560"/>
                    <a:gd name="connsiteY6-1436" fmla="*/ 1923199 h 2471620"/>
                    <a:gd name="connsiteX7-1437" fmla="*/ 42506 w 1805560"/>
                    <a:gd name="connsiteY7-1438" fmla="*/ 2032927 h 2471620"/>
                    <a:gd name="connsiteX8-1439" fmla="*/ 1358 w 1805560"/>
                    <a:gd name="connsiteY8-1440" fmla="*/ 2151799 h 2471620"/>
                    <a:gd name="connsiteX9-1441" fmla="*/ 24218 w 1805560"/>
                    <a:gd name="connsiteY9-1442" fmla="*/ 2256955 h 2471620"/>
                    <a:gd name="connsiteX10-1443" fmla="*/ 156806 w 1805560"/>
                    <a:gd name="connsiteY10-1444" fmla="*/ 2352967 h 2471620"/>
                    <a:gd name="connsiteX11-1445" fmla="*/ 367118 w 1805560"/>
                    <a:gd name="connsiteY11-1446" fmla="*/ 2416975 h 2471620"/>
                    <a:gd name="connsiteX12-1447" fmla="*/ 664298 w 1805560"/>
                    <a:gd name="connsiteY12-1448" fmla="*/ 2467267 h 2471620"/>
                    <a:gd name="connsiteX13-1449" fmla="*/ 1094066 w 1805560"/>
                    <a:gd name="connsiteY13-1450" fmla="*/ 2458123 h 2471620"/>
                    <a:gd name="connsiteX14-1451" fmla="*/ 1542122 w 1805560"/>
                    <a:gd name="connsiteY14-1452" fmla="*/ 2371255 h 2471620"/>
                    <a:gd name="connsiteX15-1453" fmla="*/ 1784438 w 1805560"/>
                    <a:gd name="connsiteY15-1454" fmla="*/ 2119795 h 2471620"/>
                    <a:gd name="connsiteX16-1455" fmla="*/ 1793582 w 1805560"/>
                    <a:gd name="connsiteY16-1456" fmla="*/ 1022515 h 2471620"/>
                    <a:gd name="connsiteX17-1457" fmla="*/ 1789010 w 1805560"/>
                    <a:gd name="connsiteY17-1458" fmla="*/ 249847 h 2471620"/>
                    <a:gd name="connsiteX18-1459" fmla="*/ 1743290 w 1805560"/>
                    <a:gd name="connsiteY18-1460" fmla="*/ 53251 h 2471620"/>
                    <a:gd name="connsiteX19-1461" fmla="*/ 1651850 w 1805560"/>
                    <a:gd name="connsiteY19-1462" fmla="*/ 2959 h 2471620"/>
                    <a:gd name="connsiteX20-1463" fmla="*/ 1505546 w 1805560"/>
                    <a:gd name="connsiteY20-1464" fmla="*/ 7531 h 2471620"/>
                    <a:gd name="connsiteX21-1465" fmla="*/ 1432394 w 1805560"/>
                    <a:gd name="connsiteY21-1466" fmla="*/ 21247 h 2471620"/>
                    <a:gd name="connsiteX0-1467" fmla="*/ 1441538 w 1805560"/>
                    <a:gd name="connsiteY0-1468" fmla="*/ 7180 h 2471269"/>
                    <a:gd name="connsiteX1-1469" fmla="*/ 1286090 w 1805560"/>
                    <a:gd name="connsiteY1-1470" fmla="*/ 39184 h 2471269"/>
                    <a:gd name="connsiteX2-1471" fmla="*/ 970622 w 1805560"/>
                    <a:gd name="connsiteY2-1472" fmla="*/ 281500 h 2471269"/>
                    <a:gd name="connsiteX3-1473" fmla="*/ 705446 w 1805560"/>
                    <a:gd name="connsiteY3-1474" fmla="*/ 766132 h 2471269"/>
                    <a:gd name="connsiteX4-1475" fmla="*/ 559142 w 1805560"/>
                    <a:gd name="connsiteY4-1476" fmla="*/ 1223332 h 2471269"/>
                    <a:gd name="connsiteX5-1477" fmla="*/ 335114 w 1805560"/>
                    <a:gd name="connsiteY5-1478" fmla="*/ 1721680 h 2471269"/>
                    <a:gd name="connsiteX6-1479" fmla="*/ 143090 w 1805560"/>
                    <a:gd name="connsiteY6-1480" fmla="*/ 1922848 h 2471269"/>
                    <a:gd name="connsiteX7-1481" fmla="*/ 42506 w 1805560"/>
                    <a:gd name="connsiteY7-1482" fmla="*/ 2032576 h 2471269"/>
                    <a:gd name="connsiteX8-1483" fmla="*/ 1358 w 1805560"/>
                    <a:gd name="connsiteY8-1484" fmla="*/ 2151448 h 2471269"/>
                    <a:gd name="connsiteX9-1485" fmla="*/ 24218 w 1805560"/>
                    <a:gd name="connsiteY9-1486" fmla="*/ 2256604 h 2471269"/>
                    <a:gd name="connsiteX10-1487" fmla="*/ 156806 w 1805560"/>
                    <a:gd name="connsiteY10-1488" fmla="*/ 2352616 h 2471269"/>
                    <a:gd name="connsiteX11-1489" fmla="*/ 367118 w 1805560"/>
                    <a:gd name="connsiteY11-1490" fmla="*/ 2416624 h 2471269"/>
                    <a:gd name="connsiteX12-1491" fmla="*/ 664298 w 1805560"/>
                    <a:gd name="connsiteY12-1492" fmla="*/ 2466916 h 2471269"/>
                    <a:gd name="connsiteX13-1493" fmla="*/ 1094066 w 1805560"/>
                    <a:gd name="connsiteY13-1494" fmla="*/ 2457772 h 2471269"/>
                    <a:gd name="connsiteX14-1495" fmla="*/ 1542122 w 1805560"/>
                    <a:gd name="connsiteY14-1496" fmla="*/ 2370904 h 2471269"/>
                    <a:gd name="connsiteX15-1497" fmla="*/ 1784438 w 1805560"/>
                    <a:gd name="connsiteY15-1498" fmla="*/ 2119444 h 2471269"/>
                    <a:gd name="connsiteX16-1499" fmla="*/ 1793582 w 1805560"/>
                    <a:gd name="connsiteY16-1500" fmla="*/ 1022164 h 2471269"/>
                    <a:gd name="connsiteX17-1501" fmla="*/ 1789010 w 1805560"/>
                    <a:gd name="connsiteY17-1502" fmla="*/ 249496 h 2471269"/>
                    <a:gd name="connsiteX18-1503" fmla="*/ 1743290 w 1805560"/>
                    <a:gd name="connsiteY18-1504" fmla="*/ 52900 h 2471269"/>
                    <a:gd name="connsiteX19-1505" fmla="*/ 1651850 w 1805560"/>
                    <a:gd name="connsiteY19-1506" fmla="*/ 2608 h 2471269"/>
                    <a:gd name="connsiteX20-1507" fmla="*/ 1505546 w 1805560"/>
                    <a:gd name="connsiteY20-1508" fmla="*/ 7180 h 2471269"/>
                    <a:gd name="connsiteX21-1509" fmla="*/ 1441538 w 1805560"/>
                    <a:gd name="connsiteY21-1510" fmla="*/ 7180 h 2471269"/>
                    <a:gd name="connsiteX0-1511" fmla="*/ 1441538 w 1805560"/>
                    <a:gd name="connsiteY0-1512" fmla="*/ 10578 h 2474667"/>
                    <a:gd name="connsiteX1-1513" fmla="*/ 1286090 w 1805560"/>
                    <a:gd name="connsiteY1-1514" fmla="*/ 42582 h 2474667"/>
                    <a:gd name="connsiteX2-1515" fmla="*/ 970622 w 1805560"/>
                    <a:gd name="connsiteY2-1516" fmla="*/ 284898 h 2474667"/>
                    <a:gd name="connsiteX3-1517" fmla="*/ 705446 w 1805560"/>
                    <a:gd name="connsiteY3-1518" fmla="*/ 769530 h 2474667"/>
                    <a:gd name="connsiteX4-1519" fmla="*/ 559142 w 1805560"/>
                    <a:gd name="connsiteY4-1520" fmla="*/ 1226730 h 2474667"/>
                    <a:gd name="connsiteX5-1521" fmla="*/ 335114 w 1805560"/>
                    <a:gd name="connsiteY5-1522" fmla="*/ 1725078 h 2474667"/>
                    <a:gd name="connsiteX6-1523" fmla="*/ 143090 w 1805560"/>
                    <a:gd name="connsiteY6-1524" fmla="*/ 1926246 h 2474667"/>
                    <a:gd name="connsiteX7-1525" fmla="*/ 42506 w 1805560"/>
                    <a:gd name="connsiteY7-1526" fmla="*/ 2035974 h 2474667"/>
                    <a:gd name="connsiteX8-1527" fmla="*/ 1358 w 1805560"/>
                    <a:gd name="connsiteY8-1528" fmla="*/ 2154846 h 2474667"/>
                    <a:gd name="connsiteX9-1529" fmla="*/ 24218 w 1805560"/>
                    <a:gd name="connsiteY9-1530" fmla="*/ 2260002 h 2474667"/>
                    <a:gd name="connsiteX10-1531" fmla="*/ 156806 w 1805560"/>
                    <a:gd name="connsiteY10-1532" fmla="*/ 2356014 h 2474667"/>
                    <a:gd name="connsiteX11-1533" fmla="*/ 367118 w 1805560"/>
                    <a:gd name="connsiteY11-1534" fmla="*/ 2420022 h 2474667"/>
                    <a:gd name="connsiteX12-1535" fmla="*/ 664298 w 1805560"/>
                    <a:gd name="connsiteY12-1536" fmla="*/ 2470314 h 2474667"/>
                    <a:gd name="connsiteX13-1537" fmla="*/ 1094066 w 1805560"/>
                    <a:gd name="connsiteY13-1538" fmla="*/ 2461170 h 2474667"/>
                    <a:gd name="connsiteX14-1539" fmla="*/ 1542122 w 1805560"/>
                    <a:gd name="connsiteY14-1540" fmla="*/ 2374302 h 2474667"/>
                    <a:gd name="connsiteX15-1541" fmla="*/ 1784438 w 1805560"/>
                    <a:gd name="connsiteY15-1542" fmla="*/ 2122842 h 2474667"/>
                    <a:gd name="connsiteX16-1543" fmla="*/ 1793582 w 1805560"/>
                    <a:gd name="connsiteY16-1544" fmla="*/ 1025562 h 2474667"/>
                    <a:gd name="connsiteX17-1545" fmla="*/ 1789010 w 1805560"/>
                    <a:gd name="connsiteY17-1546" fmla="*/ 252894 h 2474667"/>
                    <a:gd name="connsiteX18-1547" fmla="*/ 1743290 w 1805560"/>
                    <a:gd name="connsiteY18-1548" fmla="*/ 56298 h 2474667"/>
                    <a:gd name="connsiteX19-1549" fmla="*/ 1651850 w 1805560"/>
                    <a:gd name="connsiteY19-1550" fmla="*/ 6006 h 2474667"/>
                    <a:gd name="connsiteX20-1551" fmla="*/ 1542122 w 1805560"/>
                    <a:gd name="connsiteY20-1552" fmla="*/ 1434 h 2474667"/>
                    <a:gd name="connsiteX21-1553" fmla="*/ 1441538 w 1805560"/>
                    <a:gd name="connsiteY21-1554" fmla="*/ 10578 h 2474667"/>
                    <a:gd name="connsiteX0-1555" fmla="*/ 1441538 w 1805560"/>
                    <a:gd name="connsiteY0-1556" fmla="*/ 8128 h 2472217"/>
                    <a:gd name="connsiteX1-1557" fmla="*/ 1286090 w 1805560"/>
                    <a:gd name="connsiteY1-1558" fmla="*/ 40132 h 2472217"/>
                    <a:gd name="connsiteX2-1559" fmla="*/ 970622 w 1805560"/>
                    <a:gd name="connsiteY2-1560" fmla="*/ 282448 h 2472217"/>
                    <a:gd name="connsiteX3-1561" fmla="*/ 705446 w 1805560"/>
                    <a:gd name="connsiteY3-1562" fmla="*/ 767080 h 2472217"/>
                    <a:gd name="connsiteX4-1563" fmla="*/ 559142 w 1805560"/>
                    <a:gd name="connsiteY4-1564" fmla="*/ 1224280 h 2472217"/>
                    <a:gd name="connsiteX5-1565" fmla="*/ 335114 w 1805560"/>
                    <a:gd name="connsiteY5-1566" fmla="*/ 1722628 h 2472217"/>
                    <a:gd name="connsiteX6-1567" fmla="*/ 143090 w 1805560"/>
                    <a:gd name="connsiteY6-1568" fmla="*/ 1923796 h 2472217"/>
                    <a:gd name="connsiteX7-1569" fmla="*/ 42506 w 1805560"/>
                    <a:gd name="connsiteY7-1570" fmla="*/ 2033524 h 2472217"/>
                    <a:gd name="connsiteX8-1571" fmla="*/ 1358 w 1805560"/>
                    <a:gd name="connsiteY8-1572" fmla="*/ 2152396 h 2472217"/>
                    <a:gd name="connsiteX9-1573" fmla="*/ 24218 w 1805560"/>
                    <a:gd name="connsiteY9-1574" fmla="*/ 2257552 h 2472217"/>
                    <a:gd name="connsiteX10-1575" fmla="*/ 156806 w 1805560"/>
                    <a:gd name="connsiteY10-1576" fmla="*/ 2353564 h 2472217"/>
                    <a:gd name="connsiteX11-1577" fmla="*/ 367118 w 1805560"/>
                    <a:gd name="connsiteY11-1578" fmla="*/ 2417572 h 2472217"/>
                    <a:gd name="connsiteX12-1579" fmla="*/ 664298 w 1805560"/>
                    <a:gd name="connsiteY12-1580" fmla="*/ 2467864 h 2472217"/>
                    <a:gd name="connsiteX13-1581" fmla="*/ 1094066 w 1805560"/>
                    <a:gd name="connsiteY13-1582" fmla="*/ 2458720 h 2472217"/>
                    <a:gd name="connsiteX14-1583" fmla="*/ 1542122 w 1805560"/>
                    <a:gd name="connsiteY14-1584" fmla="*/ 2371852 h 2472217"/>
                    <a:gd name="connsiteX15-1585" fmla="*/ 1784438 w 1805560"/>
                    <a:gd name="connsiteY15-1586" fmla="*/ 2120392 h 2472217"/>
                    <a:gd name="connsiteX16-1587" fmla="*/ 1793582 w 1805560"/>
                    <a:gd name="connsiteY16-1588" fmla="*/ 1023112 h 2472217"/>
                    <a:gd name="connsiteX17-1589" fmla="*/ 1789010 w 1805560"/>
                    <a:gd name="connsiteY17-1590" fmla="*/ 250444 h 2472217"/>
                    <a:gd name="connsiteX18-1591" fmla="*/ 1743290 w 1805560"/>
                    <a:gd name="connsiteY18-1592" fmla="*/ 53848 h 2472217"/>
                    <a:gd name="connsiteX19-1593" fmla="*/ 1651850 w 1805560"/>
                    <a:gd name="connsiteY19-1594" fmla="*/ 3556 h 2472217"/>
                    <a:gd name="connsiteX20-1595" fmla="*/ 1441538 w 1805560"/>
                    <a:gd name="connsiteY20-1596" fmla="*/ 8128 h 2472217"/>
                    <a:gd name="connsiteX0-1597" fmla="*/ 1487258 w 1805560"/>
                    <a:gd name="connsiteY0-1598" fmla="*/ 1956 h 2484333"/>
                    <a:gd name="connsiteX1-1599" fmla="*/ 1286090 w 1805560"/>
                    <a:gd name="connsiteY1-1600" fmla="*/ 52248 h 2484333"/>
                    <a:gd name="connsiteX2-1601" fmla="*/ 970622 w 1805560"/>
                    <a:gd name="connsiteY2-1602" fmla="*/ 294564 h 2484333"/>
                    <a:gd name="connsiteX3-1603" fmla="*/ 705446 w 1805560"/>
                    <a:gd name="connsiteY3-1604" fmla="*/ 779196 h 2484333"/>
                    <a:gd name="connsiteX4-1605" fmla="*/ 559142 w 1805560"/>
                    <a:gd name="connsiteY4-1606" fmla="*/ 1236396 h 2484333"/>
                    <a:gd name="connsiteX5-1607" fmla="*/ 335114 w 1805560"/>
                    <a:gd name="connsiteY5-1608" fmla="*/ 1734744 h 2484333"/>
                    <a:gd name="connsiteX6-1609" fmla="*/ 143090 w 1805560"/>
                    <a:gd name="connsiteY6-1610" fmla="*/ 1935912 h 2484333"/>
                    <a:gd name="connsiteX7-1611" fmla="*/ 42506 w 1805560"/>
                    <a:gd name="connsiteY7-1612" fmla="*/ 2045640 h 2484333"/>
                    <a:gd name="connsiteX8-1613" fmla="*/ 1358 w 1805560"/>
                    <a:gd name="connsiteY8-1614" fmla="*/ 2164512 h 2484333"/>
                    <a:gd name="connsiteX9-1615" fmla="*/ 24218 w 1805560"/>
                    <a:gd name="connsiteY9-1616" fmla="*/ 2269668 h 2484333"/>
                    <a:gd name="connsiteX10-1617" fmla="*/ 156806 w 1805560"/>
                    <a:gd name="connsiteY10-1618" fmla="*/ 2365680 h 2484333"/>
                    <a:gd name="connsiteX11-1619" fmla="*/ 367118 w 1805560"/>
                    <a:gd name="connsiteY11-1620" fmla="*/ 2429688 h 2484333"/>
                    <a:gd name="connsiteX12-1621" fmla="*/ 664298 w 1805560"/>
                    <a:gd name="connsiteY12-1622" fmla="*/ 2479980 h 2484333"/>
                    <a:gd name="connsiteX13-1623" fmla="*/ 1094066 w 1805560"/>
                    <a:gd name="connsiteY13-1624" fmla="*/ 2470836 h 2484333"/>
                    <a:gd name="connsiteX14-1625" fmla="*/ 1542122 w 1805560"/>
                    <a:gd name="connsiteY14-1626" fmla="*/ 2383968 h 2484333"/>
                    <a:gd name="connsiteX15-1627" fmla="*/ 1784438 w 1805560"/>
                    <a:gd name="connsiteY15-1628" fmla="*/ 2132508 h 2484333"/>
                    <a:gd name="connsiteX16-1629" fmla="*/ 1793582 w 1805560"/>
                    <a:gd name="connsiteY16-1630" fmla="*/ 1035228 h 2484333"/>
                    <a:gd name="connsiteX17-1631" fmla="*/ 1789010 w 1805560"/>
                    <a:gd name="connsiteY17-1632" fmla="*/ 262560 h 2484333"/>
                    <a:gd name="connsiteX18-1633" fmla="*/ 1743290 w 1805560"/>
                    <a:gd name="connsiteY18-1634" fmla="*/ 65964 h 2484333"/>
                    <a:gd name="connsiteX19-1635" fmla="*/ 1651850 w 1805560"/>
                    <a:gd name="connsiteY19-1636" fmla="*/ 15672 h 2484333"/>
                    <a:gd name="connsiteX20-1637" fmla="*/ 1487258 w 1805560"/>
                    <a:gd name="connsiteY20-1638" fmla="*/ 1956 h 2484333"/>
                    <a:gd name="connsiteX0-1639" fmla="*/ 1487258 w 1805560"/>
                    <a:gd name="connsiteY0-1640" fmla="*/ 1956 h 2484333"/>
                    <a:gd name="connsiteX1-1641" fmla="*/ 1286090 w 1805560"/>
                    <a:gd name="connsiteY1-1642" fmla="*/ 52248 h 2484333"/>
                    <a:gd name="connsiteX2-1643" fmla="*/ 970622 w 1805560"/>
                    <a:gd name="connsiteY2-1644" fmla="*/ 294564 h 2484333"/>
                    <a:gd name="connsiteX3-1645" fmla="*/ 705446 w 1805560"/>
                    <a:gd name="connsiteY3-1646" fmla="*/ 779196 h 2484333"/>
                    <a:gd name="connsiteX4-1647" fmla="*/ 559142 w 1805560"/>
                    <a:gd name="connsiteY4-1648" fmla="*/ 1236396 h 2484333"/>
                    <a:gd name="connsiteX5-1649" fmla="*/ 335114 w 1805560"/>
                    <a:gd name="connsiteY5-1650" fmla="*/ 1734744 h 2484333"/>
                    <a:gd name="connsiteX6-1651" fmla="*/ 143090 w 1805560"/>
                    <a:gd name="connsiteY6-1652" fmla="*/ 1935912 h 2484333"/>
                    <a:gd name="connsiteX7-1653" fmla="*/ 42506 w 1805560"/>
                    <a:gd name="connsiteY7-1654" fmla="*/ 2045640 h 2484333"/>
                    <a:gd name="connsiteX8-1655" fmla="*/ 1358 w 1805560"/>
                    <a:gd name="connsiteY8-1656" fmla="*/ 2164512 h 2484333"/>
                    <a:gd name="connsiteX9-1657" fmla="*/ 24218 w 1805560"/>
                    <a:gd name="connsiteY9-1658" fmla="*/ 2269668 h 2484333"/>
                    <a:gd name="connsiteX10-1659" fmla="*/ 156806 w 1805560"/>
                    <a:gd name="connsiteY10-1660" fmla="*/ 2365680 h 2484333"/>
                    <a:gd name="connsiteX11-1661" fmla="*/ 367118 w 1805560"/>
                    <a:gd name="connsiteY11-1662" fmla="*/ 2429688 h 2484333"/>
                    <a:gd name="connsiteX12-1663" fmla="*/ 664298 w 1805560"/>
                    <a:gd name="connsiteY12-1664" fmla="*/ 2479980 h 2484333"/>
                    <a:gd name="connsiteX13-1665" fmla="*/ 1094066 w 1805560"/>
                    <a:gd name="connsiteY13-1666" fmla="*/ 2470836 h 2484333"/>
                    <a:gd name="connsiteX14-1667" fmla="*/ 1542122 w 1805560"/>
                    <a:gd name="connsiteY14-1668" fmla="*/ 2383968 h 2484333"/>
                    <a:gd name="connsiteX15-1669" fmla="*/ 1784438 w 1805560"/>
                    <a:gd name="connsiteY15-1670" fmla="*/ 2132508 h 2484333"/>
                    <a:gd name="connsiteX16-1671" fmla="*/ 1793582 w 1805560"/>
                    <a:gd name="connsiteY16-1672" fmla="*/ 1035228 h 2484333"/>
                    <a:gd name="connsiteX17-1673" fmla="*/ 1789010 w 1805560"/>
                    <a:gd name="connsiteY17-1674" fmla="*/ 262560 h 2484333"/>
                    <a:gd name="connsiteX18-1675" fmla="*/ 1743290 w 1805560"/>
                    <a:gd name="connsiteY18-1676" fmla="*/ 65964 h 2484333"/>
                    <a:gd name="connsiteX19-1677" fmla="*/ 1651850 w 1805560"/>
                    <a:gd name="connsiteY19-1678" fmla="*/ 15672 h 2484333"/>
                    <a:gd name="connsiteX20-1679" fmla="*/ 1487258 w 1805560"/>
                    <a:gd name="connsiteY20-1680" fmla="*/ 1956 h 2484333"/>
                    <a:gd name="connsiteX0-1681" fmla="*/ 1487258 w 1805560"/>
                    <a:gd name="connsiteY0-1682" fmla="*/ 1956 h 2484333"/>
                    <a:gd name="connsiteX1-1683" fmla="*/ 1286090 w 1805560"/>
                    <a:gd name="connsiteY1-1684" fmla="*/ 52248 h 2484333"/>
                    <a:gd name="connsiteX2-1685" fmla="*/ 970622 w 1805560"/>
                    <a:gd name="connsiteY2-1686" fmla="*/ 294564 h 2484333"/>
                    <a:gd name="connsiteX3-1687" fmla="*/ 705446 w 1805560"/>
                    <a:gd name="connsiteY3-1688" fmla="*/ 779196 h 2484333"/>
                    <a:gd name="connsiteX4-1689" fmla="*/ 559142 w 1805560"/>
                    <a:gd name="connsiteY4-1690" fmla="*/ 1236396 h 2484333"/>
                    <a:gd name="connsiteX5-1691" fmla="*/ 335114 w 1805560"/>
                    <a:gd name="connsiteY5-1692" fmla="*/ 1734744 h 2484333"/>
                    <a:gd name="connsiteX6-1693" fmla="*/ 143090 w 1805560"/>
                    <a:gd name="connsiteY6-1694" fmla="*/ 1935912 h 2484333"/>
                    <a:gd name="connsiteX7-1695" fmla="*/ 42506 w 1805560"/>
                    <a:gd name="connsiteY7-1696" fmla="*/ 2045640 h 2484333"/>
                    <a:gd name="connsiteX8-1697" fmla="*/ 1358 w 1805560"/>
                    <a:gd name="connsiteY8-1698" fmla="*/ 2164512 h 2484333"/>
                    <a:gd name="connsiteX9-1699" fmla="*/ 24218 w 1805560"/>
                    <a:gd name="connsiteY9-1700" fmla="*/ 2269668 h 2484333"/>
                    <a:gd name="connsiteX10-1701" fmla="*/ 156806 w 1805560"/>
                    <a:gd name="connsiteY10-1702" fmla="*/ 2365680 h 2484333"/>
                    <a:gd name="connsiteX11-1703" fmla="*/ 367118 w 1805560"/>
                    <a:gd name="connsiteY11-1704" fmla="*/ 2429688 h 2484333"/>
                    <a:gd name="connsiteX12-1705" fmla="*/ 664298 w 1805560"/>
                    <a:gd name="connsiteY12-1706" fmla="*/ 2479980 h 2484333"/>
                    <a:gd name="connsiteX13-1707" fmla="*/ 1094066 w 1805560"/>
                    <a:gd name="connsiteY13-1708" fmla="*/ 2470836 h 2484333"/>
                    <a:gd name="connsiteX14-1709" fmla="*/ 1542122 w 1805560"/>
                    <a:gd name="connsiteY14-1710" fmla="*/ 2383968 h 2484333"/>
                    <a:gd name="connsiteX15-1711" fmla="*/ 1784438 w 1805560"/>
                    <a:gd name="connsiteY15-1712" fmla="*/ 2132508 h 2484333"/>
                    <a:gd name="connsiteX16-1713" fmla="*/ 1793582 w 1805560"/>
                    <a:gd name="connsiteY16-1714" fmla="*/ 1035228 h 2484333"/>
                    <a:gd name="connsiteX17-1715" fmla="*/ 1789010 w 1805560"/>
                    <a:gd name="connsiteY17-1716" fmla="*/ 262560 h 2484333"/>
                    <a:gd name="connsiteX18-1717" fmla="*/ 1743290 w 1805560"/>
                    <a:gd name="connsiteY18-1718" fmla="*/ 65964 h 2484333"/>
                    <a:gd name="connsiteX19-1719" fmla="*/ 1651850 w 1805560"/>
                    <a:gd name="connsiteY19-1720" fmla="*/ 15672 h 2484333"/>
                    <a:gd name="connsiteX20-1721" fmla="*/ 1487258 w 1805560"/>
                    <a:gd name="connsiteY20-1722" fmla="*/ 1956 h 2484333"/>
                    <a:gd name="connsiteX0-1723" fmla="*/ 1487258 w 1805560"/>
                    <a:gd name="connsiteY0-1724" fmla="*/ 2750 h 2485127"/>
                    <a:gd name="connsiteX1-1725" fmla="*/ 1286090 w 1805560"/>
                    <a:gd name="connsiteY1-1726" fmla="*/ 53042 h 2485127"/>
                    <a:gd name="connsiteX2-1727" fmla="*/ 970622 w 1805560"/>
                    <a:gd name="connsiteY2-1728" fmla="*/ 295358 h 2485127"/>
                    <a:gd name="connsiteX3-1729" fmla="*/ 705446 w 1805560"/>
                    <a:gd name="connsiteY3-1730" fmla="*/ 779990 h 2485127"/>
                    <a:gd name="connsiteX4-1731" fmla="*/ 559142 w 1805560"/>
                    <a:gd name="connsiteY4-1732" fmla="*/ 1237190 h 2485127"/>
                    <a:gd name="connsiteX5-1733" fmla="*/ 335114 w 1805560"/>
                    <a:gd name="connsiteY5-1734" fmla="*/ 1735538 h 2485127"/>
                    <a:gd name="connsiteX6-1735" fmla="*/ 143090 w 1805560"/>
                    <a:gd name="connsiteY6-1736" fmla="*/ 1936706 h 2485127"/>
                    <a:gd name="connsiteX7-1737" fmla="*/ 42506 w 1805560"/>
                    <a:gd name="connsiteY7-1738" fmla="*/ 2046434 h 2485127"/>
                    <a:gd name="connsiteX8-1739" fmla="*/ 1358 w 1805560"/>
                    <a:gd name="connsiteY8-1740" fmla="*/ 2165306 h 2485127"/>
                    <a:gd name="connsiteX9-1741" fmla="*/ 24218 w 1805560"/>
                    <a:gd name="connsiteY9-1742" fmla="*/ 2270462 h 2485127"/>
                    <a:gd name="connsiteX10-1743" fmla="*/ 156806 w 1805560"/>
                    <a:gd name="connsiteY10-1744" fmla="*/ 2366474 h 2485127"/>
                    <a:gd name="connsiteX11-1745" fmla="*/ 367118 w 1805560"/>
                    <a:gd name="connsiteY11-1746" fmla="*/ 2430482 h 2485127"/>
                    <a:gd name="connsiteX12-1747" fmla="*/ 664298 w 1805560"/>
                    <a:gd name="connsiteY12-1748" fmla="*/ 2480774 h 2485127"/>
                    <a:gd name="connsiteX13-1749" fmla="*/ 1094066 w 1805560"/>
                    <a:gd name="connsiteY13-1750" fmla="*/ 2471630 h 2485127"/>
                    <a:gd name="connsiteX14-1751" fmla="*/ 1542122 w 1805560"/>
                    <a:gd name="connsiteY14-1752" fmla="*/ 2384762 h 2485127"/>
                    <a:gd name="connsiteX15-1753" fmla="*/ 1784438 w 1805560"/>
                    <a:gd name="connsiteY15-1754" fmla="*/ 2133302 h 2485127"/>
                    <a:gd name="connsiteX16-1755" fmla="*/ 1793582 w 1805560"/>
                    <a:gd name="connsiteY16-1756" fmla="*/ 1036022 h 2485127"/>
                    <a:gd name="connsiteX17-1757" fmla="*/ 1789010 w 1805560"/>
                    <a:gd name="connsiteY17-1758" fmla="*/ 263354 h 2485127"/>
                    <a:gd name="connsiteX18-1759" fmla="*/ 1761578 w 1805560"/>
                    <a:gd name="connsiteY18-1760" fmla="*/ 98762 h 2485127"/>
                    <a:gd name="connsiteX19-1761" fmla="*/ 1651850 w 1805560"/>
                    <a:gd name="connsiteY19-1762" fmla="*/ 16466 h 2485127"/>
                    <a:gd name="connsiteX20-1763" fmla="*/ 1487258 w 1805560"/>
                    <a:gd name="connsiteY20-1764" fmla="*/ 2750 h 2485127"/>
                    <a:gd name="connsiteX0-1765" fmla="*/ 1487258 w 1804945"/>
                    <a:gd name="connsiteY0-1766" fmla="*/ 2750 h 2485127"/>
                    <a:gd name="connsiteX1-1767" fmla="*/ 1286090 w 1804945"/>
                    <a:gd name="connsiteY1-1768" fmla="*/ 53042 h 2485127"/>
                    <a:gd name="connsiteX2-1769" fmla="*/ 970622 w 1804945"/>
                    <a:gd name="connsiteY2-1770" fmla="*/ 295358 h 2485127"/>
                    <a:gd name="connsiteX3-1771" fmla="*/ 705446 w 1804945"/>
                    <a:gd name="connsiteY3-1772" fmla="*/ 779990 h 2485127"/>
                    <a:gd name="connsiteX4-1773" fmla="*/ 559142 w 1804945"/>
                    <a:gd name="connsiteY4-1774" fmla="*/ 1237190 h 2485127"/>
                    <a:gd name="connsiteX5-1775" fmla="*/ 335114 w 1804945"/>
                    <a:gd name="connsiteY5-1776" fmla="*/ 1735538 h 2485127"/>
                    <a:gd name="connsiteX6-1777" fmla="*/ 143090 w 1804945"/>
                    <a:gd name="connsiteY6-1778" fmla="*/ 1936706 h 2485127"/>
                    <a:gd name="connsiteX7-1779" fmla="*/ 42506 w 1804945"/>
                    <a:gd name="connsiteY7-1780" fmla="*/ 2046434 h 2485127"/>
                    <a:gd name="connsiteX8-1781" fmla="*/ 1358 w 1804945"/>
                    <a:gd name="connsiteY8-1782" fmla="*/ 2165306 h 2485127"/>
                    <a:gd name="connsiteX9-1783" fmla="*/ 24218 w 1804945"/>
                    <a:gd name="connsiteY9-1784" fmla="*/ 2270462 h 2485127"/>
                    <a:gd name="connsiteX10-1785" fmla="*/ 156806 w 1804945"/>
                    <a:gd name="connsiteY10-1786" fmla="*/ 2366474 h 2485127"/>
                    <a:gd name="connsiteX11-1787" fmla="*/ 367118 w 1804945"/>
                    <a:gd name="connsiteY11-1788" fmla="*/ 2430482 h 2485127"/>
                    <a:gd name="connsiteX12-1789" fmla="*/ 664298 w 1804945"/>
                    <a:gd name="connsiteY12-1790" fmla="*/ 2480774 h 2485127"/>
                    <a:gd name="connsiteX13-1791" fmla="*/ 1094066 w 1804945"/>
                    <a:gd name="connsiteY13-1792" fmla="*/ 2471630 h 2485127"/>
                    <a:gd name="connsiteX14-1793" fmla="*/ 1542122 w 1804945"/>
                    <a:gd name="connsiteY14-1794" fmla="*/ 2384762 h 2485127"/>
                    <a:gd name="connsiteX15-1795" fmla="*/ 1784438 w 1804945"/>
                    <a:gd name="connsiteY15-1796" fmla="*/ 2133302 h 2485127"/>
                    <a:gd name="connsiteX16-1797" fmla="*/ 1793582 w 1804945"/>
                    <a:gd name="connsiteY16-1798" fmla="*/ 1036022 h 2485127"/>
                    <a:gd name="connsiteX17-1799" fmla="*/ 1802726 w 1804945"/>
                    <a:gd name="connsiteY17-1800" fmla="*/ 258782 h 2485127"/>
                    <a:gd name="connsiteX18-1801" fmla="*/ 1761578 w 1804945"/>
                    <a:gd name="connsiteY18-1802" fmla="*/ 98762 h 2485127"/>
                    <a:gd name="connsiteX19-1803" fmla="*/ 1651850 w 1804945"/>
                    <a:gd name="connsiteY19-1804" fmla="*/ 16466 h 2485127"/>
                    <a:gd name="connsiteX20-1805" fmla="*/ 1487258 w 1804945"/>
                    <a:gd name="connsiteY20-1806" fmla="*/ 2750 h 2485127"/>
                    <a:gd name="connsiteX0-1807" fmla="*/ 1487258 w 1811303"/>
                    <a:gd name="connsiteY0-1808" fmla="*/ 2750 h 2485127"/>
                    <a:gd name="connsiteX1-1809" fmla="*/ 1286090 w 1811303"/>
                    <a:gd name="connsiteY1-1810" fmla="*/ 53042 h 2485127"/>
                    <a:gd name="connsiteX2-1811" fmla="*/ 970622 w 1811303"/>
                    <a:gd name="connsiteY2-1812" fmla="*/ 295358 h 2485127"/>
                    <a:gd name="connsiteX3-1813" fmla="*/ 705446 w 1811303"/>
                    <a:gd name="connsiteY3-1814" fmla="*/ 779990 h 2485127"/>
                    <a:gd name="connsiteX4-1815" fmla="*/ 559142 w 1811303"/>
                    <a:gd name="connsiteY4-1816" fmla="*/ 1237190 h 2485127"/>
                    <a:gd name="connsiteX5-1817" fmla="*/ 335114 w 1811303"/>
                    <a:gd name="connsiteY5-1818" fmla="*/ 1735538 h 2485127"/>
                    <a:gd name="connsiteX6-1819" fmla="*/ 143090 w 1811303"/>
                    <a:gd name="connsiteY6-1820" fmla="*/ 1936706 h 2485127"/>
                    <a:gd name="connsiteX7-1821" fmla="*/ 42506 w 1811303"/>
                    <a:gd name="connsiteY7-1822" fmla="*/ 2046434 h 2485127"/>
                    <a:gd name="connsiteX8-1823" fmla="*/ 1358 w 1811303"/>
                    <a:gd name="connsiteY8-1824" fmla="*/ 2165306 h 2485127"/>
                    <a:gd name="connsiteX9-1825" fmla="*/ 24218 w 1811303"/>
                    <a:gd name="connsiteY9-1826" fmla="*/ 2270462 h 2485127"/>
                    <a:gd name="connsiteX10-1827" fmla="*/ 156806 w 1811303"/>
                    <a:gd name="connsiteY10-1828" fmla="*/ 2366474 h 2485127"/>
                    <a:gd name="connsiteX11-1829" fmla="*/ 367118 w 1811303"/>
                    <a:gd name="connsiteY11-1830" fmla="*/ 2430482 h 2485127"/>
                    <a:gd name="connsiteX12-1831" fmla="*/ 664298 w 1811303"/>
                    <a:gd name="connsiteY12-1832" fmla="*/ 2480774 h 2485127"/>
                    <a:gd name="connsiteX13-1833" fmla="*/ 1094066 w 1811303"/>
                    <a:gd name="connsiteY13-1834" fmla="*/ 2471630 h 2485127"/>
                    <a:gd name="connsiteX14-1835" fmla="*/ 1542122 w 1811303"/>
                    <a:gd name="connsiteY14-1836" fmla="*/ 2384762 h 2485127"/>
                    <a:gd name="connsiteX15-1837" fmla="*/ 1784438 w 1811303"/>
                    <a:gd name="connsiteY15-1838" fmla="*/ 2133302 h 2485127"/>
                    <a:gd name="connsiteX16-1839" fmla="*/ 1807298 w 1811303"/>
                    <a:gd name="connsiteY16-1840" fmla="*/ 1036022 h 2485127"/>
                    <a:gd name="connsiteX17-1841" fmla="*/ 1802726 w 1811303"/>
                    <a:gd name="connsiteY17-1842" fmla="*/ 258782 h 2485127"/>
                    <a:gd name="connsiteX18-1843" fmla="*/ 1761578 w 1811303"/>
                    <a:gd name="connsiteY18-1844" fmla="*/ 98762 h 2485127"/>
                    <a:gd name="connsiteX19-1845" fmla="*/ 1651850 w 1811303"/>
                    <a:gd name="connsiteY19-1846" fmla="*/ 16466 h 2485127"/>
                    <a:gd name="connsiteX20-1847" fmla="*/ 1487258 w 1811303"/>
                    <a:gd name="connsiteY20-1848" fmla="*/ 2750 h 2485127"/>
                    <a:gd name="connsiteX0-1849" fmla="*/ 1487258 w 1815234"/>
                    <a:gd name="connsiteY0-1850" fmla="*/ 2750 h 2483841"/>
                    <a:gd name="connsiteX1-1851" fmla="*/ 1286090 w 1815234"/>
                    <a:gd name="connsiteY1-1852" fmla="*/ 53042 h 2483841"/>
                    <a:gd name="connsiteX2-1853" fmla="*/ 970622 w 1815234"/>
                    <a:gd name="connsiteY2-1854" fmla="*/ 295358 h 2483841"/>
                    <a:gd name="connsiteX3-1855" fmla="*/ 705446 w 1815234"/>
                    <a:gd name="connsiteY3-1856" fmla="*/ 779990 h 2483841"/>
                    <a:gd name="connsiteX4-1857" fmla="*/ 559142 w 1815234"/>
                    <a:gd name="connsiteY4-1858" fmla="*/ 1237190 h 2483841"/>
                    <a:gd name="connsiteX5-1859" fmla="*/ 335114 w 1815234"/>
                    <a:gd name="connsiteY5-1860" fmla="*/ 1735538 h 2483841"/>
                    <a:gd name="connsiteX6-1861" fmla="*/ 143090 w 1815234"/>
                    <a:gd name="connsiteY6-1862" fmla="*/ 1936706 h 2483841"/>
                    <a:gd name="connsiteX7-1863" fmla="*/ 42506 w 1815234"/>
                    <a:gd name="connsiteY7-1864" fmla="*/ 2046434 h 2483841"/>
                    <a:gd name="connsiteX8-1865" fmla="*/ 1358 w 1815234"/>
                    <a:gd name="connsiteY8-1866" fmla="*/ 2165306 h 2483841"/>
                    <a:gd name="connsiteX9-1867" fmla="*/ 24218 w 1815234"/>
                    <a:gd name="connsiteY9-1868" fmla="*/ 2270462 h 2483841"/>
                    <a:gd name="connsiteX10-1869" fmla="*/ 156806 w 1815234"/>
                    <a:gd name="connsiteY10-1870" fmla="*/ 2366474 h 2483841"/>
                    <a:gd name="connsiteX11-1871" fmla="*/ 367118 w 1815234"/>
                    <a:gd name="connsiteY11-1872" fmla="*/ 2430482 h 2483841"/>
                    <a:gd name="connsiteX12-1873" fmla="*/ 664298 w 1815234"/>
                    <a:gd name="connsiteY12-1874" fmla="*/ 2480774 h 2483841"/>
                    <a:gd name="connsiteX13-1875" fmla="*/ 1094066 w 1815234"/>
                    <a:gd name="connsiteY13-1876" fmla="*/ 2471630 h 2483841"/>
                    <a:gd name="connsiteX14-1877" fmla="*/ 1482686 w 1815234"/>
                    <a:gd name="connsiteY14-1878" fmla="*/ 2416766 h 2483841"/>
                    <a:gd name="connsiteX15-1879" fmla="*/ 1784438 w 1815234"/>
                    <a:gd name="connsiteY15-1880" fmla="*/ 2133302 h 2483841"/>
                    <a:gd name="connsiteX16-1881" fmla="*/ 1807298 w 1815234"/>
                    <a:gd name="connsiteY16-1882" fmla="*/ 1036022 h 2483841"/>
                    <a:gd name="connsiteX17-1883" fmla="*/ 1802726 w 1815234"/>
                    <a:gd name="connsiteY17-1884" fmla="*/ 258782 h 2483841"/>
                    <a:gd name="connsiteX18-1885" fmla="*/ 1761578 w 1815234"/>
                    <a:gd name="connsiteY18-1886" fmla="*/ 98762 h 2483841"/>
                    <a:gd name="connsiteX19-1887" fmla="*/ 1651850 w 1815234"/>
                    <a:gd name="connsiteY19-1888" fmla="*/ 16466 h 2483841"/>
                    <a:gd name="connsiteX20-1889" fmla="*/ 1487258 w 1815234"/>
                    <a:gd name="connsiteY20-1890" fmla="*/ 2750 h 2483841"/>
                    <a:gd name="connsiteX0-1891" fmla="*/ 1487258 w 1822578"/>
                    <a:gd name="connsiteY0-1892" fmla="*/ 2750 h 2483432"/>
                    <a:gd name="connsiteX1-1893" fmla="*/ 1286090 w 1822578"/>
                    <a:gd name="connsiteY1-1894" fmla="*/ 53042 h 2483432"/>
                    <a:gd name="connsiteX2-1895" fmla="*/ 970622 w 1822578"/>
                    <a:gd name="connsiteY2-1896" fmla="*/ 295358 h 2483432"/>
                    <a:gd name="connsiteX3-1897" fmla="*/ 705446 w 1822578"/>
                    <a:gd name="connsiteY3-1898" fmla="*/ 779990 h 2483432"/>
                    <a:gd name="connsiteX4-1899" fmla="*/ 559142 w 1822578"/>
                    <a:gd name="connsiteY4-1900" fmla="*/ 1237190 h 2483432"/>
                    <a:gd name="connsiteX5-1901" fmla="*/ 335114 w 1822578"/>
                    <a:gd name="connsiteY5-1902" fmla="*/ 1735538 h 2483432"/>
                    <a:gd name="connsiteX6-1903" fmla="*/ 143090 w 1822578"/>
                    <a:gd name="connsiteY6-1904" fmla="*/ 1936706 h 2483432"/>
                    <a:gd name="connsiteX7-1905" fmla="*/ 42506 w 1822578"/>
                    <a:gd name="connsiteY7-1906" fmla="*/ 2046434 h 2483432"/>
                    <a:gd name="connsiteX8-1907" fmla="*/ 1358 w 1822578"/>
                    <a:gd name="connsiteY8-1908" fmla="*/ 2165306 h 2483432"/>
                    <a:gd name="connsiteX9-1909" fmla="*/ 24218 w 1822578"/>
                    <a:gd name="connsiteY9-1910" fmla="*/ 2270462 h 2483432"/>
                    <a:gd name="connsiteX10-1911" fmla="*/ 156806 w 1822578"/>
                    <a:gd name="connsiteY10-1912" fmla="*/ 2366474 h 2483432"/>
                    <a:gd name="connsiteX11-1913" fmla="*/ 367118 w 1822578"/>
                    <a:gd name="connsiteY11-1914" fmla="*/ 2430482 h 2483432"/>
                    <a:gd name="connsiteX12-1915" fmla="*/ 664298 w 1822578"/>
                    <a:gd name="connsiteY12-1916" fmla="*/ 2480774 h 2483432"/>
                    <a:gd name="connsiteX13-1917" fmla="*/ 1094066 w 1822578"/>
                    <a:gd name="connsiteY13-1918" fmla="*/ 2471630 h 2483432"/>
                    <a:gd name="connsiteX14-1919" fmla="*/ 1377530 w 1822578"/>
                    <a:gd name="connsiteY14-1920" fmla="*/ 2430482 h 2483432"/>
                    <a:gd name="connsiteX15-1921" fmla="*/ 1784438 w 1822578"/>
                    <a:gd name="connsiteY15-1922" fmla="*/ 2133302 h 2483432"/>
                    <a:gd name="connsiteX16-1923" fmla="*/ 1807298 w 1822578"/>
                    <a:gd name="connsiteY16-1924" fmla="*/ 1036022 h 2483432"/>
                    <a:gd name="connsiteX17-1925" fmla="*/ 1802726 w 1822578"/>
                    <a:gd name="connsiteY17-1926" fmla="*/ 258782 h 2483432"/>
                    <a:gd name="connsiteX18-1927" fmla="*/ 1761578 w 1822578"/>
                    <a:gd name="connsiteY18-1928" fmla="*/ 98762 h 2483432"/>
                    <a:gd name="connsiteX19-1929" fmla="*/ 1651850 w 1822578"/>
                    <a:gd name="connsiteY19-1930" fmla="*/ 16466 h 2483432"/>
                    <a:gd name="connsiteX20-1931" fmla="*/ 1487258 w 1822578"/>
                    <a:gd name="connsiteY20-1932" fmla="*/ 2750 h 2483432"/>
                    <a:gd name="connsiteX0-1933" fmla="*/ 1487258 w 1822578"/>
                    <a:gd name="connsiteY0-1934" fmla="*/ 2750 h 2483432"/>
                    <a:gd name="connsiteX1-1935" fmla="*/ 1286090 w 1822578"/>
                    <a:gd name="connsiteY1-1936" fmla="*/ 53042 h 2483432"/>
                    <a:gd name="connsiteX2-1937" fmla="*/ 970622 w 1822578"/>
                    <a:gd name="connsiteY2-1938" fmla="*/ 295358 h 2483432"/>
                    <a:gd name="connsiteX3-1939" fmla="*/ 705446 w 1822578"/>
                    <a:gd name="connsiteY3-1940" fmla="*/ 779990 h 2483432"/>
                    <a:gd name="connsiteX4-1941" fmla="*/ 559142 w 1822578"/>
                    <a:gd name="connsiteY4-1942" fmla="*/ 1237190 h 2483432"/>
                    <a:gd name="connsiteX5-1943" fmla="*/ 335114 w 1822578"/>
                    <a:gd name="connsiteY5-1944" fmla="*/ 1735538 h 2483432"/>
                    <a:gd name="connsiteX6-1945" fmla="*/ 143090 w 1822578"/>
                    <a:gd name="connsiteY6-1946" fmla="*/ 1936706 h 2483432"/>
                    <a:gd name="connsiteX7-1947" fmla="*/ 42506 w 1822578"/>
                    <a:gd name="connsiteY7-1948" fmla="*/ 2046434 h 2483432"/>
                    <a:gd name="connsiteX8-1949" fmla="*/ 1358 w 1822578"/>
                    <a:gd name="connsiteY8-1950" fmla="*/ 2165306 h 2483432"/>
                    <a:gd name="connsiteX9-1951" fmla="*/ 24218 w 1822578"/>
                    <a:gd name="connsiteY9-1952" fmla="*/ 2270462 h 2483432"/>
                    <a:gd name="connsiteX10-1953" fmla="*/ 156806 w 1822578"/>
                    <a:gd name="connsiteY10-1954" fmla="*/ 2366474 h 2483432"/>
                    <a:gd name="connsiteX11-1955" fmla="*/ 367118 w 1822578"/>
                    <a:gd name="connsiteY11-1956" fmla="*/ 2430482 h 2483432"/>
                    <a:gd name="connsiteX12-1957" fmla="*/ 664298 w 1822578"/>
                    <a:gd name="connsiteY12-1958" fmla="*/ 2480774 h 2483432"/>
                    <a:gd name="connsiteX13-1959" fmla="*/ 1094066 w 1822578"/>
                    <a:gd name="connsiteY13-1960" fmla="*/ 2471630 h 2483432"/>
                    <a:gd name="connsiteX14-1961" fmla="*/ 1377530 w 1822578"/>
                    <a:gd name="connsiteY14-1962" fmla="*/ 2430482 h 2483432"/>
                    <a:gd name="connsiteX15-1963" fmla="*/ 1784438 w 1822578"/>
                    <a:gd name="connsiteY15-1964" fmla="*/ 2133302 h 2483432"/>
                    <a:gd name="connsiteX16-1965" fmla="*/ 1807298 w 1822578"/>
                    <a:gd name="connsiteY16-1966" fmla="*/ 1036022 h 2483432"/>
                    <a:gd name="connsiteX17-1967" fmla="*/ 1802726 w 1822578"/>
                    <a:gd name="connsiteY17-1968" fmla="*/ 258782 h 2483432"/>
                    <a:gd name="connsiteX18-1969" fmla="*/ 1761578 w 1822578"/>
                    <a:gd name="connsiteY18-1970" fmla="*/ 98762 h 2483432"/>
                    <a:gd name="connsiteX19-1971" fmla="*/ 1651850 w 1822578"/>
                    <a:gd name="connsiteY19-1972" fmla="*/ 16466 h 2483432"/>
                    <a:gd name="connsiteX20-1973" fmla="*/ 1487258 w 1822578"/>
                    <a:gd name="connsiteY20-1974" fmla="*/ 2750 h 2483432"/>
                    <a:gd name="connsiteX0-1975" fmla="*/ 1487258 w 1822578"/>
                    <a:gd name="connsiteY0-1976" fmla="*/ 2750 h 2473803"/>
                    <a:gd name="connsiteX1-1977" fmla="*/ 1286090 w 1822578"/>
                    <a:gd name="connsiteY1-1978" fmla="*/ 53042 h 2473803"/>
                    <a:gd name="connsiteX2-1979" fmla="*/ 970622 w 1822578"/>
                    <a:gd name="connsiteY2-1980" fmla="*/ 295358 h 2473803"/>
                    <a:gd name="connsiteX3-1981" fmla="*/ 705446 w 1822578"/>
                    <a:gd name="connsiteY3-1982" fmla="*/ 779990 h 2473803"/>
                    <a:gd name="connsiteX4-1983" fmla="*/ 559142 w 1822578"/>
                    <a:gd name="connsiteY4-1984" fmla="*/ 1237190 h 2473803"/>
                    <a:gd name="connsiteX5-1985" fmla="*/ 335114 w 1822578"/>
                    <a:gd name="connsiteY5-1986" fmla="*/ 1735538 h 2473803"/>
                    <a:gd name="connsiteX6-1987" fmla="*/ 143090 w 1822578"/>
                    <a:gd name="connsiteY6-1988" fmla="*/ 1936706 h 2473803"/>
                    <a:gd name="connsiteX7-1989" fmla="*/ 42506 w 1822578"/>
                    <a:gd name="connsiteY7-1990" fmla="*/ 2046434 h 2473803"/>
                    <a:gd name="connsiteX8-1991" fmla="*/ 1358 w 1822578"/>
                    <a:gd name="connsiteY8-1992" fmla="*/ 2165306 h 2473803"/>
                    <a:gd name="connsiteX9-1993" fmla="*/ 24218 w 1822578"/>
                    <a:gd name="connsiteY9-1994" fmla="*/ 2270462 h 2473803"/>
                    <a:gd name="connsiteX10-1995" fmla="*/ 156806 w 1822578"/>
                    <a:gd name="connsiteY10-1996" fmla="*/ 2366474 h 2473803"/>
                    <a:gd name="connsiteX11-1997" fmla="*/ 367118 w 1822578"/>
                    <a:gd name="connsiteY11-1998" fmla="*/ 2430482 h 2473803"/>
                    <a:gd name="connsiteX12-1999" fmla="*/ 933608 w 1822578"/>
                    <a:gd name="connsiteY12-2000" fmla="*/ 2386828 h 2473803"/>
                    <a:gd name="connsiteX13-2001" fmla="*/ 1094066 w 1822578"/>
                    <a:gd name="connsiteY13-2002" fmla="*/ 2471630 h 2473803"/>
                    <a:gd name="connsiteX14-2003" fmla="*/ 1377530 w 1822578"/>
                    <a:gd name="connsiteY14-2004" fmla="*/ 2430482 h 2473803"/>
                    <a:gd name="connsiteX15-2005" fmla="*/ 1784438 w 1822578"/>
                    <a:gd name="connsiteY15-2006" fmla="*/ 2133302 h 2473803"/>
                    <a:gd name="connsiteX16-2007" fmla="*/ 1807298 w 1822578"/>
                    <a:gd name="connsiteY16-2008" fmla="*/ 1036022 h 2473803"/>
                    <a:gd name="connsiteX17-2009" fmla="*/ 1802726 w 1822578"/>
                    <a:gd name="connsiteY17-2010" fmla="*/ 258782 h 2473803"/>
                    <a:gd name="connsiteX18-2011" fmla="*/ 1761578 w 1822578"/>
                    <a:gd name="connsiteY18-2012" fmla="*/ 98762 h 2473803"/>
                    <a:gd name="connsiteX19-2013" fmla="*/ 1651850 w 1822578"/>
                    <a:gd name="connsiteY19-2014" fmla="*/ 16466 h 2473803"/>
                    <a:gd name="connsiteX20-2015" fmla="*/ 1487258 w 1822578"/>
                    <a:gd name="connsiteY20-2016" fmla="*/ 2750 h 2473803"/>
                    <a:gd name="connsiteX0-2017" fmla="*/ 1487258 w 1822578"/>
                    <a:gd name="connsiteY0-2018" fmla="*/ 2750 h 2435478"/>
                    <a:gd name="connsiteX1-2019" fmla="*/ 1286090 w 1822578"/>
                    <a:gd name="connsiteY1-2020" fmla="*/ 53042 h 2435478"/>
                    <a:gd name="connsiteX2-2021" fmla="*/ 970622 w 1822578"/>
                    <a:gd name="connsiteY2-2022" fmla="*/ 295358 h 2435478"/>
                    <a:gd name="connsiteX3-2023" fmla="*/ 705446 w 1822578"/>
                    <a:gd name="connsiteY3-2024" fmla="*/ 779990 h 2435478"/>
                    <a:gd name="connsiteX4-2025" fmla="*/ 559142 w 1822578"/>
                    <a:gd name="connsiteY4-2026" fmla="*/ 1237190 h 2435478"/>
                    <a:gd name="connsiteX5-2027" fmla="*/ 335114 w 1822578"/>
                    <a:gd name="connsiteY5-2028" fmla="*/ 1735538 h 2435478"/>
                    <a:gd name="connsiteX6-2029" fmla="*/ 143090 w 1822578"/>
                    <a:gd name="connsiteY6-2030" fmla="*/ 1936706 h 2435478"/>
                    <a:gd name="connsiteX7-2031" fmla="*/ 42506 w 1822578"/>
                    <a:gd name="connsiteY7-2032" fmla="*/ 2046434 h 2435478"/>
                    <a:gd name="connsiteX8-2033" fmla="*/ 1358 w 1822578"/>
                    <a:gd name="connsiteY8-2034" fmla="*/ 2165306 h 2435478"/>
                    <a:gd name="connsiteX9-2035" fmla="*/ 24218 w 1822578"/>
                    <a:gd name="connsiteY9-2036" fmla="*/ 2270462 h 2435478"/>
                    <a:gd name="connsiteX10-2037" fmla="*/ 156806 w 1822578"/>
                    <a:gd name="connsiteY10-2038" fmla="*/ 2366474 h 2435478"/>
                    <a:gd name="connsiteX11-2039" fmla="*/ 367118 w 1822578"/>
                    <a:gd name="connsiteY11-2040" fmla="*/ 2430482 h 2435478"/>
                    <a:gd name="connsiteX12-2041" fmla="*/ 933608 w 1822578"/>
                    <a:gd name="connsiteY12-2042" fmla="*/ 2386828 h 2435478"/>
                    <a:gd name="connsiteX13-2043" fmla="*/ 1341455 w 1822578"/>
                    <a:gd name="connsiteY13-2044" fmla="*/ 2324449 h 2435478"/>
                    <a:gd name="connsiteX14-2045" fmla="*/ 1377530 w 1822578"/>
                    <a:gd name="connsiteY14-2046" fmla="*/ 2430482 h 2435478"/>
                    <a:gd name="connsiteX15-2047" fmla="*/ 1784438 w 1822578"/>
                    <a:gd name="connsiteY15-2048" fmla="*/ 2133302 h 2435478"/>
                    <a:gd name="connsiteX16-2049" fmla="*/ 1807298 w 1822578"/>
                    <a:gd name="connsiteY16-2050" fmla="*/ 1036022 h 2435478"/>
                    <a:gd name="connsiteX17-2051" fmla="*/ 1802726 w 1822578"/>
                    <a:gd name="connsiteY17-2052" fmla="*/ 258782 h 2435478"/>
                    <a:gd name="connsiteX18-2053" fmla="*/ 1761578 w 1822578"/>
                    <a:gd name="connsiteY18-2054" fmla="*/ 98762 h 2435478"/>
                    <a:gd name="connsiteX19-2055" fmla="*/ 1651850 w 1822578"/>
                    <a:gd name="connsiteY19-2056" fmla="*/ 16466 h 2435478"/>
                    <a:gd name="connsiteX20-2057" fmla="*/ 1487258 w 1822578"/>
                    <a:gd name="connsiteY20-2058" fmla="*/ 2750 h 2435478"/>
                    <a:gd name="connsiteX0-2059" fmla="*/ 1487258 w 1809202"/>
                    <a:gd name="connsiteY0-2060" fmla="*/ 2750 h 2430751"/>
                    <a:gd name="connsiteX1-2061" fmla="*/ 1286090 w 1809202"/>
                    <a:gd name="connsiteY1-2062" fmla="*/ 53042 h 2430751"/>
                    <a:gd name="connsiteX2-2063" fmla="*/ 970622 w 1809202"/>
                    <a:gd name="connsiteY2-2064" fmla="*/ 295358 h 2430751"/>
                    <a:gd name="connsiteX3-2065" fmla="*/ 705446 w 1809202"/>
                    <a:gd name="connsiteY3-2066" fmla="*/ 779990 h 2430751"/>
                    <a:gd name="connsiteX4-2067" fmla="*/ 559142 w 1809202"/>
                    <a:gd name="connsiteY4-2068" fmla="*/ 1237190 h 2430751"/>
                    <a:gd name="connsiteX5-2069" fmla="*/ 335114 w 1809202"/>
                    <a:gd name="connsiteY5-2070" fmla="*/ 1735538 h 2430751"/>
                    <a:gd name="connsiteX6-2071" fmla="*/ 143090 w 1809202"/>
                    <a:gd name="connsiteY6-2072" fmla="*/ 1936706 h 2430751"/>
                    <a:gd name="connsiteX7-2073" fmla="*/ 42506 w 1809202"/>
                    <a:gd name="connsiteY7-2074" fmla="*/ 2046434 h 2430751"/>
                    <a:gd name="connsiteX8-2075" fmla="*/ 1358 w 1809202"/>
                    <a:gd name="connsiteY8-2076" fmla="*/ 2165306 h 2430751"/>
                    <a:gd name="connsiteX9-2077" fmla="*/ 24218 w 1809202"/>
                    <a:gd name="connsiteY9-2078" fmla="*/ 2270462 h 2430751"/>
                    <a:gd name="connsiteX10-2079" fmla="*/ 156806 w 1809202"/>
                    <a:gd name="connsiteY10-2080" fmla="*/ 2366474 h 2430751"/>
                    <a:gd name="connsiteX11-2081" fmla="*/ 367118 w 1809202"/>
                    <a:gd name="connsiteY11-2082" fmla="*/ 2430482 h 2430751"/>
                    <a:gd name="connsiteX12-2083" fmla="*/ 933608 w 1809202"/>
                    <a:gd name="connsiteY12-2084" fmla="*/ 2386828 h 2430751"/>
                    <a:gd name="connsiteX13-2085" fmla="*/ 1341455 w 1809202"/>
                    <a:gd name="connsiteY13-2086" fmla="*/ 2324449 h 2430751"/>
                    <a:gd name="connsiteX14-2087" fmla="*/ 1665629 w 1809202"/>
                    <a:gd name="connsiteY14-2088" fmla="*/ 2198750 h 2430751"/>
                    <a:gd name="connsiteX15-2089" fmla="*/ 1784438 w 1809202"/>
                    <a:gd name="connsiteY15-2090" fmla="*/ 2133302 h 2430751"/>
                    <a:gd name="connsiteX16-2091" fmla="*/ 1807298 w 1809202"/>
                    <a:gd name="connsiteY16-2092" fmla="*/ 1036022 h 2430751"/>
                    <a:gd name="connsiteX17-2093" fmla="*/ 1802726 w 1809202"/>
                    <a:gd name="connsiteY17-2094" fmla="*/ 258782 h 2430751"/>
                    <a:gd name="connsiteX18-2095" fmla="*/ 1761578 w 1809202"/>
                    <a:gd name="connsiteY18-2096" fmla="*/ 98762 h 2430751"/>
                    <a:gd name="connsiteX19-2097" fmla="*/ 1651850 w 1809202"/>
                    <a:gd name="connsiteY19-2098" fmla="*/ 16466 h 2430751"/>
                    <a:gd name="connsiteX20-2099" fmla="*/ 1487258 w 1809202"/>
                    <a:gd name="connsiteY20-2100" fmla="*/ 2750 h 2430751"/>
                    <a:gd name="connsiteX0-2101" fmla="*/ 1487258 w 1825153"/>
                    <a:gd name="connsiteY0-2102" fmla="*/ 2750 h 2430751"/>
                    <a:gd name="connsiteX1-2103" fmla="*/ 1286090 w 1825153"/>
                    <a:gd name="connsiteY1-2104" fmla="*/ 53042 h 2430751"/>
                    <a:gd name="connsiteX2-2105" fmla="*/ 970622 w 1825153"/>
                    <a:gd name="connsiteY2-2106" fmla="*/ 295358 h 2430751"/>
                    <a:gd name="connsiteX3-2107" fmla="*/ 705446 w 1825153"/>
                    <a:gd name="connsiteY3-2108" fmla="*/ 779990 h 2430751"/>
                    <a:gd name="connsiteX4-2109" fmla="*/ 559142 w 1825153"/>
                    <a:gd name="connsiteY4-2110" fmla="*/ 1237190 h 2430751"/>
                    <a:gd name="connsiteX5-2111" fmla="*/ 335114 w 1825153"/>
                    <a:gd name="connsiteY5-2112" fmla="*/ 1735538 h 2430751"/>
                    <a:gd name="connsiteX6-2113" fmla="*/ 143090 w 1825153"/>
                    <a:gd name="connsiteY6-2114" fmla="*/ 1936706 h 2430751"/>
                    <a:gd name="connsiteX7-2115" fmla="*/ 42506 w 1825153"/>
                    <a:gd name="connsiteY7-2116" fmla="*/ 2046434 h 2430751"/>
                    <a:gd name="connsiteX8-2117" fmla="*/ 1358 w 1825153"/>
                    <a:gd name="connsiteY8-2118" fmla="*/ 2165306 h 2430751"/>
                    <a:gd name="connsiteX9-2119" fmla="*/ 24218 w 1825153"/>
                    <a:gd name="connsiteY9-2120" fmla="*/ 2270462 h 2430751"/>
                    <a:gd name="connsiteX10-2121" fmla="*/ 156806 w 1825153"/>
                    <a:gd name="connsiteY10-2122" fmla="*/ 2366474 h 2430751"/>
                    <a:gd name="connsiteX11-2123" fmla="*/ 367118 w 1825153"/>
                    <a:gd name="connsiteY11-2124" fmla="*/ 2430482 h 2430751"/>
                    <a:gd name="connsiteX12-2125" fmla="*/ 933608 w 1825153"/>
                    <a:gd name="connsiteY12-2126" fmla="*/ 2386828 h 2430751"/>
                    <a:gd name="connsiteX13-2127" fmla="*/ 1341455 w 1825153"/>
                    <a:gd name="connsiteY13-2128" fmla="*/ 2324449 h 2430751"/>
                    <a:gd name="connsiteX14-2129" fmla="*/ 1784438 w 1825153"/>
                    <a:gd name="connsiteY14-2130" fmla="*/ 2133302 h 2430751"/>
                    <a:gd name="connsiteX15-2131" fmla="*/ 1807298 w 1825153"/>
                    <a:gd name="connsiteY15-2132" fmla="*/ 1036022 h 2430751"/>
                    <a:gd name="connsiteX16-2133" fmla="*/ 1802726 w 1825153"/>
                    <a:gd name="connsiteY16-2134" fmla="*/ 258782 h 2430751"/>
                    <a:gd name="connsiteX17-2135" fmla="*/ 1761578 w 1825153"/>
                    <a:gd name="connsiteY17-2136" fmla="*/ 98762 h 2430751"/>
                    <a:gd name="connsiteX18-2137" fmla="*/ 1651850 w 1825153"/>
                    <a:gd name="connsiteY18-2138" fmla="*/ 16466 h 2430751"/>
                    <a:gd name="connsiteX19-2139" fmla="*/ 1487258 w 1825153"/>
                    <a:gd name="connsiteY19-2140" fmla="*/ 2750 h 2430751"/>
                    <a:gd name="connsiteX0-2141" fmla="*/ 1487258 w 1813151"/>
                    <a:gd name="connsiteY0-2142" fmla="*/ 2750 h 2430957"/>
                    <a:gd name="connsiteX1-2143" fmla="*/ 1286090 w 1813151"/>
                    <a:gd name="connsiteY1-2144" fmla="*/ 53042 h 2430957"/>
                    <a:gd name="connsiteX2-2145" fmla="*/ 970622 w 1813151"/>
                    <a:gd name="connsiteY2-2146" fmla="*/ 295358 h 2430957"/>
                    <a:gd name="connsiteX3-2147" fmla="*/ 705446 w 1813151"/>
                    <a:gd name="connsiteY3-2148" fmla="*/ 779990 h 2430957"/>
                    <a:gd name="connsiteX4-2149" fmla="*/ 559142 w 1813151"/>
                    <a:gd name="connsiteY4-2150" fmla="*/ 1237190 h 2430957"/>
                    <a:gd name="connsiteX5-2151" fmla="*/ 335114 w 1813151"/>
                    <a:gd name="connsiteY5-2152" fmla="*/ 1735538 h 2430957"/>
                    <a:gd name="connsiteX6-2153" fmla="*/ 143090 w 1813151"/>
                    <a:gd name="connsiteY6-2154" fmla="*/ 1936706 h 2430957"/>
                    <a:gd name="connsiteX7-2155" fmla="*/ 42506 w 1813151"/>
                    <a:gd name="connsiteY7-2156" fmla="*/ 2046434 h 2430957"/>
                    <a:gd name="connsiteX8-2157" fmla="*/ 1358 w 1813151"/>
                    <a:gd name="connsiteY8-2158" fmla="*/ 2165306 h 2430957"/>
                    <a:gd name="connsiteX9-2159" fmla="*/ 24218 w 1813151"/>
                    <a:gd name="connsiteY9-2160" fmla="*/ 2270462 h 2430957"/>
                    <a:gd name="connsiteX10-2161" fmla="*/ 156806 w 1813151"/>
                    <a:gd name="connsiteY10-2162" fmla="*/ 2366474 h 2430957"/>
                    <a:gd name="connsiteX11-2163" fmla="*/ 367118 w 1813151"/>
                    <a:gd name="connsiteY11-2164" fmla="*/ 2430482 h 2430957"/>
                    <a:gd name="connsiteX12-2165" fmla="*/ 933608 w 1813151"/>
                    <a:gd name="connsiteY12-2166" fmla="*/ 2386828 h 2430957"/>
                    <a:gd name="connsiteX13-2167" fmla="*/ 1513688 w 1813151"/>
                    <a:gd name="connsiteY13-2168" fmla="*/ 2236767 h 2430957"/>
                    <a:gd name="connsiteX14-2169" fmla="*/ 1784438 w 1813151"/>
                    <a:gd name="connsiteY14-2170" fmla="*/ 2133302 h 2430957"/>
                    <a:gd name="connsiteX15-2171" fmla="*/ 1807298 w 1813151"/>
                    <a:gd name="connsiteY15-2172" fmla="*/ 1036022 h 2430957"/>
                    <a:gd name="connsiteX16-2173" fmla="*/ 1802726 w 1813151"/>
                    <a:gd name="connsiteY16-2174" fmla="*/ 258782 h 2430957"/>
                    <a:gd name="connsiteX17-2175" fmla="*/ 1761578 w 1813151"/>
                    <a:gd name="connsiteY17-2176" fmla="*/ 98762 h 2430957"/>
                    <a:gd name="connsiteX18-2177" fmla="*/ 1651850 w 1813151"/>
                    <a:gd name="connsiteY18-2178" fmla="*/ 16466 h 2430957"/>
                    <a:gd name="connsiteX19-2179" fmla="*/ 1487258 w 1813151"/>
                    <a:gd name="connsiteY19-2180" fmla="*/ 2750 h 2430957"/>
                    <a:gd name="connsiteX0-2181" fmla="*/ 1487258 w 1812887"/>
                    <a:gd name="connsiteY0-2182" fmla="*/ 2750 h 2430957"/>
                    <a:gd name="connsiteX1-2183" fmla="*/ 1286090 w 1812887"/>
                    <a:gd name="connsiteY1-2184" fmla="*/ 53042 h 2430957"/>
                    <a:gd name="connsiteX2-2185" fmla="*/ 970622 w 1812887"/>
                    <a:gd name="connsiteY2-2186" fmla="*/ 295358 h 2430957"/>
                    <a:gd name="connsiteX3-2187" fmla="*/ 705446 w 1812887"/>
                    <a:gd name="connsiteY3-2188" fmla="*/ 779990 h 2430957"/>
                    <a:gd name="connsiteX4-2189" fmla="*/ 559142 w 1812887"/>
                    <a:gd name="connsiteY4-2190" fmla="*/ 1237190 h 2430957"/>
                    <a:gd name="connsiteX5-2191" fmla="*/ 335114 w 1812887"/>
                    <a:gd name="connsiteY5-2192" fmla="*/ 1735538 h 2430957"/>
                    <a:gd name="connsiteX6-2193" fmla="*/ 143090 w 1812887"/>
                    <a:gd name="connsiteY6-2194" fmla="*/ 1936706 h 2430957"/>
                    <a:gd name="connsiteX7-2195" fmla="*/ 42506 w 1812887"/>
                    <a:gd name="connsiteY7-2196" fmla="*/ 2046434 h 2430957"/>
                    <a:gd name="connsiteX8-2197" fmla="*/ 1358 w 1812887"/>
                    <a:gd name="connsiteY8-2198" fmla="*/ 2165306 h 2430957"/>
                    <a:gd name="connsiteX9-2199" fmla="*/ 24218 w 1812887"/>
                    <a:gd name="connsiteY9-2200" fmla="*/ 2270462 h 2430957"/>
                    <a:gd name="connsiteX10-2201" fmla="*/ 156806 w 1812887"/>
                    <a:gd name="connsiteY10-2202" fmla="*/ 2366474 h 2430957"/>
                    <a:gd name="connsiteX11-2203" fmla="*/ 367118 w 1812887"/>
                    <a:gd name="connsiteY11-2204" fmla="*/ 2430482 h 2430957"/>
                    <a:gd name="connsiteX12-2205" fmla="*/ 933608 w 1812887"/>
                    <a:gd name="connsiteY12-2206" fmla="*/ 2386828 h 2430957"/>
                    <a:gd name="connsiteX13-2207" fmla="*/ 1513688 w 1812887"/>
                    <a:gd name="connsiteY13-2208" fmla="*/ 2236767 h 2430957"/>
                    <a:gd name="connsiteX14-2209" fmla="*/ 1734334 w 1812887"/>
                    <a:gd name="connsiteY14-2210" fmla="*/ 2064409 h 2430957"/>
                    <a:gd name="connsiteX15-2211" fmla="*/ 1807298 w 1812887"/>
                    <a:gd name="connsiteY15-2212" fmla="*/ 1036022 h 2430957"/>
                    <a:gd name="connsiteX16-2213" fmla="*/ 1802726 w 1812887"/>
                    <a:gd name="connsiteY16-2214" fmla="*/ 258782 h 2430957"/>
                    <a:gd name="connsiteX17-2215" fmla="*/ 1761578 w 1812887"/>
                    <a:gd name="connsiteY17-2216" fmla="*/ 98762 h 2430957"/>
                    <a:gd name="connsiteX18-2217" fmla="*/ 1651850 w 1812887"/>
                    <a:gd name="connsiteY18-2218" fmla="*/ 16466 h 2430957"/>
                    <a:gd name="connsiteX19-2219" fmla="*/ 1487258 w 1812887"/>
                    <a:gd name="connsiteY19-2220" fmla="*/ 2750 h 2430957"/>
                    <a:gd name="connsiteX0-2221" fmla="*/ 1487258 w 1812887"/>
                    <a:gd name="connsiteY0-2222" fmla="*/ 2750 h 2430739"/>
                    <a:gd name="connsiteX1-2223" fmla="*/ 1286090 w 1812887"/>
                    <a:gd name="connsiteY1-2224" fmla="*/ 53042 h 2430739"/>
                    <a:gd name="connsiteX2-2225" fmla="*/ 970622 w 1812887"/>
                    <a:gd name="connsiteY2-2226" fmla="*/ 295358 h 2430739"/>
                    <a:gd name="connsiteX3-2227" fmla="*/ 705446 w 1812887"/>
                    <a:gd name="connsiteY3-2228" fmla="*/ 779990 h 2430739"/>
                    <a:gd name="connsiteX4-2229" fmla="*/ 559142 w 1812887"/>
                    <a:gd name="connsiteY4-2230" fmla="*/ 1237190 h 2430739"/>
                    <a:gd name="connsiteX5-2231" fmla="*/ 335114 w 1812887"/>
                    <a:gd name="connsiteY5-2232" fmla="*/ 1735538 h 2430739"/>
                    <a:gd name="connsiteX6-2233" fmla="*/ 143090 w 1812887"/>
                    <a:gd name="connsiteY6-2234" fmla="*/ 1936706 h 2430739"/>
                    <a:gd name="connsiteX7-2235" fmla="*/ 42506 w 1812887"/>
                    <a:gd name="connsiteY7-2236" fmla="*/ 2046434 h 2430739"/>
                    <a:gd name="connsiteX8-2237" fmla="*/ 1358 w 1812887"/>
                    <a:gd name="connsiteY8-2238" fmla="*/ 2165306 h 2430739"/>
                    <a:gd name="connsiteX9-2239" fmla="*/ 24218 w 1812887"/>
                    <a:gd name="connsiteY9-2240" fmla="*/ 2270462 h 2430739"/>
                    <a:gd name="connsiteX10-2241" fmla="*/ 156806 w 1812887"/>
                    <a:gd name="connsiteY10-2242" fmla="*/ 2366474 h 2430739"/>
                    <a:gd name="connsiteX11-2243" fmla="*/ 367118 w 1812887"/>
                    <a:gd name="connsiteY11-2244" fmla="*/ 2430482 h 2430739"/>
                    <a:gd name="connsiteX12-2245" fmla="*/ 933608 w 1812887"/>
                    <a:gd name="connsiteY12-2246" fmla="*/ 2386828 h 2430739"/>
                    <a:gd name="connsiteX13-2247" fmla="*/ 1200537 w 1812887"/>
                    <a:gd name="connsiteY13-2248" fmla="*/ 2333844 h 2430739"/>
                    <a:gd name="connsiteX14-2249" fmla="*/ 1734334 w 1812887"/>
                    <a:gd name="connsiteY14-2250" fmla="*/ 2064409 h 2430739"/>
                    <a:gd name="connsiteX15-2251" fmla="*/ 1807298 w 1812887"/>
                    <a:gd name="connsiteY15-2252" fmla="*/ 1036022 h 2430739"/>
                    <a:gd name="connsiteX16-2253" fmla="*/ 1802726 w 1812887"/>
                    <a:gd name="connsiteY16-2254" fmla="*/ 258782 h 2430739"/>
                    <a:gd name="connsiteX17-2255" fmla="*/ 1761578 w 1812887"/>
                    <a:gd name="connsiteY17-2256" fmla="*/ 98762 h 2430739"/>
                    <a:gd name="connsiteX18-2257" fmla="*/ 1651850 w 1812887"/>
                    <a:gd name="connsiteY18-2258" fmla="*/ 16466 h 2430739"/>
                    <a:gd name="connsiteX19-2259" fmla="*/ 1487258 w 1812887"/>
                    <a:gd name="connsiteY19-2260" fmla="*/ 2750 h 2430739"/>
                    <a:gd name="connsiteX0-2261" fmla="*/ 1487258 w 1821230"/>
                    <a:gd name="connsiteY0-2262" fmla="*/ 2750 h 2434265"/>
                    <a:gd name="connsiteX1-2263" fmla="*/ 1286090 w 1821230"/>
                    <a:gd name="connsiteY1-2264" fmla="*/ 53042 h 2434265"/>
                    <a:gd name="connsiteX2-2265" fmla="*/ 970622 w 1821230"/>
                    <a:gd name="connsiteY2-2266" fmla="*/ 295358 h 2434265"/>
                    <a:gd name="connsiteX3-2267" fmla="*/ 705446 w 1821230"/>
                    <a:gd name="connsiteY3-2268" fmla="*/ 779990 h 2434265"/>
                    <a:gd name="connsiteX4-2269" fmla="*/ 559142 w 1821230"/>
                    <a:gd name="connsiteY4-2270" fmla="*/ 1237190 h 2434265"/>
                    <a:gd name="connsiteX5-2271" fmla="*/ 335114 w 1821230"/>
                    <a:gd name="connsiteY5-2272" fmla="*/ 1735538 h 2434265"/>
                    <a:gd name="connsiteX6-2273" fmla="*/ 143090 w 1821230"/>
                    <a:gd name="connsiteY6-2274" fmla="*/ 1936706 h 2434265"/>
                    <a:gd name="connsiteX7-2275" fmla="*/ 42506 w 1821230"/>
                    <a:gd name="connsiteY7-2276" fmla="*/ 2046434 h 2434265"/>
                    <a:gd name="connsiteX8-2277" fmla="*/ 1358 w 1821230"/>
                    <a:gd name="connsiteY8-2278" fmla="*/ 2165306 h 2434265"/>
                    <a:gd name="connsiteX9-2279" fmla="*/ 24218 w 1821230"/>
                    <a:gd name="connsiteY9-2280" fmla="*/ 2270462 h 2434265"/>
                    <a:gd name="connsiteX10-2281" fmla="*/ 156806 w 1821230"/>
                    <a:gd name="connsiteY10-2282" fmla="*/ 2366474 h 2434265"/>
                    <a:gd name="connsiteX11-2283" fmla="*/ 367118 w 1821230"/>
                    <a:gd name="connsiteY11-2284" fmla="*/ 2430482 h 2434265"/>
                    <a:gd name="connsiteX12-2285" fmla="*/ 933608 w 1821230"/>
                    <a:gd name="connsiteY12-2286" fmla="*/ 2386828 h 2434265"/>
                    <a:gd name="connsiteX13-2287" fmla="*/ 1734334 w 1821230"/>
                    <a:gd name="connsiteY13-2288" fmla="*/ 2064409 h 2434265"/>
                    <a:gd name="connsiteX14-2289" fmla="*/ 1807298 w 1821230"/>
                    <a:gd name="connsiteY14-2290" fmla="*/ 1036022 h 2434265"/>
                    <a:gd name="connsiteX15-2291" fmla="*/ 1802726 w 1821230"/>
                    <a:gd name="connsiteY15-2292" fmla="*/ 258782 h 2434265"/>
                    <a:gd name="connsiteX16-2293" fmla="*/ 1761578 w 1821230"/>
                    <a:gd name="connsiteY16-2294" fmla="*/ 98762 h 2434265"/>
                    <a:gd name="connsiteX17-2295" fmla="*/ 1651850 w 1821230"/>
                    <a:gd name="connsiteY17-2296" fmla="*/ 16466 h 2434265"/>
                    <a:gd name="connsiteX18-2297" fmla="*/ 1487258 w 1821230"/>
                    <a:gd name="connsiteY18-2298" fmla="*/ 2750 h 2434265"/>
                    <a:gd name="connsiteX0-2299" fmla="*/ 1487258 w 1821230"/>
                    <a:gd name="connsiteY0-2300" fmla="*/ 2750 h 2434265"/>
                    <a:gd name="connsiteX1-2301" fmla="*/ 1286090 w 1821230"/>
                    <a:gd name="connsiteY1-2302" fmla="*/ 53042 h 2434265"/>
                    <a:gd name="connsiteX2-2303" fmla="*/ 970622 w 1821230"/>
                    <a:gd name="connsiteY2-2304" fmla="*/ 295358 h 2434265"/>
                    <a:gd name="connsiteX3-2305" fmla="*/ 705446 w 1821230"/>
                    <a:gd name="connsiteY3-2306" fmla="*/ 779990 h 2434265"/>
                    <a:gd name="connsiteX4-2307" fmla="*/ 559142 w 1821230"/>
                    <a:gd name="connsiteY4-2308" fmla="*/ 1237190 h 2434265"/>
                    <a:gd name="connsiteX5-2309" fmla="*/ 335114 w 1821230"/>
                    <a:gd name="connsiteY5-2310" fmla="*/ 1735538 h 2434265"/>
                    <a:gd name="connsiteX6-2311" fmla="*/ 143090 w 1821230"/>
                    <a:gd name="connsiteY6-2312" fmla="*/ 1936706 h 2434265"/>
                    <a:gd name="connsiteX7-2313" fmla="*/ 42506 w 1821230"/>
                    <a:gd name="connsiteY7-2314" fmla="*/ 2046434 h 2434265"/>
                    <a:gd name="connsiteX8-2315" fmla="*/ 1358 w 1821230"/>
                    <a:gd name="connsiteY8-2316" fmla="*/ 2165306 h 2434265"/>
                    <a:gd name="connsiteX9-2317" fmla="*/ 24218 w 1821230"/>
                    <a:gd name="connsiteY9-2318" fmla="*/ 2270462 h 2434265"/>
                    <a:gd name="connsiteX10-2319" fmla="*/ 156806 w 1821230"/>
                    <a:gd name="connsiteY10-2320" fmla="*/ 2366474 h 2434265"/>
                    <a:gd name="connsiteX11-2321" fmla="*/ 367118 w 1821230"/>
                    <a:gd name="connsiteY11-2322" fmla="*/ 2430482 h 2434265"/>
                    <a:gd name="connsiteX12-2323" fmla="*/ 933608 w 1821230"/>
                    <a:gd name="connsiteY12-2324" fmla="*/ 2386828 h 2434265"/>
                    <a:gd name="connsiteX13-2325" fmla="*/ 1734334 w 1821230"/>
                    <a:gd name="connsiteY13-2326" fmla="*/ 2064409 h 2434265"/>
                    <a:gd name="connsiteX14-2327" fmla="*/ 1807298 w 1821230"/>
                    <a:gd name="connsiteY14-2328" fmla="*/ 1036022 h 2434265"/>
                    <a:gd name="connsiteX15-2329" fmla="*/ 1802726 w 1821230"/>
                    <a:gd name="connsiteY15-2330" fmla="*/ 258782 h 2434265"/>
                    <a:gd name="connsiteX16-2331" fmla="*/ 1761578 w 1821230"/>
                    <a:gd name="connsiteY16-2332" fmla="*/ 98762 h 2434265"/>
                    <a:gd name="connsiteX17-2333" fmla="*/ 1651850 w 1821230"/>
                    <a:gd name="connsiteY17-2334" fmla="*/ 16466 h 2434265"/>
                    <a:gd name="connsiteX18-2335" fmla="*/ 1487258 w 1821230"/>
                    <a:gd name="connsiteY18-2336" fmla="*/ 2750 h 2434265"/>
                    <a:gd name="connsiteX0-2337" fmla="*/ 1487258 w 1821230"/>
                    <a:gd name="connsiteY0-2338" fmla="*/ 2750 h 2434265"/>
                    <a:gd name="connsiteX1-2339" fmla="*/ 1286090 w 1821230"/>
                    <a:gd name="connsiteY1-2340" fmla="*/ 53042 h 2434265"/>
                    <a:gd name="connsiteX2-2341" fmla="*/ 970622 w 1821230"/>
                    <a:gd name="connsiteY2-2342" fmla="*/ 295358 h 2434265"/>
                    <a:gd name="connsiteX3-2343" fmla="*/ 705446 w 1821230"/>
                    <a:gd name="connsiteY3-2344" fmla="*/ 779990 h 2434265"/>
                    <a:gd name="connsiteX4-2345" fmla="*/ 559142 w 1821230"/>
                    <a:gd name="connsiteY4-2346" fmla="*/ 1237190 h 2434265"/>
                    <a:gd name="connsiteX5-2347" fmla="*/ 335114 w 1821230"/>
                    <a:gd name="connsiteY5-2348" fmla="*/ 1735538 h 2434265"/>
                    <a:gd name="connsiteX6-2349" fmla="*/ 143090 w 1821230"/>
                    <a:gd name="connsiteY6-2350" fmla="*/ 1936706 h 2434265"/>
                    <a:gd name="connsiteX7-2351" fmla="*/ 42506 w 1821230"/>
                    <a:gd name="connsiteY7-2352" fmla="*/ 2046434 h 2434265"/>
                    <a:gd name="connsiteX8-2353" fmla="*/ 1358 w 1821230"/>
                    <a:gd name="connsiteY8-2354" fmla="*/ 2165306 h 2434265"/>
                    <a:gd name="connsiteX9-2355" fmla="*/ 24218 w 1821230"/>
                    <a:gd name="connsiteY9-2356" fmla="*/ 2270462 h 2434265"/>
                    <a:gd name="connsiteX10-2357" fmla="*/ 156806 w 1821230"/>
                    <a:gd name="connsiteY10-2358" fmla="*/ 2366474 h 2434265"/>
                    <a:gd name="connsiteX11-2359" fmla="*/ 367118 w 1821230"/>
                    <a:gd name="connsiteY11-2360" fmla="*/ 2430482 h 2434265"/>
                    <a:gd name="connsiteX12-2361" fmla="*/ 933608 w 1821230"/>
                    <a:gd name="connsiteY12-2362" fmla="*/ 2386828 h 2434265"/>
                    <a:gd name="connsiteX13-2363" fmla="*/ 1734334 w 1821230"/>
                    <a:gd name="connsiteY13-2364" fmla="*/ 2064409 h 2434265"/>
                    <a:gd name="connsiteX14-2365" fmla="*/ 1807298 w 1821230"/>
                    <a:gd name="connsiteY14-2366" fmla="*/ 1036022 h 2434265"/>
                    <a:gd name="connsiteX15-2367" fmla="*/ 1802726 w 1821230"/>
                    <a:gd name="connsiteY15-2368" fmla="*/ 258782 h 2434265"/>
                    <a:gd name="connsiteX16-2369" fmla="*/ 1761578 w 1821230"/>
                    <a:gd name="connsiteY16-2370" fmla="*/ 98762 h 2434265"/>
                    <a:gd name="connsiteX17-2371" fmla="*/ 1651850 w 1821230"/>
                    <a:gd name="connsiteY17-2372" fmla="*/ 16466 h 2434265"/>
                    <a:gd name="connsiteX18-2373" fmla="*/ 1487258 w 1821230"/>
                    <a:gd name="connsiteY18-2374" fmla="*/ 2750 h 2434265"/>
                    <a:gd name="connsiteX0-2375" fmla="*/ 1487258 w 1818815"/>
                    <a:gd name="connsiteY0-2376" fmla="*/ 2750 h 2433195"/>
                    <a:gd name="connsiteX1-2377" fmla="*/ 1286090 w 1818815"/>
                    <a:gd name="connsiteY1-2378" fmla="*/ 53042 h 2433195"/>
                    <a:gd name="connsiteX2-2379" fmla="*/ 970622 w 1818815"/>
                    <a:gd name="connsiteY2-2380" fmla="*/ 295358 h 2433195"/>
                    <a:gd name="connsiteX3-2381" fmla="*/ 705446 w 1818815"/>
                    <a:gd name="connsiteY3-2382" fmla="*/ 779990 h 2433195"/>
                    <a:gd name="connsiteX4-2383" fmla="*/ 559142 w 1818815"/>
                    <a:gd name="connsiteY4-2384" fmla="*/ 1237190 h 2433195"/>
                    <a:gd name="connsiteX5-2385" fmla="*/ 335114 w 1818815"/>
                    <a:gd name="connsiteY5-2386" fmla="*/ 1735538 h 2433195"/>
                    <a:gd name="connsiteX6-2387" fmla="*/ 143090 w 1818815"/>
                    <a:gd name="connsiteY6-2388" fmla="*/ 1936706 h 2433195"/>
                    <a:gd name="connsiteX7-2389" fmla="*/ 42506 w 1818815"/>
                    <a:gd name="connsiteY7-2390" fmla="*/ 2046434 h 2433195"/>
                    <a:gd name="connsiteX8-2391" fmla="*/ 1358 w 1818815"/>
                    <a:gd name="connsiteY8-2392" fmla="*/ 2165306 h 2433195"/>
                    <a:gd name="connsiteX9-2393" fmla="*/ 24218 w 1818815"/>
                    <a:gd name="connsiteY9-2394" fmla="*/ 2270462 h 2433195"/>
                    <a:gd name="connsiteX10-2395" fmla="*/ 156806 w 1818815"/>
                    <a:gd name="connsiteY10-2396" fmla="*/ 2366474 h 2433195"/>
                    <a:gd name="connsiteX11-2397" fmla="*/ 367118 w 1818815"/>
                    <a:gd name="connsiteY11-2398" fmla="*/ 2430482 h 2433195"/>
                    <a:gd name="connsiteX12-2399" fmla="*/ 971186 w 1818815"/>
                    <a:gd name="connsiteY12-2400" fmla="*/ 2383697 h 2433195"/>
                    <a:gd name="connsiteX13-2401" fmla="*/ 1734334 w 1818815"/>
                    <a:gd name="connsiteY13-2402" fmla="*/ 2064409 h 2433195"/>
                    <a:gd name="connsiteX14-2403" fmla="*/ 1807298 w 1818815"/>
                    <a:gd name="connsiteY14-2404" fmla="*/ 1036022 h 2433195"/>
                    <a:gd name="connsiteX15-2405" fmla="*/ 1802726 w 1818815"/>
                    <a:gd name="connsiteY15-2406" fmla="*/ 258782 h 2433195"/>
                    <a:gd name="connsiteX16-2407" fmla="*/ 1761578 w 1818815"/>
                    <a:gd name="connsiteY16-2408" fmla="*/ 98762 h 2433195"/>
                    <a:gd name="connsiteX17-2409" fmla="*/ 1651850 w 1818815"/>
                    <a:gd name="connsiteY17-2410" fmla="*/ 16466 h 2433195"/>
                    <a:gd name="connsiteX18-2411" fmla="*/ 1487258 w 1818815"/>
                    <a:gd name="connsiteY18-2412" fmla="*/ 2750 h 2433195"/>
                    <a:gd name="connsiteX0-2413" fmla="*/ 1487258 w 1818815"/>
                    <a:gd name="connsiteY0-2414" fmla="*/ 2750 h 2432587"/>
                    <a:gd name="connsiteX1-2415" fmla="*/ 1286090 w 1818815"/>
                    <a:gd name="connsiteY1-2416" fmla="*/ 53042 h 2432587"/>
                    <a:gd name="connsiteX2-2417" fmla="*/ 970622 w 1818815"/>
                    <a:gd name="connsiteY2-2418" fmla="*/ 295358 h 2432587"/>
                    <a:gd name="connsiteX3-2419" fmla="*/ 705446 w 1818815"/>
                    <a:gd name="connsiteY3-2420" fmla="*/ 779990 h 2432587"/>
                    <a:gd name="connsiteX4-2421" fmla="*/ 559142 w 1818815"/>
                    <a:gd name="connsiteY4-2422" fmla="*/ 1237190 h 2432587"/>
                    <a:gd name="connsiteX5-2423" fmla="*/ 335114 w 1818815"/>
                    <a:gd name="connsiteY5-2424" fmla="*/ 1735538 h 2432587"/>
                    <a:gd name="connsiteX6-2425" fmla="*/ 143090 w 1818815"/>
                    <a:gd name="connsiteY6-2426" fmla="*/ 1936706 h 2432587"/>
                    <a:gd name="connsiteX7-2427" fmla="*/ 42506 w 1818815"/>
                    <a:gd name="connsiteY7-2428" fmla="*/ 2046434 h 2432587"/>
                    <a:gd name="connsiteX8-2429" fmla="*/ 1358 w 1818815"/>
                    <a:gd name="connsiteY8-2430" fmla="*/ 2165306 h 2432587"/>
                    <a:gd name="connsiteX9-2431" fmla="*/ 24218 w 1818815"/>
                    <a:gd name="connsiteY9-2432" fmla="*/ 2270462 h 2432587"/>
                    <a:gd name="connsiteX10-2433" fmla="*/ 156806 w 1818815"/>
                    <a:gd name="connsiteY10-2434" fmla="*/ 2366474 h 2432587"/>
                    <a:gd name="connsiteX11-2435" fmla="*/ 367118 w 1818815"/>
                    <a:gd name="connsiteY11-2436" fmla="*/ 2430482 h 2432587"/>
                    <a:gd name="connsiteX12-2437" fmla="*/ 971186 w 1818815"/>
                    <a:gd name="connsiteY12-2438" fmla="*/ 2383697 h 2432587"/>
                    <a:gd name="connsiteX13-2439" fmla="*/ 1734334 w 1818815"/>
                    <a:gd name="connsiteY13-2440" fmla="*/ 2064409 h 2432587"/>
                    <a:gd name="connsiteX14-2441" fmla="*/ 1807298 w 1818815"/>
                    <a:gd name="connsiteY14-2442" fmla="*/ 1036022 h 2432587"/>
                    <a:gd name="connsiteX15-2443" fmla="*/ 1802726 w 1818815"/>
                    <a:gd name="connsiteY15-2444" fmla="*/ 258782 h 2432587"/>
                    <a:gd name="connsiteX16-2445" fmla="*/ 1761578 w 1818815"/>
                    <a:gd name="connsiteY16-2446" fmla="*/ 98762 h 2432587"/>
                    <a:gd name="connsiteX17-2447" fmla="*/ 1651850 w 1818815"/>
                    <a:gd name="connsiteY17-2448" fmla="*/ 16466 h 2432587"/>
                    <a:gd name="connsiteX18-2449" fmla="*/ 1487258 w 1818815"/>
                    <a:gd name="connsiteY18-2450" fmla="*/ 2750 h 2432587"/>
                    <a:gd name="connsiteX0-2451" fmla="*/ 1487258 w 1818815"/>
                    <a:gd name="connsiteY0-2452" fmla="*/ 2750 h 2431175"/>
                    <a:gd name="connsiteX1-2453" fmla="*/ 1286090 w 1818815"/>
                    <a:gd name="connsiteY1-2454" fmla="*/ 53042 h 2431175"/>
                    <a:gd name="connsiteX2-2455" fmla="*/ 970622 w 1818815"/>
                    <a:gd name="connsiteY2-2456" fmla="*/ 295358 h 2431175"/>
                    <a:gd name="connsiteX3-2457" fmla="*/ 705446 w 1818815"/>
                    <a:gd name="connsiteY3-2458" fmla="*/ 779990 h 2431175"/>
                    <a:gd name="connsiteX4-2459" fmla="*/ 559142 w 1818815"/>
                    <a:gd name="connsiteY4-2460" fmla="*/ 1237190 h 2431175"/>
                    <a:gd name="connsiteX5-2461" fmla="*/ 335114 w 1818815"/>
                    <a:gd name="connsiteY5-2462" fmla="*/ 1735538 h 2431175"/>
                    <a:gd name="connsiteX6-2463" fmla="*/ 143090 w 1818815"/>
                    <a:gd name="connsiteY6-2464" fmla="*/ 1936706 h 2431175"/>
                    <a:gd name="connsiteX7-2465" fmla="*/ 42506 w 1818815"/>
                    <a:gd name="connsiteY7-2466" fmla="*/ 2046434 h 2431175"/>
                    <a:gd name="connsiteX8-2467" fmla="*/ 1358 w 1818815"/>
                    <a:gd name="connsiteY8-2468" fmla="*/ 2165306 h 2431175"/>
                    <a:gd name="connsiteX9-2469" fmla="*/ 24218 w 1818815"/>
                    <a:gd name="connsiteY9-2470" fmla="*/ 2270462 h 2431175"/>
                    <a:gd name="connsiteX10-2471" fmla="*/ 156806 w 1818815"/>
                    <a:gd name="connsiteY10-2472" fmla="*/ 2366474 h 2431175"/>
                    <a:gd name="connsiteX11-2473" fmla="*/ 367118 w 1818815"/>
                    <a:gd name="connsiteY11-2474" fmla="*/ 2430482 h 2431175"/>
                    <a:gd name="connsiteX12-2475" fmla="*/ 971186 w 1818815"/>
                    <a:gd name="connsiteY12-2476" fmla="*/ 2383697 h 2431175"/>
                    <a:gd name="connsiteX13-2477" fmla="*/ 1734334 w 1818815"/>
                    <a:gd name="connsiteY13-2478" fmla="*/ 2064409 h 2431175"/>
                    <a:gd name="connsiteX14-2479" fmla="*/ 1807298 w 1818815"/>
                    <a:gd name="connsiteY14-2480" fmla="*/ 1036022 h 2431175"/>
                    <a:gd name="connsiteX15-2481" fmla="*/ 1802726 w 1818815"/>
                    <a:gd name="connsiteY15-2482" fmla="*/ 258782 h 2431175"/>
                    <a:gd name="connsiteX16-2483" fmla="*/ 1761578 w 1818815"/>
                    <a:gd name="connsiteY16-2484" fmla="*/ 98762 h 2431175"/>
                    <a:gd name="connsiteX17-2485" fmla="*/ 1651850 w 1818815"/>
                    <a:gd name="connsiteY17-2486" fmla="*/ 16466 h 2431175"/>
                    <a:gd name="connsiteX18-2487" fmla="*/ 1487258 w 1818815"/>
                    <a:gd name="connsiteY18-2488" fmla="*/ 2750 h 2431175"/>
                    <a:gd name="connsiteX0-2489" fmla="*/ 1487258 w 1818815"/>
                    <a:gd name="connsiteY0-2490" fmla="*/ 2750 h 2430482"/>
                    <a:gd name="connsiteX1-2491" fmla="*/ 1286090 w 1818815"/>
                    <a:gd name="connsiteY1-2492" fmla="*/ 53042 h 2430482"/>
                    <a:gd name="connsiteX2-2493" fmla="*/ 970622 w 1818815"/>
                    <a:gd name="connsiteY2-2494" fmla="*/ 295358 h 2430482"/>
                    <a:gd name="connsiteX3-2495" fmla="*/ 705446 w 1818815"/>
                    <a:gd name="connsiteY3-2496" fmla="*/ 779990 h 2430482"/>
                    <a:gd name="connsiteX4-2497" fmla="*/ 559142 w 1818815"/>
                    <a:gd name="connsiteY4-2498" fmla="*/ 1237190 h 2430482"/>
                    <a:gd name="connsiteX5-2499" fmla="*/ 335114 w 1818815"/>
                    <a:gd name="connsiteY5-2500" fmla="*/ 1735538 h 2430482"/>
                    <a:gd name="connsiteX6-2501" fmla="*/ 143090 w 1818815"/>
                    <a:gd name="connsiteY6-2502" fmla="*/ 1936706 h 2430482"/>
                    <a:gd name="connsiteX7-2503" fmla="*/ 42506 w 1818815"/>
                    <a:gd name="connsiteY7-2504" fmla="*/ 2046434 h 2430482"/>
                    <a:gd name="connsiteX8-2505" fmla="*/ 1358 w 1818815"/>
                    <a:gd name="connsiteY8-2506" fmla="*/ 2165306 h 2430482"/>
                    <a:gd name="connsiteX9-2507" fmla="*/ 24218 w 1818815"/>
                    <a:gd name="connsiteY9-2508" fmla="*/ 2270462 h 2430482"/>
                    <a:gd name="connsiteX10-2509" fmla="*/ 156806 w 1818815"/>
                    <a:gd name="connsiteY10-2510" fmla="*/ 2366474 h 2430482"/>
                    <a:gd name="connsiteX11-2511" fmla="*/ 367118 w 1818815"/>
                    <a:gd name="connsiteY11-2512" fmla="*/ 2430482 h 2430482"/>
                    <a:gd name="connsiteX12-2513" fmla="*/ 971186 w 1818815"/>
                    <a:gd name="connsiteY12-2514" fmla="*/ 2383697 h 2430482"/>
                    <a:gd name="connsiteX13-2515" fmla="*/ 1734334 w 1818815"/>
                    <a:gd name="connsiteY13-2516" fmla="*/ 2064409 h 2430482"/>
                    <a:gd name="connsiteX14-2517" fmla="*/ 1807298 w 1818815"/>
                    <a:gd name="connsiteY14-2518" fmla="*/ 1036022 h 2430482"/>
                    <a:gd name="connsiteX15-2519" fmla="*/ 1802726 w 1818815"/>
                    <a:gd name="connsiteY15-2520" fmla="*/ 258782 h 2430482"/>
                    <a:gd name="connsiteX16-2521" fmla="*/ 1761578 w 1818815"/>
                    <a:gd name="connsiteY16-2522" fmla="*/ 98762 h 2430482"/>
                    <a:gd name="connsiteX17-2523" fmla="*/ 1651850 w 1818815"/>
                    <a:gd name="connsiteY17-2524" fmla="*/ 16466 h 2430482"/>
                    <a:gd name="connsiteX18-2525" fmla="*/ 1487258 w 1818815"/>
                    <a:gd name="connsiteY18-2526" fmla="*/ 2750 h 2430482"/>
                    <a:gd name="connsiteX0-2527" fmla="*/ 1487258 w 1818815"/>
                    <a:gd name="connsiteY0-2528" fmla="*/ 2750 h 2433195"/>
                    <a:gd name="connsiteX1-2529" fmla="*/ 1286090 w 1818815"/>
                    <a:gd name="connsiteY1-2530" fmla="*/ 53042 h 2433195"/>
                    <a:gd name="connsiteX2-2531" fmla="*/ 970622 w 1818815"/>
                    <a:gd name="connsiteY2-2532" fmla="*/ 295358 h 2433195"/>
                    <a:gd name="connsiteX3-2533" fmla="*/ 705446 w 1818815"/>
                    <a:gd name="connsiteY3-2534" fmla="*/ 779990 h 2433195"/>
                    <a:gd name="connsiteX4-2535" fmla="*/ 559142 w 1818815"/>
                    <a:gd name="connsiteY4-2536" fmla="*/ 1237190 h 2433195"/>
                    <a:gd name="connsiteX5-2537" fmla="*/ 335114 w 1818815"/>
                    <a:gd name="connsiteY5-2538" fmla="*/ 1735538 h 2433195"/>
                    <a:gd name="connsiteX6-2539" fmla="*/ 143090 w 1818815"/>
                    <a:gd name="connsiteY6-2540" fmla="*/ 1936706 h 2433195"/>
                    <a:gd name="connsiteX7-2541" fmla="*/ 42506 w 1818815"/>
                    <a:gd name="connsiteY7-2542" fmla="*/ 2046434 h 2433195"/>
                    <a:gd name="connsiteX8-2543" fmla="*/ 1358 w 1818815"/>
                    <a:gd name="connsiteY8-2544" fmla="*/ 2165306 h 2433195"/>
                    <a:gd name="connsiteX9-2545" fmla="*/ 24218 w 1818815"/>
                    <a:gd name="connsiteY9-2546" fmla="*/ 2270462 h 2433195"/>
                    <a:gd name="connsiteX10-2547" fmla="*/ 156806 w 1818815"/>
                    <a:gd name="connsiteY10-2548" fmla="*/ 2366474 h 2433195"/>
                    <a:gd name="connsiteX11-2549" fmla="*/ 367118 w 1818815"/>
                    <a:gd name="connsiteY11-2550" fmla="*/ 2430482 h 2433195"/>
                    <a:gd name="connsiteX12-2551" fmla="*/ 971186 w 1818815"/>
                    <a:gd name="connsiteY12-2552" fmla="*/ 2383697 h 2433195"/>
                    <a:gd name="connsiteX13-2553" fmla="*/ 1734334 w 1818815"/>
                    <a:gd name="connsiteY13-2554" fmla="*/ 2064409 h 2433195"/>
                    <a:gd name="connsiteX14-2555" fmla="*/ 1807298 w 1818815"/>
                    <a:gd name="connsiteY14-2556" fmla="*/ 1036022 h 2433195"/>
                    <a:gd name="connsiteX15-2557" fmla="*/ 1802726 w 1818815"/>
                    <a:gd name="connsiteY15-2558" fmla="*/ 258782 h 2433195"/>
                    <a:gd name="connsiteX16-2559" fmla="*/ 1761578 w 1818815"/>
                    <a:gd name="connsiteY16-2560" fmla="*/ 98762 h 2433195"/>
                    <a:gd name="connsiteX17-2561" fmla="*/ 1651850 w 1818815"/>
                    <a:gd name="connsiteY17-2562" fmla="*/ 16466 h 2433195"/>
                    <a:gd name="connsiteX18-2563" fmla="*/ 1487258 w 1818815"/>
                    <a:gd name="connsiteY18-2564" fmla="*/ 2750 h 2433195"/>
                    <a:gd name="connsiteX0-2565" fmla="*/ 1487258 w 1818815"/>
                    <a:gd name="connsiteY0-2566" fmla="*/ 2750 h 2432500"/>
                    <a:gd name="connsiteX1-2567" fmla="*/ 1286090 w 1818815"/>
                    <a:gd name="connsiteY1-2568" fmla="*/ 53042 h 2432500"/>
                    <a:gd name="connsiteX2-2569" fmla="*/ 970622 w 1818815"/>
                    <a:gd name="connsiteY2-2570" fmla="*/ 295358 h 2432500"/>
                    <a:gd name="connsiteX3-2571" fmla="*/ 705446 w 1818815"/>
                    <a:gd name="connsiteY3-2572" fmla="*/ 779990 h 2432500"/>
                    <a:gd name="connsiteX4-2573" fmla="*/ 559142 w 1818815"/>
                    <a:gd name="connsiteY4-2574" fmla="*/ 1237190 h 2432500"/>
                    <a:gd name="connsiteX5-2575" fmla="*/ 335114 w 1818815"/>
                    <a:gd name="connsiteY5-2576" fmla="*/ 1735538 h 2432500"/>
                    <a:gd name="connsiteX6-2577" fmla="*/ 143090 w 1818815"/>
                    <a:gd name="connsiteY6-2578" fmla="*/ 1936706 h 2432500"/>
                    <a:gd name="connsiteX7-2579" fmla="*/ 42506 w 1818815"/>
                    <a:gd name="connsiteY7-2580" fmla="*/ 2046434 h 2432500"/>
                    <a:gd name="connsiteX8-2581" fmla="*/ 1358 w 1818815"/>
                    <a:gd name="connsiteY8-2582" fmla="*/ 2165306 h 2432500"/>
                    <a:gd name="connsiteX9-2583" fmla="*/ 24218 w 1818815"/>
                    <a:gd name="connsiteY9-2584" fmla="*/ 2270462 h 2432500"/>
                    <a:gd name="connsiteX10-2585" fmla="*/ 156806 w 1818815"/>
                    <a:gd name="connsiteY10-2586" fmla="*/ 2375868 h 2432500"/>
                    <a:gd name="connsiteX11-2587" fmla="*/ 367118 w 1818815"/>
                    <a:gd name="connsiteY11-2588" fmla="*/ 2430482 h 2432500"/>
                    <a:gd name="connsiteX12-2589" fmla="*/ 971186 w 1818815"/>
                    <a:gd name="connsiteY12-2590" fmla="*/ 2383697 h 2432500"/>
                    <a:gd name="connsiteX13-2591" fmla="*/ 1734334 w 1818815"/>
                    <a:gd name="connsiteY13-2592" fmla="*/ 2064409 h 2432500"/>
                    <a:gd name="connsiteX14-2593" fmla="*/ 1807298 w 1818815"/>
                    <a:gd name="connsiteY14-2594" fmla="*/ 1036022 h 2432500"/>
                    <a:gd name="connsiteX15-2595" fmla="*/ 1802726 w 1818815"/>
                    <a:gd name="connsiteY15-2596" fmla="*/ 258782 h 2432500"/>
                    <a:gd name="connsiteX16-2597" fmla="*/ 1761578 w 1818815"/>
                    <a:gd name="connsiteY16-2598" fmla="*/ 98762 h 2432500"/>
                    <a:gd name="connsiteX17-2599" fmla="*/ 1651850 w 1818815"/>
                    <a:gd name="connsiteY17-2600" fmla="*/ 16466 h 2432500"/>
                    <a:gd name="connsiteX18-2601" fmla="*/ 1487258 w 1818815"/>
                    <a:gd name="connsiteY18-2602" fmla="*/ 2750 h 2432500"/>
                    <a:gd name="connsiteX0-2603" fmla="*/ 1487258 w 1818815"/>
                    <a:gd name="connsiteY0-2604" fmla="*/ 2750 h 2432500"/>
                    <a:gd name="connsiteX1-2605" fmla="*/ 1286090 w 1818815"/>
                    <a:gd name="connsiteY1-2606" fmla="*/ 53042 h 2432500"/>
                    <a:gd name="connsiteX2-2607" fmla="*/ 970622 w 1818815"/>
                    <a:gd name="connsiteY2-2608" fmla="*/ 295358 h 2432500"/>
                    <a:gd name="connsiteX3-2609" fmla="*/ 705446 w 1818815"/>
                    <a:gd name="connsiteY3-2610" fmla="*/ 779990 h 2432500"/>
                    <a:gd name="connsiteX4-2611" fmla="*/ 559142 w 1818815"/>
                    <a:gd name="connsiteY4-2612" fmla="*/ 1237190 h 2432500"/>
                    <a:gd name="connsiteX5-2613" fmla="*/ 335114 w 1818815"/>
                    <a:gd name="connsiteY5-2614" fmla="*/ 1735538 h 2432500"/>
                    <a:gd name="connsiteX6-2615" fmla="*/ 143090 w 1818815"/>
                    <a:gd name="connsiteY6-2616" fmla="*/ 1936706 h 2432500"/>
                    <a:gd name="connsiteX7-2617" fmla="*/ 42506 w 1818815"/>
                    <a:gd name="connsiteY7-2618" fmla="*/ 2046434 h 2432500"/>
                    <a:gd name="connsiteX8-2619" fmla="*/ 1358 w 1818815"/>
                    <a:gd name="connsiteY8-2620" fmla="*/ 2165306 h 2432500"/>
                    <a:gd name="connsiteX9-2621" fmla="*/ 24218 w 1818815"/>
                    <a:gd name="connsiteY9-2622" fmla="*/ 2270462 h 2432500"/>
                    <a:gd name="connsiteX10-2623" fmla="*/ 156806 w 1818815"/>
                    <a:gd name="connsiteY10-2624" fmla="*/ 2375868 h 2432500"/>
                    <a:gd name="connsiteX11-2625" fmla="*/ 561819 w 1818815"/>
                    <a:gd name="connsiteY11-2626" fmla="*/ 2430482 h 2432500"/>
                    <a:gd name="connsiteX12-2627" fmla="*/ 971186 w 1818815"/>
                    <a:gd name="connsiteY12-2628" fmla="*/ 2383697 h 2432500"/>
                    <a:gd name="connsiteX13-2629" fmla="*/ 1734334 w 1818815"/>
                    <a:gd name="connsiteY13-2630" fmla="*/ 2064409 h 2432500"/>
                    <a:gd name="connsiteX14-2631" fmla="*/ 1807298 w 1818815"/>
                    <a:gd name="connsiteY14-2632" fmla="*/ 1036022 h 2432500"/>
                    <a:gd name="connsiteX15-2633" fmla="*/ 1802726 w 1818815"/>
                    <a:gd name="connsiteY15-2634" fmla="*/ 258782 h 2432500"/>
                    <a:gd name="connsiteX16-2635" fmla="*/ 1761578 w 1818815"/>
                    <a:gd name="connsiteY16-2636" fmla="*/ 98762 h 2432500"/>
                    <a:gd name="connsiteX17-2637" fmla="*/ 1651850 w 1818815"/>
                    <a:gd name="connsiteY17-2638" fmla="*/ 16466 h 2432500"/>
                    <a:gd name="connsiteX18-2639" fmla="*/ 1487258 w 1818815"/>
                    <a:gd name="connsiteY18-2640" fmla="*/ 2750 h 2432500"/>
                    <a:gd name="connsiteX0-2641" fmla="*/ 1487258 w 1818815"/>
                    <a:gd name="connsiteY0-2642" fmla="*/ 2750 h 2438345"/>
                    <a:gd name="connsiteX1-2643" fmla="*/ 1286090 w 1818815"/>
                    <a:gd name="connsiteY1-2644" fmla="*/ 53042 h 2438345"/>
                    <a:gd name="connsiteX2-2645" fmla="*/ 970622 w 1818815"/>
                    <a:gd name="connsiteY2-2646" fmla="*/ 295358 h 2438345"/>
                    <a:gd name="connsiteX3-2647" fmla="*/ 705446 w 1818815"/>
                    <a:gd name="connsiteY3-2648" fmla="*/ 779990 h 2438345"/>
                    <a:gd name="connsiteX4-2649" fmla="*/ 559142 w 1818815"/>
                    <a:gd name="connsiteY4-2650" fmla="*/ 1237190 h 2438345"/>
                    <a:gd name="connsiteX5-2651" fmla="*/ 335114 w 1818815"/>
                    <a:gd name="connsiteY5-2652" fmla="*/ 1735538 h 2438345"/>
                    <a:gd name="connsiteX6-2653" fmla="*/ 143090 w 1818815"/>
                    <a:gd name="connsiteY6-2654" fmla="*/ 1936706 h 2438345"/>
                    <a:gd name="connsiteX7-2655" fmla="*/ 42506 w 1818815"/>
                    <a:gd name="connsiteY7-2656" fmla="*/ 2046434 h 2438345"/>
                    <a:gd name="connsiteX8-2657" fmla="*/ 1358 w 1818815"/>
                    <a:gd name="connsiteY8-2658" fmla="*/ 2165306 h 2438345"/>
                    <a:gd name="connsiteX9-2659" fmla="*/ 24218 w 1818815"/>
                    <a:gd name="connsiteY9-2660" fmla="*/ 2270462 h 2438345"/>
                    <a:gd name="connsiteX10-2661" fmla="*/ 156806 w 1818815"/>
                    <a:gd name="connsiteY10-2662" fmla="*/ 2375868 h 2438345"/>
                    <a:gd name="connsiteX11-2663" fmla="*/ 530528 w 1818815"/>
                    <a:gd name="connsiteY11-2664" fmla="*/ 2437435 h 2438345"/>
                    <a:gd name="connsiteX12-2665" fmla="*/ 971186 w 1818815"/>
                    <a:gd name="connsiteY12-2666" fmla="*/ 2383697 h 2438345"/>
                    <a:gd name="connsiteX13-2667" fmla="*/ 1734334 w 1818815"/>
                    <a:gd name="connsiteY13-2668" fmla="*/ 2064409 h 2438345"/>
                    <a:gd name="connsiteX14-2669" fmla="*/ 1807298 w 1818815"/>
                    <a:gd name="connsiteY14-2670" fmla="*/ 1036022 h 2438345"/>
                    <a:gd name="connsiteX15-2671" fmla="*/ 1802726 w 1818815"/>
                    <a:gd name="connsiteY15-2672" fmla="*/ 258782 h 2438345"/>
                    <a:gd name="connsiteX16-2673" fmla="*/ 1761578 w 1818815"/>
                    <a:gd name="connsiteY16-2674" fmla="*/ 98762 h 2438345"/>
                    <a:gd name="connsiteX17-2675" fmla="*/ 1651850 w 1818815"/>
                    <a:gd name="connsiteY17-2676" fmla="*/ 16466 h 2438345"/>
                    <a:gd name="connsiteX18-2677" fmla="*/ 1487258 w 1818815"/>
                    <a:gd name="connsiteY18-2678" fmla="*/ 2750 h 2438345"/>
                    <a:gd name="connsiteX0-2679" fmla="*/ 1487258 w 1818815"/>
                    <a:gd name="connsiteY0-2680" fmla="*/ 2750 h 2409043"/>
                    <a:gd name="connsiteX1-2681" fmla="*/ 1286090 w 1818815"/>
                    <a:gd name="connsiteY1-2682" fmla="*/ 53042 h 2409043"/>
                    <a:gd name="connsiteX2-2683" fmla="*/ 970622 w 1818815"/>
                    <a:gd name="connsiteY2-2684" fmla="*/ 295358 h 2409043"/>
                    <a:gd name="connsiteX3-2685" fmla="*/ 705446 w 1818815"/>
                    <a:gd name="connsiteY3-2686" fmla="*/ 779990 h 2409043"/>
                    <a:gd name="connsiteX4-2687" fmla="*/ 559142 w 1818815"/>
                    <a:gd name="connsiteY4-2688" fmla="*/ 1237190 h 2409043"/>
                    <a:gd name="connsiteX5-2689" fmla="*/ 335114 w 1818815"/>
                    <a:gd name="connsiteY5-2690" fmla="*/ 1735538 h 2409043"/>
                    <a:gd name="connsiteX6-2691" fmla="*/ 143090 w 1818815"/>
                    <a:gd name="connsiteY6-2692" fmla="*/ 1936706 h 2409043"/>
                    <a:gd name="connsiteX7-2693" fmla="*/ 42506 w 1818815"/>
                    <a:gd name="connsiteY7-2694" fmla="*/ 2046434 h 2409043"/>
                    <a:gd name="connsiteX8-2695" fmla="*/ 1358 w 1818815"/>
                    <a:gd name="connsiteY8-2696" fmla="*/ 2165306 h 2409043"/>
                    <a:gd name="connsiteX9-2697" fmla="*/ 24218 w 1818815"/>
                    <a:gd name="connsiteY9-2698" fmla="*/ 2270462 h 2409043"/>
                    <a:gd name="connsiteX10-2699" fmla="*/ 156806 w 1818815"/>
                    <a:gd name="connsiteY10-2700" fmla="*/ 2375868 h 2409043"/>
                    <a:gd name="connsiteX11-2701" fmla="*/ 971186 w 1818815"/>
                    <a:gd name="connsiteY11-2702" fmla="*/ 2383697 h 2409043"/>
                    <a:gd name="connsiteX12-2703" fmla="*/ 1734334 w 1818815"/>
                    <a:gd name="connsiteY12-2704" fmla="*/ 2064409 h 2409043"/>
                    <a:gd name="connsiteX13-2705" fmla="*/ 1807298 w 1818815"/>
                    <a:gd name="connsiteY13-2706" fmla="*/ 1036022 h 2409043"/>
                    <a:gd name="connsiteX14-2707" fmla="*/ 1802726 w 1818815"/>
                    <a:gd name="connsiteY14-2708" fmla="*/ 258782 h 2409043"/>
                    <a:gd name="connsiteX15-2709" fmla="*/ 1761578 w 1818815"/>
                    <a:gd name="connsiteY15-2710" fmla="*/ 98762 h 2409043"/>
                    <a:gd name="connsiteX16-2711" fmla="*/ 1651850 w 1818815"/>
                    <a:gd name="connsiteY16-2712" fmla="*/ 16466 h 2409043"/>
                    <a:gd name="connsiteX17-2713" fmla="*/ 1487258 w 1818815"/>
                    <a:gd name="connsiteY17-2714" fmla="*/ 2750 h 2409043"/>
                    <a:gd name="connsiteX0-2715" fmla="*/ 1487258 w 1814912"/>
                    <a:gd name="connsiteY0-2716" fmla="*/ 2750 h 2403977"/>
                    <a:gd name="connsiteX1-2717" fmla="*/ 1286090 w 1814912"/>
                    <a:gd name="connsiteY1-2718" fmla="*/ 53042 h 2403977"/>
                    <a:gd name="connsiteX2-2719" fmla="*/ 970622 w 1814912"/>
                    <a:gd name="connsiteY2-2720" fmla="*/ 295358 h 2403977"/>
                    <a:gd name="connsiteX3-2721" fmla="*/ 705446 w 1814912"/>
                    <a:gd name="connsiteY3-2722" fmla="*/ 779990 h 2403977"/>
                    <a:gd name="connsiteX4-2723" fmla="*/ 559142 w 1814912"/>
                    <a:gd name="connsiteY4-2724" fmla="*/ 1237190 h 2403977"/>
                    <a:gd name="connsiteX5-2725" fmla="*/ 335114 w 1814912"/>
                    <a:gd name="connsiteY5-2726" fmla="*/ 1735538 h 2403977"/>
                    <a:gd name="connsiteX6-2727" fmla="*/ 143090 w 1814912"/>
                    <a:gd name="connsiteY6-2728" fmla="*/ 1936706 h 2403977"/>
                    <a:gd name="connsiteX7-2729" fmla="*/ 42506 w 1814912"/>
                    <a:gd name="connsiteY7-2730" fmla="*/ 2046434 h 2403977"/>
                    <a:gd name="connsiteX8-2731" fmla="*/ 1358 w 1814912"/>
                    <a:gd name="connsiteY8-2732" fmla="*/ 2165306 h 2403977"/>
                    <a:gd name="connsiteX9-2733" fmla="*/ 24218 w 1814912"/>
                    <a:gd name="connsiteY9-2734" fmla="*/ 2270462 h 2403977"/>
                    <a:gd name="connsiteX10-2735" fmla="*/ 156806 w 1814912"/>
                    <a:gd name="connsiteY10-2736" fmla="*/ 2375868 h 2403977"/>
                    <a:gd name="connsiteX11-2737" fmla="*/ 1033769 w 1814912"/>
                    <a:gd name="connsiteY11-2738" fmla="*/ 2376743 h 2403977"/>
                    <a:gd name="connsiteX12-2739" fmla="*/ 1734334 w 1814912"/>
                    <a:gd name="connsiteY12-2740" fmla="*/ 2064409 h 2403977"/>
                    <a:gd name="connsiteX13-2741" fmla="*/ 1807298 w 1814912"/>
                    <a:gd name="connsiteY13-2742" fmla="*/ 1036022 h 2403977"/>
                    <a:gd name="connsiteX14-2743" fmla="*/ 1802726 w 1814912"/>
                    <a:gd name="connsiteY14-2744" fmla="*/ 258782 h 2403977"/>
                    <a:gd name="connsiteX15-2745" fmla="*/ 1761578 w 1814912"/>
                    <a:gd name="connsiteY15-2746" fmla="*/ 98762 h 2403977"/>
                    <a:gd name="connsiteX16-2747" fmla="*/ 1651850 w 1814912"/>
                    <a:gd name="connsiteY16-2748" fmla="*/ 16466 h 2403977"/>
                    <a:gd name="connsiteX17-2749" fmla="*/ 1487258 w 1814912"/>
                    <a:gd name="connsiteY17-2750" fmla="*/ 2750 h 2403977"/>
                    <a:gd name="connsiteX0-2751" fmla="*/ 1487258 w 1814912"/>
                    <a:gd name="connsiteY0-2752" fmla="*/ 2750 h 2399457"/>
                    <a:gd name="connsiteX1-2753" fmla="*/ 1286090 w 1814912"/>
                    <a:gd name="connsiteY1-2754" fmla="*/ 53042 h 2399457"/>
                    <a:gd name="connsiteX2-2755" fmla="*/ 970622 w 1814912"/>
                    <a:gd name="connsiteY2-2756" fmla="*/ 295358 h 2399457"/>
                    <a:gd name="connsiteX3-2757" fmla="*/ 705446 w 1814912"/>
                    <a:gd name="connsiteY3-2758" fmla="*/ 779990 h 2399457"/>
                    <a:gd name="connsiteX4-2759" fmla="*/ 559142 w 1814912"/>
                    <a:gd name="connsiteY4-2760" fmla="*/ 1237190 h 2399457"/>
                    <a:gd name="connsiteX5-2761" fmla="*/ 335114 w 1814912"/>
                    <a:gd name="connsiteY5-2762" fmla="*/ 1735538 h 2399457"/>
                    <a:gd name="connsiteX6-2763" fmla="*/ 143090 w 1814912"/>
                    <a:gd name="connsiteY6-2764" fmla="*/ 1936706 h 2399457"/>
                    <a:gd name="connsiteX7-2765" fmla="*/ 42506 w 1814912"/>
                    <a:gd name="connsiteY7-2766" fmla="*/ 2046434 h 2399457"/>
                    <a:gd name="connsiteX8-2767" fmla="*/ 1358 w 1814912"/>
                    <a:gd name="connsiteY8-2768" fmla="*/ 2165306 h 2399457"/>
                    <a:gd name="connsiteX9-2769" fmla="*/ 24218 w 1814912"/>
                    <a:gd name="connsiteY9-2770" fmla="*/ 2270462 h 2399457"/>
                    <a:gd name="connsiteX10-2771" fmla="*/ 156806 w 1814912"/>
                    <a:gd name="connsiteY10-2772" fmla="*/ 2375868 h 2399457"/>
                    <a:gd name="connsiteX11-2773" fmla="*/ 1033769 w 1814912"/>
                    <a:gd name="connsiteY11-2774" fmla="*/ 2376743 h 2399457"/>
                    <a:gd name="connsiteX12-2775" fmla="*/ 1734334 w 1814912"/>
                    <a:gd name="connsiteY12-2776" fmla="*/ 2064409 h 2399457"/>
                    <a:gd name="connsiteX13-2777" fmla="*/ 1807298 w 1814912"/>
                    <a:gd name="connsiteY13-2778" fmla="*/ 1036022 h 2399457"/>
                    <a:gd name="connsiteX14-2779" fmla="*/ 1802726 w 1814912"/>
                    <a:gd name="connsiteY14-2780" fmla="*/ 258782 h 2399457"/>
                    <a:gd name="connsiteX15-2781" fmla="*/ 1761578 w 1814912"/>
                    <a:gd name="connsiteY15-2782" fmla="*/ 98762 h 2399457"/>
                    <a:gd name="connsiteX16-2783" fmla="*/ 1651850 w 1814912"/>
                    <a:gd name="connsiteY16-2784" fmla="*/ 16466 h 2399457"/>
                    <a:gd name="connsiteX17-2785" fmla="*/ 1487258 w 1814912"/>
                    <a:gd name="connsiteY17-2786" fmla="*/ 2750 h 2399457"/>
                    <a:gd name="connsiteX0-2787" fmla="*/ 1491239 w 1818893"/>
                    <a:gd name="connsiteY0-2788" fmla="*/ 2750 h 2400144"/>
                    <a:gd name="connsiteX1-2789" fmla="*/ 1290071 w 1818893"/>
                    <a:gd name="connsiteY1-2790" fmla="*/ 53042 h 2400144"/>
                    <a:gd name="connsiteX2-2791" fmla="*/ 974603 w 1818893"/>
                    <a:gd name="connsiteY2-2792" fmla="*/ 295358 h 2400144"/>
                    <a:gd name="connsiteX3-2793" fmla="*/ 709427 w 1818893"/>
                    <a:gd name="connsiteY3-2794" fmla="*/ 779990 h 2400144"/>
                    <a:gd name="connsiteX4-2795" fmla="*/ 563123 w 1818893"/>
                    <a:gd name="connsiteY4-2796" fmla="*/ 1237190 h 2400144"/>
                    <a:gd name="connsiteX5-2797" fmla="*/ 339095 w 1818893"/>
                    <a:gd name="connsiteY5-2798" fmla="*/ 1735538 h 2400144"/>
                    <a:gd name="connsiteX6-2799" fmla="*/ 147071 w 1818893"/>
                    <a:gd name="connsiteY6-2800" fmla="*/ 1936706 h 2400144"/>
                    <a:gd name="connsiteX7-2801" fmla="*/ 46487 w 1818893"/>
                    <a:gd name="connsiteY7-2802" fmla="*/ 2046434 h 2400144"/>
                    <a:gd name="connsiteX8-2803" fmla="*/ 5339 w 1818893"/>
                    <a:gd name="connsiteY8-2804" fmla="*/ 2165306 h 2400144"/>
                    <a:gd name="connsiteX9-2805" fmla="*/ 17768 w 1818893"/>
                    <a:gd name="connsiteY9-2806" fmla="*/ 2256555 h 2400144"/>
                    <a:gd name="connsiteX10-2807" fmla="*/ 160787 w 1818893"/>
                    <a:gd name="connsiteY10-2808" fmla="*/ 2375868 h 2400144"/>
                    <a:gd name="connsiteX11-2809" fmla="*/ 1037750 w 1818893"/>
                    <a:gd name="connsiteY11-2810" fmla="*/ 2376743 h 2400144"/>
                    <a:gd name="connsiteX12-2811" fmla="*/ 1738315 w 1818893"/>
                    <a:gd name="connsiteY12-2812" fmla="*/ 2064409 h 2400144"/>
                    <a:gd name="connsiteX13-2813" fmla="*/ 1811279 w 1818893"/>
                    <a:gd name="connsiteY13-2814" fmla="*/ 1036022 h 2400144"/>
                    <a:gd name="connsiteX14-2815" fmla="*/ 1806707 w 1818893"/>
                    <a:gd name="connsiteY14-2816" fmla="*/ 258782 h 2400144"/>
                    <a:gd name="connsiteX15-2817" fmla="*/ 1765559 w 1818893"/>
                    <a:gd name="connsiteY15-2818" fmla="*/ 98762 h 2400144"/>
                    <a:gd name="connsiteX16-2819" fmla="*/ 1655831 w 1818893"/>
                    <a:gd name="connsiteY16-2820" fmla="*/ 16466 h 2400144"/>
                    <a:gd name="connsiteX17-2821" fmla="*/ 1491239 w 1818893"/>
                    <a:gd name="connsiteY17-2822" fmla="*/ 2750 h 2400144"/>
                    <a:gd name="connsiteX0-2823" fmla="*/ 1500174 w 1827828"/>
                    <a:gd name="connsiteY0-2824" fmla="*/ 2750 h 2400319"/>
                    <a:gd name="connsiteX1-2825" fmla="*/ 1299006 w 1827828"/>
                    <a:gd name="connsiteY1-2826" fmla="*/ 53042 h 2400319"/>
                    <a:gd name="connsiteX2-2827" fmla="*/ 983538 w 1827828"/>
                    <a:gd name="connsiteY2-2828" fmla="*/ 295358 h 2400319"/>
                    <a:gd name="connsiteX3-2829" fmla="*/ 718362 w 1827828"/>
                    <a:gd name="connsiteY3-2830" fmla="*/ 779990 h 2400319"/>
                    <a:gd name="connsiteX4-2831" fmla="*/ 572058 w 1827828"/>
                    <a:gd name="connsiteY4-2832" fmla="*/ 1237190 h 2400319"/>
                    <a:gd name="connsiteX5-2833" fmla="*/ 348030 w 1827828"/>
                    <a:gd name="connsiteY5-2834" fmla="*/ 1735538 h 2400319"/>
                    <a:gd name="connsiteX6-2835" fmla="*/ 156006 w 1827828"/>
                    <a:gd name="connsiteY6-2836" fmla="*/ 1936706 h 2400319"/>
                    <a:gd name="connsiteX7-2837" fmla="*/ 55422 w 1827828"/>
                    <a:gd name="connsiteY7-2838" fmla="*/ 2046434 h 2400319"/>
                    <a:gd name="connsiteX8-2839" fmla="*/ 14274 w 1827828"/>
                    <a:gd name="connsiteY8-2840" fmla="*/ 2165306 h 2400319"/>
                    <a:gd name="connsiteX9-2841" fmla="*/ 12795 w 1827828"/>
                    <a:gd name="connsiteY9-2842" fmla="*/ 2253078 h 2400319"/>
                    <a:gd name="connsiteX10-2843" fmla="*/ 169722 w 1827828"/>
                    <a:gd name="connsiteY10-2844" fmla="*/ 2375868 h 2400319"/>
                    <a:gd name="connsiteX11-2845" fmla="*/ 1046685 w 1827828"/>
                    <a:gd name="connsiteY11-2846" fmla="*/ 2376743 h 2400319"/>
                    <a:gd name="connsiteX12-2847" fmla="*/ 1747250 w 1827828"/>
                    <a:gd name="connsiteY12-2848" fmla="*/ 2064409 h 2400319"/>
                    <a:gd name="connsiteX13-2849" fmla="*/ 1820214 w 1827828"/>
                    <a:gd name="connsiteY13-2850" fmla="*/ 1036022 h 2400319"/>
                    <a:gd name="connsiteX14-2851" fmla="*/ 1815642 w 1827828"/>
                    <a:gd name="connsiteY14-2852" fmla="*/ 258782 h 2400319"/>
                    <a:gd name="connsiteX15-2853" fmla="*/ 1774494 w 1827828"/>
                    <a:gd name="connsiteY15-2854" fmla="*/ 98762 h 2400319"/>
                    <a:gd name="connsiteX16-2855" fmla="*/ 1664766 w 1827828"/>
                    <a:gd name="connsiteY16-2856" fmla="*/ 16466 h 2400319"/>
                    <a:gd name="connsiteX17-2857" fmla="*/ 1500174 w 1827828"/>
                    <a:gd name="connsiteY17-2858" fmla="*/ 2750 h 2400319"/>
                    <a:gd name="connsiteX0-2859" fmla="*/ 1494091 w 1821745"/>
                    <a:gd name="connsiteY0-2860" fmla="*/ 2750 h 2400319"/>
                    <a:gd name="connsiteX1-2861" fmla="*/ 1292923 w 1821745"/>
                    <a:gd name="connsiteY1-2862" fmla="*/ 53042 h 2400319"/>
                    <a:gd name="connsiteX2-2863" fmla="*/ 977455 w 1821745"/>
                    <a:gd name="connsiteY2-2864" fmla="*/ 295358 h 2400319"/>
                    <a:gd name="connsiteX3-2865" fmla="*/ 712279 w 1821745"/>
                    <a:gd name="connsiteY3-2866" fmla="*/ 779990 h 2400319"/>
                    <a:gd name="connsiteX4-2867" fmla="*/ 565975 w 1821745"/>
                    <a:gd name="connsiteY4-2868" fmla="*/ 1237190 h 2400319"/>
                    <a:gd name="connsiteX5-2869" fmla="*/ 341947 w 1821745"/>
                    <a:gd name="connsiteY5-2870" fmla="*/ 1735538 h 2400319"/>
                    <a:gd name="connsiteX6-2871" fmla="*/ 149923 w 1821745"/>
                    <a:gd name="connsiteY6-2872" fmla="*/ 1936706 h 2400319"/>
                    <a:gd name="connsiteX7-2873" fmla="*/ 49339 w 1821745"/>
                    <a:gd name="connsiteY7-2874" fmla="*/ 2046434 h 2400319"/>
                    <a:gd name="connsiteX8-2875" fmla="*/ 8191 w 1821745"/>
                    <a:gd name="connsiteY8-2876" fmla="*/ 2165306 h 2400319"/>
                    <a:gd name="connsiteX9-2877" fmla="*/ 6712 w 1821745"/>
                    <a:gd name="connsiteY9-2878" fmla="*/ 2253078 h 2400319"/>
                    <a:gd name="connsiteX10-2879" fmla="*/ 163639 w 1821745"/>
                    <a:gd name="connsiteY10-2880" fmla="*/ 2375868 h 2400319"/>
                    <a:gd name="connsiteX11-2881" fmla="*/ 1040602 w 1821745"/>
                    <a:gd name="connsiteY11-2882" fmla="*/ 2376743 h 2400319"/>
                    <a:gd name="connsiteX12-2883" fmla="*/ 1741167 w 1821745"/>
                    <a:gd name="connsiteY12-2884" fmla="*/ 2064409 h 2400319"/>
                    <a:gd name="connsiteX13-2885" fmla="*/ 1814131 w 1821745"/>
                    <a:gd name="connsiteY13-2886" fmla="*/ 1036022 h 2400319"/>
                    <a:gd name="connsiteX14-2887" fmla="*/ 1809559 w 1821745"/>
                    <a:gd name="connsiteY14-2888" fmla="*/ 258782 h 2400319"/>
                    <a:gd name="connsiteX15-2889" fmla="*/ 1768411 w 1821745"/>
                    <a:gd name="connsiteY15-2890" fmla="*/ 98762 h 2400319"/>
                    <a:gd name="connsiteX16-2891" fmla="*/ 1658683 w 1821745"/>
                    <a:gd name="connsiteY16-2892" fmla="*/ 16466 h 2400319"/>
                    <a:gd name="connsiteX17-2893" fmla="*/ 1494091 w 1821745"/>
                    <a:gd name="connsiteY17-2894" fmla="*/ 2750 h 2400319"/>
                    <a:gd name="connsiteX0-2895" fmla="*/ 1491208 w 1818862"/>
                    <a:gd name="connsiteY0-2896" fmla="*/ 2750 h 2405153"/>
                    <a:gd name="connsiteX1-2897" fmla="*/ 1290040 w 1818862"/>
                    <a:gd name="connsiteY1-2898" fmla="*/ 53042 h 2405153"/>
                    <a:gd name="connsiteX2-2899" fmla="*/ 974572 w 1818862"/>
                    <a:gd name="connsiteY2-2900" fmla="*/ 295358 h 2405153"/>
                    <a:gd name="connsiteX3-2901" fmla="*/ 709396 w 1818862"/>
                    <a:gd name="connsiteY3-2902" fmla="*/ 779990 h 2405153"/>
                    <a:gd name="connsiteX4-2903" fmla="*/ 563092 w 1818862"/>
                    <a:gd name="connsiteY4-2904" fmla="*/ 1237190 h 2405153"/>
                    <a:gd name="connsiteX5-2905" fmla="*/ 339064 w 1818862"/>
                    <a:gd name="connsiteY5-2906" fmla="*/ 1735538 h 2405153"/>
                    <a:gd name="connsiteX6-2907" fmla="*/ 147040 w 1818862"/>
                    <a:gd name="connsiteY6-2908" fmla="*/ 1936706 h 2405153"/>
                    <a:gd name="connsiteX7-2909" fmla="*/ 46456 w 1818862"/>
                    <a:gd name="connsiteY7-2910" fmla="*/ 2046434 h 2405153"/>
                    <a:gd name="connsiteX8-2911" fmla="*/ 5308 w 1818862"/>
                    <a:gd name="connsiteY8-2912" fmla="*/ 2165306 h 2405153"/>
                    <a:gd name="connsiteX9-2913" fmla="*/ 160756 w 1818862"/>
                    <a:gd name="connsiteY9-2914" fmla="*/ 2375868 h 2405153"/>
                    <a:gd name="connsiteX10-2915" fmla="*/ 1037719 w 1818862"/>
                    <a:gd name="connsiteY10-2916" fmla="*/ 2376743 h 2405153"/>
                    <a:gd name="connsiteX11-2917" fmla="*/ 1738284 w 1818862"/>
                    <a:gd name="connsiteY11-2918" fmla="*/ 2064409 h 2405153"/>
                    <a:gd name="connsiteX12-2919" fmla="*/ 1811248 w 1818862"/>
                    <a:gd name="connsiteY12-2920" fmla="*/ 1036022 h 2405153"/>
                    <a:gd name="connsiteX13-2921" fmla="*/ 1806676 w 1818862"/>
                    <a:gd name="connsiteY13-2922" fmla="*/ 258782 h 2405153"/>
                    <a:gd name="connsiteX14-2923" fmla="*/ 1765528 w 1818862"/>
                    <a:gd name="connsiteY14-2924" fmla="*/ 98762 h 2405153"/>
                    <a:gd name="connsiteX15-2925" fmla="*/ 1655800 w 1818862"/>
                    <a:gd name="connsiteY15-2926" fmla="*/ 16466 h 2405153"/>
                    <a:gd name="connsiteX16-2927" fmla="*/ 1491208 w 1818862"/>
                    <a:gd name="connsiteY16-2928" fmla="*/ 2750 h 2405153"/>
                    <a:gd name="connsiteX0-2929" fmla="*/ 1484904 w 1812558"/>
                    <a:gd name="connsiteY0-2930" fmla="*/ 2750 h 2408117"/>
                    <a:gd name="connsiteX1-2931" fmla="*/ 1283736 w 1812558"/>
                    <a:gd name="connsiteY1-2932" fmla="*/ 53042 h 2408117"/>
                    <a:gd name="connsiteX2-2933" fmla="*/ 968268 w 1812558"/>
                    <a:gd name="connsiteY2-2934" fmla="*/ 295358 h 2408117"/>
                    <a:gd name="connsiteX3-2935" fmla="*/ 703092 w 1812558"/>
                    <a:gd name="connsiteY3-2936" fmla="*/ 779990 h 2408117"/>
                    <a:gd name="connsiteX4-2937" fmla="*/ 556788 w 1812558"/>
                    <a:gd name="connsiteY4-2938" fmla="*/ 1237190 h 2408117"/>
                    <a:gd name="connsiteX5-2939" fmla="*/ 332760 w 1812558"/>
                    <a:gd name="connsiteY5-2940" fmla="*/ 1735538 h 2408117"/>
                    <a:gd name="connsiteX6-2941" fmla="*/ 140736 w 1812558"/>
                    <a:gd name="connsiteY6-2942" fmla="*/ 1936706 h 2408117"/>
                    <a:gd name="connsiteX7-2943" fmla="*/ 40152 w 1812558"/>
                    <a:gd name="connsiteY7-2944" fmla="*/ 2046434 h 2408117"/>
                    <a:gd name="connsiteX8-2945" fmla="*/ 5957 w 1812558"/>
                    <a:gd name="connsiteY8-2946" fmla="*/ 2116630 h 2408117"/>
                    <a:gd name="connsiteX9-2947" fmla="*/ 154452 w 1812558"/>
                    <a:gd name="connsiteY9-2948" fmla="*/ 2375868 h 2408117"/>
                    <a:gd name="connsiteX10-2949" fmla="*/ 1031415 w 1812558"/>
                    <a:gd name="connsiteY10-2950" fmla="*/ 2376743 h 2408117"/>
                    <a:gd name="connsiteX11-2951" fmla="*/ 1731980 w 1812558"/>
                    <a:gd name="connsiteY11-2952" fmla="*/ 2064409 h 2408117"/>
                    <a:gd name="connsiteX12-2953" fmla="*/ 1804944 w 1812558"/>
                    <a:gd name="connsiteY12-2954" fmla="*/ 1036022 h 2408117"/>
                    <a:gd name="connsiteX13-2955" fmla="*/ 1800372 w 1812558"/>
                    <a:gd name="connsiteY13-2956" fmla="*/ 258782 h 2408117"/>
                    <a:gd name="connsiteX14-2957" fmla="*/ 1759224 w 1812558"/>
                    <a:gd name="connsiteY14-2958" fmla="*/ 98762 h 2408117"/>
                    <a:gd name="connsiteX15-2959" fmla="*/ 1649496 w 1812558"/>
                    <a:gd name="connsiteY15-2960" fmla="*/ 16466 h 2408117"/>
                    <a:gd name="connsiteX16-2961" fmla="*/ 1484904 w 1812558"/>
                    <a:gd name="connsiteY16-2962" fmla="*/ 2750 h 2408117"/>
                    <a:gd name="connsiteX0-2963" fmla="*/ 1479273 w 1806927"/>
                    <a:gd name="connsiteY0-2964" fmla="*/ 2750 h 2408117"/>
                    <a:gd name="connsiteX1-2965" fmla="*/ 1278105 w 1806927"/>
                    <a:gd name="connsiteY1-2966" fmla="*/ 53042 h 2408117"/>
                    <a:gd name="connsiteX2-2967" fmla="*/ 962637 w 1806927"/>
                    <a:gd name="connsiteY2-2968" fmla="*/ 295358 h 2408117"/>
                    <a:gd name="connsiteX3-2969" fmla="*/ 697461 w 1806927"/>
                    <a:gd name="connsiteY3-2970" fmla="*/ 779990 h 2408117"/>
                    <a:gd name="connsiteX4-2971" fmla="*/ 551157 w 1806927"/>
                    <a:gd name="connsiteY4-2972" fmla="*/ 1237190 h 2408117"/>
                    <a:gd name="connsiteX5-2973" fmla="*/ 327129 w 1806927"/>
                    <a:gd name="connsiteY5-2974" fmla="*/ 1735538 h 2408117"/>
                    <a:gd name="connsiteX6-2975" fmla="*/ 135105 w 1806927"/>
                    <a:gd name="connsiteY6-2976" fmla="*/ 1936706 h 2408117"/>
                    <a:gd name="connsiteX7-2977" fmla="*/ 34521 w 1806927"/>
                    <a:gd name="connsiteY7-2978" fmla="*/ 2046434 h 2408117"/>
                    <a:gd name="connsiteX8-2979" fmla="*/ 326 w 1806927"/>
                    <a:gd name="connsiteY8-2980" fmla="*/ 2116630 h 2408117"/>
                    <a:gd name="connsiteX9-2981" fmla="*/ 148821 w 1806927"/>
                    <a:gd name="connsiteY9-2982" fmla="*/ 2375868 h 2408117"/>
                    <a:gd name="connsiteX10-2983" fmla="*/ 1025784 w 1806927"/>
                    <a:gd name="connsiteY10-2984" fmla="*/ 2376743 h 2408117"/>
                    <a:gd name="connsiteX11-2985" fmla="*/ 1726349 w 1806927"/>
                    <a:gd name="connsiteY11-2986" fmla="*/ 2064409 h 2408117"/>
                    <a:gd name="connsiteX12-2987" fmla="*/ 1799313 w 1806927"/>
                    <a:gd name="connsiteY12-2988" fmla="*/ 1036022 h 2408117"/>
                    <a:gd name="connsiteX13-2989" fmla="*/ 1794741 w 1806927"/>
                    <a:gd name="connsiteY13-2990" fmla="*/ 258782 h 2408117"/>
                    <a:gd name="connsiteX14-2991" fmla="*/ 1753593 w 1806927"/>
                    <a:gd name="connsiteY14-2992" fmla="*/ 98762 h 2408117"/>
                    <a:gd name="connsiteX15-2993" fmla="*/ 1643865 w 1806927"/>
                    <a:gd name="connsiteY15-2994" fmla="*/ 16466 h 2408117"/>
                    <a:gd name="connsiteX16-2995" fmla="*/ 1479273 w 1806927"/>
                    <a:gd name="connsiteY16-2996" fmla="*/ 2750 h 2408117"/>
                    <a:gd name="connsiteX0-2997" fmla="*/ 1481989 w 1809643"/>
                    <a:gd name="connsiteY0-2998" fmla="*/ 2750 h 2408117"/>
                    <a:gd name="connsiteX1-2999" fmla="*/ 1280821 w 1809643"/>
                    <a:gd name="connsiteY1-3000" fmla="*/ 53042 h 2408117"/>
                    <a:gd name="connsiteX2-3001" fmla="*/ 965353 w 1809643"/>
                    <a:gd name="connsiteY2-3002" fmla="*/ 295358 h 2408117"/>
                    <a:gd name="connsiteX3-3003" fmla="*/ 700177 w 1809643"/>
                    <a:gd name="connsiteY3-3004" fmla="*/ 779990 h 2408117"/>
                    <a:gd name="connsiteX4-3005" fmla="*/ 553873 w 1809643"/>
                    <a:gd name="connsiteY4-3006" fmla="*/ 1237190 h 2408117"/>
                    <a:gd name="connsiteX5-3007" fmla="*/ 329845 w 1809643"/>
                    <a:gd name="connsiteY5-3008" fmla="*/ 1735538 h 2408117"/>
                    <a:gd name="connsiteX6-3009" fmla="*/ 137821 w 1809643"/>
                    <a:gd name="connsiteY6-3010" fmla="*/ 1936706 h 2408117"/>
                    <a:gd name="connsiteX7-3011" fmla="*/ 58098 w 1809643"/>
                    <a:gd name="connsiteY7-3012" fmla="*/ 2025573 h 2408117"/>
                    <a:gd name="connsiteX8-3013" fmla="*/ 3042 w 1809643"/>
                    <a:gd name="connsiteY8-3014" fmla="*/ 2116630 h 2408117"/>
                    <a:gd name="connsiteX9-3015" fmla="*/ 151537 w 1809643"/>
                    <a:gd name="connsiteY9-3016" fmla="*/ 2375868 h 2408117"/>
                    <a:gd name="connsiteX10-3017" fmla="*/ 1028500 w 1809643"/>
                    <a:gd name="connsiteY10-3018" fmla="*/ 2376743 h 2408117"/>
                    <a:gd name="connsiteX11-3019" fmla="*/ 1729065 w 1809643"/>
                    <a:gd name="connsiteY11-3020" fmla="*/ 2064409 h 2408117"/>
                    <a:gd name="connsiteX12-3021" fmla="*/ 1802029 w 1809643"/>
                    <a:gd name="connsiteY12-3022" fmla="*/ 1036022 h 2408117"/>
                    <a:gd name="connsiteX13-3023" fmla="*/ 1797457 w 1809643"/>
                    <a:gd name="connsiteY13-3024" fmla="*/ 258782 h 2408117"/>
                    <a:gd name="connsiteX14-3025" fmla="*/ 1756309 w 1809643"/>
                    <a:gd name="connsiteY14-3026" fmla="*/ 98762 h 2408117"/>
                    <a:gd name="connsiteX15-3027" fmla="*/ 1646581 w 1809643"/>
                    <a:gd name="connsiteY15-3028" fmla="*/ 16466 h 2408117"/>
                    <a:gd name="connsiteX16-3029" fmla="*/ 1481989 w 1809643"/>
                    <a:gd name="connsiteY16-3030" fmla="*/ 2750 h 2408117"/>
                    <a:gd name="connsiteX0-3031" fmla="*/ 1479273 w 1806927"/>
                    <a:gd name="connsiteY0-3032" fmla="*/ 2750 h 2408117"/>
                    <a:gd name="connsiteX1-3033" fmla="*/ 1278105 w 1806927"/>
                    <a:gd name="connsiteY1-3034" fmla="*/ 53042 h 2408117"/>
                    <a:gd name="connsiteX2-3035" fmla="*/ 962637 w 1806927"/>
                    <a:gd name="connsiteY2-3036" fmla="*/ 295358 h 2408117"/>
                    <a:gd name="connsiteX3-3037" fmla="*/ 697461 w 1806927"/>
                    <a:gd name="connsiteY3-3038" fmla="*/ 779990 h 2408117"/>
                    <a:gd name="connsiteX4-3039" fmla="*/ 551157 w 1806927"/>
                    <a:gd name="connsiteY4-3040" fmla="*/ 1237190 h 2408117"/>
                    <a:gd name="connsiteX5-3041" fmla="*/ 327129 w 1806927"/>
                    <a:gd name="connsiteY5-3042" fmla="*/ 1735538 h 2408117"/>
                    <a:gd name="connsiteX6-3043" fmla="*/ 135105 w 1806927"/>
                    <a:gd name="connsiteY6-3044" fmla="*/ 1936706 h 2408117"/>
                    <a:gd name="connsiteX7-3045" fmla="*/ 55382 w 1806927"/>
                    <a:gd name="connsiteY7-3046" fmla="*/ 2025573 h 2408117"/>
                    <a:gd name="connsiteX8-3047" fmla="*/ 326 w 1806927"/>
                    <a:gd name="connsiteY8-3048" fmla="*/ 2116630 h 2408117"/>
                    <a:gd name="connsiteX9-3049" fmla="*/ 148821 w 1806927"/>
                    <a:gd name="connsiteY9-3050" fmla="*/ 2375868 h 2408117"/>
                    <a:gd name="connsiteX10-3051" fmla="*/ 1025784 w 1806927"/>
                    <a:gd name="connsiteY10-3052" fmla="*/ 2376743 h 2408117"/>
                    <a:gd name="connsiteX11-3053" fmla="*/ 1726349 w 1806927"/>
                    <a:gd name="connsiteY11-3054" fmla="*/ 2064409 h 2408117"/>
                    <a:gd name="connsiteX12-3055" fmla="*/ 1799313 w 1806927"/>
                    <a:gd name="connsiteY12-3056" fmla="*/ 1036022 h 2408117"/>
                    <a:gd name="connsiteX13-3057" fmla="*/ 1794741 w 1806927"/>
                    <a:gd name="connsiteY13-3058" fmla="*/ 258782 h 2408117"/>
                    <a:gd name="connsiteX14-3059" fmla="*/ 1753593 w 1806927"/>
                    <a:gd name="connsiteY14-3060" fmla="*/ 98762 h 2408117"/>
                    <a:gd name="connsiteX15-3061" fmla="*/ 1643865 w 1806927"/>
                    <a:gd name="connsiteY15-3062" fmla="*/ 16466 h 2408117"/>
                    <a:gd name="connsiteX16-3063" fmla="*/ 1479273 w 1806927"/>
                    <a:gd name="connsiteY16-3064" fmla="*/ 2750 h 2408117"/>
                    <a:gd name="connsiteX0-3065" fmla="*/ 1484943 w 1812597"/>
                    <a:gd name="connsiteY0-3066" fmla="*/ 2750 h 2408117"/>
                    <a:gd name="connsiteX1-3067" fmla="*/ 1283775 w 1812597"/>
                    <a:gd name="connsiteY1-3068" fmla="*/ 53042 h 2408117"/>
                    <a:gd name="connsiteX2-3069" fmla="*/ 968307 w 1812597"/>
                    <a:gd name="connsiteY2-3070" fmla="*/ 295358 h 2408117"/>
                    <a:gd name="connsiteX3-3071" fmla="*/ 703131 w 1812597"/>
                    <a:gd name="connsiteY3-3072" fmla="*/ 779990 h 2408117"/>
                    <a:gd name="connsiteX4-3073" fmla="*/ 556827 w 1812597"/>
                    <a:gd name="connsiteY4-3074" fmla="*/ 1237190 h 2408117"/>
                    <a:gd name="connsiteX5-3075" fmla="*/ 332799 w 1812597"/>
                    <a:gd name="connsiteY5-3076" fmla="*/ 1735538 h 2408117"/>
                    <a:gd name="connsiteX6-3077" fmla="*/ 140775 w 1812597"/>
                    <a:gd name="connsiteY6-3078" fmla="*/ 1936706 h 2408117"/>
                    <a:gd name="connsiteX7-3079" fmla="*/ 61052 w 1812597"/>
                    <a:gd name="connsiteY7-3080" fmla="*/ 2025573 h 2408117"/>
                    <a:gd name="connsiteX8-3081" fmla="*/ 5996 w 1812597"/>
                    <a:gd name="connsiteY8-3082" fmla="*/ 2116630 h 2408117"/>
                    <a:gd name="connsiteX9-3083" fmla="*/ 154491 w 1812597"/>
                    <a:gd name="connsiteY9-3084" fmla="*/ 2375868 h 2408117"/>
                    <a:gd name="connsiteX10-3085" fmla="*/ 1031454 w 1812597"/>
                    <a:gd name="connsiteY10-3086" fmla="*/ 2376743 h 2408117"/>
                    <a:gd name="connsiteX11-3087" fmla="*/ 1732019 w 1812597"/>
                    <a:gd name="connsiteY11-3088" fmla="*/ 2064409 h 2408117"/>
                    <a:gd name="connsiteX12-3089" fmla="*/ 1804983 w 1812597"/>
                    <a:gd name="connsiteY12-3090" fmla="*/ 1036022 h 2408117"/>
                    <a:gd name="connsiteX13-3091" fmla="*/ 1800411 w 1812597"/>
                    <a:gd name="connsiteY13-3092" fmla="*/ 258782 h 2408117"/>
                    <a:gd name="connsiteX14-3093" fmla="*/ 1759263 w 1812597"/>
                    <a:gd name="connsiteY14-3094" fmla="*/ 98762 h 2408117"/>
                    <a:gd name="connsiteX15-3095" fmla="*/ 1649535 w 1812597"/>
                    <a:gd name="connsiteY15-3096" fmla="*/ 16466 h 2408117"/>
                    <a:gd name="connsiteX16-3097" fmla="*/ 1484943 w 1812597"/>
                    <a:gd name="connsiteY16-3098" fmla="*/ 2750 h 2408117"/>
                    <a:gd name="connsiteX0-3099" fmla="*/ 1479041 w 1806695"/>
                    <a:gd name="connsiteY0-3100" fmla="*/ 2750 h 2408117"/>
                    <a:gd name="connsiteX1-3101" fmla="*/ 1277873 w 1806695"/>
                    <a:gd name="connsiteY1-3102" fmla="*/ 53042 h 2408117"/>
                    <a:gd name="connsiteX2-3103" fmla="*/ 962405 w 1806695"/>
                    <a:gd name="connsiteY2-3104" fmla="*/ 295358 h 2408117"/>
                    <a:gd name="connsiteX3-3105" fmla="*/ 697229 w 1806695"/>
                    <a:gd name="connsiteY3-3106" fmla="*/ 779990 h 2408117"/>
                    <a:gd name="connsiteX4-3107" fmla="*/ 550925 w 1806695"/>
                    <a:gd name="connsiteY4-3108" fmla="*/ 1237190 h 2408117"/>
                    <a:gd name="connsiteX5-3109" fmla="*/ 326897 w 1806695"/>
                    <a:gd name="connsiteY5-3110" fmla="*/ 1735538 h 2408117"/>
                    <a:gd name="connsiteX6-3111" fmla="*/ 134873 w 1806695"/>
                    <a:gd name="connsiteY6-3112" fmla="*/ 1936706 h 2408117"/>
                    <a:gd name="connsiteX7-3113" fmla="*/ 94 w 1806695"/>
                    <a:gd name="connsiteY7-3114" fmla="*/ 2116630 h 2408117"/>
                    <a:gd name="connsiteX8-3115" fmla="*/ 148589 w 1806695"/>
                    <a:gd name="connsiteY8-3116" fmla="*/ 2375868 h 2408117"/>
                    <a:gd name="connsiteX9-3117" fmla="*/ 1025552 w 1806695"/>
                    <a:gd name="connsiteY9-3118" fmla="*/ 2376743 h 2408117"/>
                    <a:gd name="connsiteX10-3119" fmla="*/ 1726117 w 1806695"/>
                    <a:gd name="connsiteY10-3120" fmla="*/ 2064409 h 2408117"/>
                    <a:gd name="connsiteX11-3121" fmla="*/ 1799081 w 1806695"/>
                    <a:gd name="connsiteY11-3122" fmla="*/ 1036022 h 2408117"/>
                    <a:gd name="connsiteX12-3123" fmla="*/ 1794509 w 1806695"/>
                    <a:gd name="connsiteY12-3124" fmla="*/ 258782 h 2408117"/>
                    <a:gd name="connsiteX13-3125" fmla="*/ 1753361 w 1806695"/>
                    <a:gd name="connsiteY13-3126" fmla="*/ 98762 h 2408117"/>
                    <a:gd name="connsiteX14-3127" fmla="*/ 1643633 w 1806695"/>
                    <a:gd name="connsiteY14-3128" fmla="*/ 16466 h 2408117"/>
                    <a:gd name="connsiteX15-3129" fmla="*/ 1479041 w 1806695"/>
                    <a:gd name="connsiteY15-3130" fmla="*/ 2750 h 2408117"/>
                    <a:gd name="connsiteX0-3131" fmla="*/ 1484681 w 1812335"/>
                    <a:gd name="connsiteY0-3132" fmla="*/ 2750 h 2408117"/>
                    <a:gd name="connsiteX1-3133" fmla="*/ 1283513 w 1812335"/>
                    <a:gd name="connsiteY1-3134" fmla="*/ 53042 h 2408117"/>
                    <a:gd name="connsiteX2-3135" fmla="*/ 968045 w 1812335"/>
                    <a:gd name="connsiteY2-3136" fmla="*/ 295358 h 2408117"/>
                    <a:gd name="connsiteX3-3137" fmla="*/ 702869 w 1812335"/>
                    <a:gd name="connsiteY3-3138" fmla="*/ 779990 h 2408117"/>
                    <a:gd name="connsiteX4-3139" fmla="*/ 556565 w 1812335"/>
                    <a:gd name="connsiteY4-3140" fmla="*/ 1237190 h 2408117"/>
                    <a:gd name="connsiteX5-3141" fmla="*/ 332537 w 1812335"/>
                    <a:gd name="connsiteY5-3142" fmla="*/ 1735538 h 2408117"/>
                    <a:gd name="connsiteX6-3143" fmla="*/ 140513 w 1812335"/>
                    <a:gd name="connsiteY6-3144" fmla="*/ 1936706 h 2408117"/>
                    <a:gd name="connsiteX7-3145" fmla="*/ 5734 w 1812335"/>
                    <a:gd name="connsiteY7-3146" fmla="*/ 2116630 h 2408117"/>
                    <a:gd name="connsiteX8-3147" fmla="*/ 154229 w 1812335"/>
                    <a:gd name="connsiteY8-3148" fmla="*/ 2375868 h 2408117"/>
                    <a:gd name="connsiteX9-3149" fmla="*/ 1031192 w 1812335"/>
                    <a:gd name="connsiteY9-3150" fmla="*/ 2376743 h 2408117"/>
                    <a:gd name="connsiteX10-3151" fmla="*/ 1731757 w 1812335"/>
                    <a:gd name="connsiteY10-3152" fmla="*/ 2064409 h 2408117"/>
                    <a:gd name="connsiteX11-3153" fmla="*/ 1804721 w 1812335"/>
                    <a:gd name="connsiteY11-3154" fmla="*/ 1036022 h 2408117"/>
                    <a:gd name="connsiteX12-3155" fmla="*/ 1800149 w 1812335"/>
                    <a:gd name="connsiteY12-3156" fmla="*/ 258782 h 2408117"/>
                    <a:gd name="connsiteX13-3157" fmla="*/ 1759001 w 1812335"/>
                    <a:gd name="connsiteY13-3158" fmla="*/ 98762 h 2408117"/>
                    <a:gd name="connsiteX14-3159" fmla="*/ 1649273 w 1812335"/>
                    <a:gd name="connsiteY14-3160" fmla="*/ 16466 h 2408117"/>
                    <a:gd name="connsiteX15-3161" fmla="*/ 1484681 w 1812335"/>
                    <a:gd name="connsiteY15-3162" fmla="*/ 2750 h 2408117"/>
                    <a:gd name="connsiteX0-3163" fmla="*/ 1484681 w 1812335"/>
                    <a:gd name="connsiteY0-3164" fmla="*/ 2750 h 2408117"/>
                    <a:gd name="connsiteX1-3165" fmla="*/ 1283513 w 1812335"/>
                    <a:gd name="connsiteY1-3166" fmla="*/ 53042 h 2408117"/>
                    <a:gd name="connsiteX2-3167" fmla="*/ 887982 w 1812335"/>
                    <a:gd name="connsiteY2-3168" fmla="*/ 198440 h 2408117"/>
                    <a:gd name="connsiteX3-3169" fmla="*/ 702869 w 1812335"/>
                    <a:gd name="connsiteY3-3170" fmla="*/ 779990 h 2408117"/>
                    <a:gd name="connsiteX4-3171" fmla="*/ 556565 w 1812335"/>
                    <a:gd name="connsiteY4-3172" fmla="*/ 1237190 h 2408117"/>
                    <a:gd name="connsiteX5-3173" fmla="*/ 332537 w 1812335"/>
                    <a:gd name="connsiteY5-3174" fmla="*/ 1735538 h 2408117"/>
                    <a:gd name="connsiteX6-3175" fmla="*/ 140513 w 1812335"/>
                    <a:gd name="connsiteY6-3176" fmla="*/ 1936706 h 2408117"/>
                    <a:gd name="connsiteX7-3177" fmla="*/ 5734 w 1812335"/>
                    <a:gd name="connsiteY7-3178" fmla="*/ 2116630 h 2408117"/>
                    <a:gd name="connsiteX8-3179" fmla="*/ 154229 w 1812335"/>
                    <a:gd name="connsiteY8-3180" fmla="*/ 2375868 h 2408117"/>
                    <a:gd name="connsiteX9-3181" fmla="*/ 1031192 w 1812335"/>
                    <a:gd name="connsiteY9-3182" fmla="*/ 2376743 h 2408117"/>
                    <a:gd name="connsiteX10-3183" fmla="*/ 1731757 w 1812335"/>
                    <a:gd name="connsiteY10-3184" fmla="*/ 2064409 h 2408117"/>
                    <a:gd name="connsiteX11-3185" fmla="*/ 1804721 w 1812335"/>
                    <a:gd name="connsiteY11-3186" fmla="*/ 1036022 h 2408117"/>
                    <a:gd name="connsiteX12-3187" fmla="*/ 1800149 w 1812335"/>
                    <a:gd name="connsiteY12-3188" fmla="*/ 258782 h 2408117"/>
                    <a:gd name="connsiteX13-3189" fmla="*/ 1759001 w 1812335"/>
                    <a:gd name="connsiteY13-3190" fmla="*/ 98762 h 2408117"/>
                    <a:gd name="connsiteX14-3191" fmla="*/ 1649273 w 1812335"/>
                    <a:gd name="connsiteY14-3192" fmla="*/ 16466 h 2408117"/>
                    <a:gd name="connsiteX15-3193" fmla="*/ 1484681 w 1812335"/>
                    <a:gd name="connsiteY15-3194" fmla="*/ 2750 h 2408117"/>
                    <a:gd name="connsiteX0-3195" fmla="*/ 1484681 w 1812335"/>
                    <a:gd name="connsiteY0-3196" fmla="*/ 2750 h 2408117"/>
                    <a:gd name="connsiteX1-3197" fmla="*/ 1283513 w 1812335"/>
                    <a:gd name="connsiteY1-3198" fmla="*/ 53042 h 2408117"/>
                    <a:gd name="connsiteX2-3199" fmla="*/ 887982 w 1812335"/>
                    <a:gd name="connsiteY2-3200" fmla="*/ 198440 h 2408117"/>
                    <a:gd name="connsiteX3-3201" fmla="*/ 740794 w 1812335"/>
                    <a:gd name="connsiteY3-3202" fmla="*/ 375463 h 2408117"/>
                    <a:gd name="connsiteX4-3203" fmla="*/ 556565 w 1812335"/>
                    <a:gd name="connsiteY4-3204" fmla="*/ 1237190 h 2408117"/>
                    <a:gd name="connsiteX5-3205" fmla="*/ 332537 w 1812335"/>
                    <a:gd name="connsiteY5-3206" fmla="*/ 1735538 h 2408117"/>
                    <a:gd name="connsiteX6-3207" fmla="*/ 140513 w 1812335"/>
                    <a:gd name="connsiteY6-3208" fmla="*/ 1936706 h 2408117"/>
                    <a:gd name="connsiteX7-3209" fmla="*/ 5734 w 1812335"/>
                    <a:gd name="connsiteY7-3210" fmla="*/ 2116630 h 2408117"/>
                    <a:gd name="connsiteX8-3211" fmla="*/ 154229 w 1812335"/>
                    <a:gd name="connsiteY8-3212" fmla="*/ 2375868 h 2408117"/>
                    <a:gd name="connsiteX9-3213" fmla="*/ 1031192 w 1812335"/>
                    <a:gd name="connsiteY9-3214" fmla="*/ 2376743 h 2408117"/>
                    <a:gd name="connsiteX10-3215" fmla="*/ 1731757 w 1812335"/>
                    <a:gd name="connsiteY10-3216" fmla="*/ 2064409 h 2408117"/>
                    <a:gd name="connsiteX11-3217" fmla="*/ 1804721 w 1812335"/>
                    <a:gd name="connsiteY11-3218" fmla="*/ 1036022 h 2408117"/>
                    <a:gd name="connsiteX12-3219" fmla="*/ 1800149 w 1812335"/>
                    <a:gd name="connsiteY12-3220" fmla="*/ 258782 h 2408117"/>
                    <a:gd name="connsiteX13-3221" fmla="*/ 1759001 w 1812335"/>
                    <a:gd name="connsiteY13-3222" fmla="*/ 98762 h 2408117"/>
                    <a:gd name="connsiteX14-3223" fmla="*/ 1649273 w 1812335"/>
                    <a:gd name="connsiteY14-3224" fmla="*/ 16466 h 2408117"/>
                    <a:gd name="connsiteX15-3225" fmla="*/ 1484681 w 1812335"/>
                    <a:gd name="connsiteY15-3226" fmla="*/ 2750 h 2408117"/>
                    <a:gd name="connsiteX0-3227" fmla="*/ 1484681 w 1812335"/>
                    <a:gd name="connsiteY0-3228" fmla="*/ 2133 h 2407500"/>
                    <a:gd name="connsiteX1-3229" fmla="*/ 1085463 w 1812335"/>
                    <a:gd name="connsiteY1-3230" fmla="*/ 43997 h 2407500"/>
                    <a:gd name="connsiteX2-3231" fmla="*/ 887982 w 1812335"/>
                    <a:gd name="connsiteY2-3232" fmla="*/ 197823 h 2407500"/>
                    <a:gd name="connsiteX3-3233" fmla="*/ 740794 w 1812335"/>
                    <a:gd name="connsiteY3-3234" fmla="*/ 374846 h 2407500"/>
                    <a:gd name="connsiteX4-3235" fmla="*/ 556565 w 1812335"/>
                    <a:gd name="connsiteY4-3236" fmla="*/ 1236573 h 2407500"/>
                    <a:gd name="connsiteX5-3237" fmla="*/ 332537 w 1812335"/>
                    <a:gd name="connsiteY5-3238" fmla="*/ 1734921 h 2407500"/>
                    <a:gd name="connsiteX6-3239" fmla="*/ 140513 w 1812335"/>
                    <a:gd name="connsiteY6-3240" fmla="*/ 1936089 h 2407500"/>
                    <a:gd name="connsiteX7-3241" fmla="*/ 5734 w 1812335"/>
                    <a:gd name="connsiteY7-3242" fmla="*/ 2116013 h 2407500"/>
                    <a:gd name="connsiteX8-3243" fmla="*/ 154229 w 1812335"/>
                    <a:gd name="connsiteY8-3244" fmla="*/ 2375251 h 2407500"/>
                    <a:gd name="connsiteX9-3245" fmla="*/ 1031192 w 1812335"/>
                    <a:gd name="connsiteY9-3246" fmla="*/ 2376126 h 2407500"/>
                    <a:gd name="connsiteX10-3247" fmla="*/ 1731757 w 1812335"/>
                    <a:gd name="connsiteY10-3248" fmla="*/ 2063792 h 2407500"/>
                    <a:gd name="connsiteX11-3249" fmla="*/ 1804721 w 1812335"/>
                    <a:gd name="connsiteY11-3250" fmla="*/ 1035405 h 2407500"/>
                    <a:gd name="connsiteX12-3251" fmla="*/ 1800149 w 1812335"/>
                    <a:gd name="connsiteY12-3252" fmla="*/ 258165 h 2407500"/>
                    <a:gd name="connsiteX13-3253" fmla="*/ 1759001 w 1812335"/>
                    <a:gd name="connsiteY13-3254" fmla="*/ 98145 h 2407500"/>
                    <a:gd name="connsiteX14-3255" fmla="*/ 1649273 w 1812335"/>
                    <a:gd name="connsiteY14-3256" fmla="*/ 15849 h 2407500"/>
                    <a:gd name="connsiteX15-3257" fmla="*/ 1484681 w 1812335"/>
                    <a:gd name="connsiteY15-3258" fmla="*/ 2133 h 2407500"/>
                    <a:gd name="connsiteX0-3259" fmla="*/ 1484681 w 1812335"/>
                    <a:gd name="connsiteY0-3260" fmla="*/ 2133 h 2407500"/>
                    <a:gd name="connsiteX1-3261" fmla="*/ 1085463 w 1812335"/>
                    <a:gd name="connsiteY1-3262" fmla="*/ 43997 h 2407500"/>
                    <a:gd name="connsiteX2-3263" fmla="*/ 850058 w 1812335"/>
                    <a:gd name="connsiteY2-3264" fmla="*/ 155684 h 2407500"/>
                    <a:gd name="connsiteX3-3265" fmla="*/ 740794 w 1812335"/>
                    <a:gd name="connsiteY3-3266" fmla="*/ 374846 h 2407500"/>
                    <a:gd name="connsiteX4-3267" fmla="*/ 556565 w 1812335"/>
                    <a:gd name="connsiteY4-3268" fmla="*/ 1236573 h 2407500"/>
                    <a:gd name="connsiteX5-3269" fmla="*/ 332537 w 1812335"/>
                    <a:gd name="connsiteY5-3270" fmla="*/ 1734921 h 2407500"/>
                    <a:gd name="connsiteX6-3271" fmla="*/ 140513 w 1812335"/>
                    <a:gd name="connsiteY6-3272" fmla="*/ 1936089 h 2407500"/>
                    <a:gd name="connsiteX7-3273" fmla="*/ 5734 w 1812335"/>
                    <a:gd name="connsiteY7-3274" fmla="*/ 2116013 h 2407500"/>
                    <a:gd name="connsiteX8-3275" fmla="*/ 154229 w 1812335"/>
                    <a:gd name="connsiteY8-3276" fmla="*/ 2375251 h 2407500"/>
                    <a:gd name="connsiteX9-3277" fmla="*/ 1031192 w 1812335"/>
                    <a:gd name="connsiteY9-3278" fmla="*/ 2376126 h 2407500"/>
                    <a:gd name="connsiteX10-3279" fmla="*/ 1731757 w 1812335"/>
                    <a:gd name="connsiteY10-3280" fmla="*/ 2063792 h 2407500"/>
                    <a:gd name="connsiteX11-3281" fmla="*/ 1804721 w 1812335"/>
                    <a:gd name="connsiteY11-3282" fmla="*/ 1035405 h 2407500"/>
                    <a:gd name="connsiteX12-3283" fmla="*/ 1800149 w 1812335"/>
                    <a:gd name="connsiteY12-3284" fmla="*/ 258165 h 2407500"/>
                    <a:gd name="connsiteX13-3285" fmla="*/ 1759001 w 1812335"/>
                    <a:gd name="connsiteY13-3286" fmla="*/ 98145 h 2407500"/>
                    <a:gd name="connsiteX14-3287" fmla="*/ 1649273 w 1812335"/>
                    <a:gd name="connsiteY14-3288" fmla="*/ 15849 h 2407500"/>
                    <a:gd name="connsiteX15-3289" fmla="*/ 1484681 w 1812335"/>
                    <a:gd name="connsiteY15-3290" fmla="*/ 2133 h 2407500"/>
                    <a:gd name="connsiteX0-3291" fmla="*/ 1484681 w 1812335"/>
                    <a:gd name="connsiteY0-3292" fmla="*/ 5644 h 2411011"/>
                    <a:gd name="connsiteX1-3293" fmla="*/ 1085463 w 1812335"/>
                    <a:gd name="connsiteY1-3294" fmla="*/ 47508 h 2411011"/>
                    <a:gd name="connsiteX2-3295" fmla="*/ 850058 w 1812335"/>
                    <a:gd name="connsiteY2-3296" fmla="*/ 159195 h 2411011"/>
                    <a:gd name="connsiteX3-3297" fmla="*/ 740794 w 1812335"/>
                    <a:gd name="connsiteY3-3298" fmla="*/ 378357 h 2411011"/>
                    <a:gd name="connsiteX4-3299" fmla="*/ 556565 w 1812335"/>
                    <a:gd name="connsiteY4-3300" fmla="*/ 1240084 h 2411011"/>
                    <a:gd name="connsiteX5-3301" fmla="*/ 332537 w 1812335"/>
                    <a:gd name="connsiteY5-3302" fmla="*/ 1738432 h 2411011"/>
                    <a:gd name="connsiteX6-3303" fmla="*/ 140513 w 1812335"/>
                    <a:gd name="connsiteY6-3304" fmla="*/ 1939600 h 2411011"/>
                    <a:gd name="connsiteX7-3305" fmla="*/ 5734 w 1812335"/>
                    <a:gd name="connsiteY7-3306" fmla="*/ 2119524 h 2411011"/>
                    <a:gd name="connsiteX8-3307" fmla="*/ 154229 w 1812335"/>
                    <a:gd name="connsiteY8-3308" fmla="*/ 2378762 h 2411011"/>
                    <a:gd name="connsiteX9-3309" fmla="*/ 1031192 w 1812335"/>
                    <a:gd name="connsiteY9-3310" fmla="*/ 2379637 h 2411011"/>
                    <a:gd name="connsiteX10-3311" fmla="*/ 1731757 w 1812335"/>
                    <a:gd name="connsiteY10-3312" fmla="*/ 2067303 h 2411011"/>
                    <a:gd name="connsiteX11-3313" fmla="*/ 1804721 w 1812335"/>
                    <a:gd name="connsiteY11-3314" fmla="*/ 1038916 h 2411011"/>
                    <a:gd name="connsiteX12-3315" fmla="*/ 1800149 w 1812335"/>
                    <a:gd name="connsiteY12-3316" fmla="*/ 261676 h 2411011"/>
                    <a:gd name="connsiteX13-3317" fmla="*/ 1759001 w 1812335"/>
                    <a:gd name="connsiteY13-3318" fmla="*/ 101656 h 2411011"/>
                    <a:gd name="connsiteX14-3319" fmla="*/ 1607135 w 1812335"/>
                    <a:gd name="connsiteY14-3320" fmla="*/ 10932 h 2411011"/>
                    <a:gd name="connsiteX15-3321" fmla="*/ 1484681 w 1812335"/>
                    <a:gd name="connsiteY15-3322" fmla="*/ 5644 h 2411011"/>
                    <a:gd name="connsiteX0-3323" fmla="*/ 1484681 w 1812335"/>
                    <a:gd name="connsiteY0-3324" fmla="*/ 16712 h 2422079"/>
                    <a:gd name="connsiteX1-3325" fmla="*/ 1085463 w 1812335"/>
                    <a:gd name="connsiteY1-3326" fmla="*/ 58576 h 2422079"/>
                    <a:gd name="connsiteX2-3327" fmla="*/ 850058 w 1812335"/>
                    <a:gd name="connsiteY2-3328" fmla="*/ 170263 h 2422079"/>
                    <a:gd name="connsiteX3-3329" fmla="*/ 740794 w 1812335"/>
                    <a:gd name="connsiteY3-3330" fmla="*/ 389425 h 2422079"/>
                    <a:gd name="connsiteX4-3331" fmla="*/ 556565 w 1812335"/>
                    <a:gd name="connsiteY4-3332" fmla="*/ 1251152 h 2422079"/>
                    <a:gd name="connsiteX5-3333" fmla="*/ 332537 w 1812335"/>
                    <a:gd name="connsiteY5-3334" fmla="*/ 1749500 h 2422079"/>
                    <a:gd name="connsiteX6-3335" fmla="*/ 140513 w 1812335"/>
                    <a:gd name="connsiteY6-3336" fmla="*/ 1950668 h 2422079"/>
                    <a:gd name="connsiteX7-3337" fmla="*/ 5734 w 1812335"/>
                    <a:gd name="connsiteY7-3338" fmla="*/ 2130592 h 2422079"/>
                    <a:gd name="connsiteX8-3339" fmla="*/ 154229 w 1812335"/>
                    <a:gd name="connsiteY8-3340" fmla="*/ 2389830 h 2422079"/>
                    <a:gd name="connsiteX9-3341" fmla="*/ 1031192 w 1812335"/>
                    <a:gd name="connsiteY9-3342" fmla="*/ 2390705 h 2422079"/>
                    <a:gd name="connsiteX10-3343" fmla="*/ 1731757 w 1812335"/>
                    <a:gd name="connsiteY10-3344" fmla="*/ 2078371 h 2422079"/>
                    <a:gd name="connsiteX11-3345" fmla="*/ 1804721 w 1812335"/>
                    <a:gd name="connsiteY11-3346" fmla="*/ 1049984 h 2422079"/>
                    <a:gd name="connsiteX12-3347" fmla="*/ 1800149 w 1812335"/>
                    <a:gd name="connsiteY12-3348" fmla="*/ 272744 h 2422079"/>
                    <a:gd name="connsiteX13-3349" fmla="*/ 1759001 w 1812335"/>
                    <a:gd name="connsiteY13-3350" fmla="*/ 112724 h 2422079"/>
                    <a:gd name="connsiteX14-3351" fmla="*/ 1607135 w 1812335"/>
                    <a:gd name="connsiteY14-3352" fmla="*/ 22000 h 2422079"/>
                    <a:gd name="connsiteX15-3353" fmla="*/ 1373246 w 1812335"/>
                    <a:gd name="connsiteY15-3354" fmla="*/ 68 h 2422079"/>
                    <a:gd name="connsiteX16-3355" fmla="*/ 1484681 w 1812335"/>
                    <a:gd name="connsiteY16-3356" fmla="*/ 16712 h 2422079"/>
                    <a:gd name="connsiteX0-3357" fmla="*/ 1484681 w 1812335"/>
                    <a:gd name="connsiteY0-3358" fmla="*/ 5645 h 2411012"/>
                    <a:gd name="connsiteX1-3359" fmla="*/ 1085463 w 1812335"/>
                    <a:gd name="connsiteY1-3360" fmla="*/ 47509 h 2411012"/>
                    <a:gd name="connsiteX2-3361" fmla="*/ 850058 w 1812335"/>
                    <a:gd name="connsiteY2-3362" fmla="*/ 159196 h 2411012"/>
                    <a:gd name="connsiteX3-3363" fmla="*/ 740794 w 1812335"/>
                    <a:gd name="connsiteY3-3364" fmla="*/ 378358 h 2411012"/>
                    <a:gd name="connsiteX4-3365" fmla="*/ 556565 w 1812335"/>
                    <a:gd name="connsiteY4-3366" fmla="*/ 1240085 h 2411012"/>
                    <a:gd name="connsiteX5-3367" fmla="*/ 332537 w 1812335"/>
                    <a:gd name="connsiteY5-3368" fmla="*/ 1738433 h 2411012"/>
                    <a:gd name="connsiteX6-3369" fmla="*/ 140513 w 1812335"/>
                    <a:gd name="connsiteY6-3370" fmla="*/ 1939601 h 2411012"/>
                    <a:gd name="connsiteX7-3371" fmla="*/ 5734 w 1812335"/>
                    <a:gd name="connsiteY7-3372" fmla="*/ 2119525 h 2411012"/>
                    <a:gd name="connsiteX8-3373" fmla="*/ 154229 w 1812335"/>
                    <a:gd name="connsiteY8-3374" fmla="*/ 2378763 h 2411012"/>
                    <a:gd name="connsiteX9-3375" fmla="*/ 1031192 w 1812335"/>
                    <a:gd name="connsiteY9-3376" fmla="*/ 2379638 h 2411012"/>
                    <a:gd name="connsiteX10-3377" fmla="*/ 1731757 w 1812335"/>
                    <a:gd name="connsiteY10-3378" fmla="*/ 2067304 h 2411012"/>
                    <a:gd name="connsiteX11-3379" fmla="*/ 1804721 w 1812335"/>
                    <a:gd name="connsiteY11-3380" fmla="*/ 1038917 h 2411012"/>
                    <a:gd name="connsiteX12-3381" fmla="*/ 1800149 w 1812335"/>
                    <a:gd name="connsiteY12-3382" fmla="*/ 261677 h 2411012"/>
                    <a:gd name="connsiteX13-3383" fmla="*/ 1759001 w 1812335"/>
                    <a:gd name="connsiteY13-3384" fmla="*/ 101657 h 2411012"/>
                    <a:gd name="connsiteX14-3385" fmla="*/ 1607135 w 1812335"/>
                    <a:gd name="connsiteY14-3386" fmla="*/ 10933 h 2411012"/>
                    <a:gd name="connsiteX15-3387" fmla="*/ 1484681 w 1812335"/>
                    <a:gd name="connsiteY15-3388" fmla="*/ 5645 h 2411012"/>
                    <a:gd name="connsiteX0-3389" fmla="*/ 1307701 w 1812335"/>
                    <a:gd name="connsiteY0-3390" fmla="*/ 4099 h 2413680"/>
                    <a:gd name="connsiteX1-3391" fmla="*/ 1085463 w 1812335"/>
                    <a:gd name="connsiteY1-3392" fmla="*/ 50177 h 2413680"/>
                    <a:gd name="connsiteX2-3393" fmla="*/ 850058 w 1812335"/>
                    <a:gd name="connsiteY2-3394" fmla="*/ 161864 h 2413680"/>
                    <a:gd name="connsiteX3-3395" fmla="*/ 740794 w 1812335"/>
                    <a:gd name="connsiteY3-3396" fmla="*/ 381026 h 2413680"/>
                    <a:gd name="connsiteX4-3397" fmla="*/ 556565 w 1812335"/>
                    <a:gd name="connsiteY4-3398" fmla="*/ 1242753 h 2413680"/>
                    <a:gd name="connsiteX5-3399" fmla="*/ 332537 w 1812335"/>
                    <a:gd name="connsiteY5-3400" fmla="*/ 1741101 h 2413680"/>
                    <a:gd name="connsiteX6-3401" fmla="*/ 140513 w 1812335"/>
                    <a:gd name="connsiteY6-3402" fmla="*/ 1942269 h 2413680"/>
                    <a:gd name="connsiteX7-3403" fmla="*/ 5734 w 1812335"/>
                    <a:gd name="connsiteY7-3404" fmla="*/ 2122193 h 2413680"/>
                    <a:gd name="connsiteX8-3405" fmla="*/ 154229 w 1812335"/>
                    <a:gd name="connsiteY8-3406" fmla="*/ 2381431 h 2413680"/>
                    <a:gd name="connsiteX9-3407" fmla="*/ 1031192 w 1812335"/>
                    <a:gd name="connsiteY9-3408" fmla="*/ 2382306 h 2413680"/>
                    <a:gd name="connsiteX10-3409" fmla="*/ 1731757 w 1812335"/>
                    <a:gd name="connsiteY10-3410" fmla="*/ 2069972 h 2413680"/>
                    <a:gd name="connsiteX11-3411" fmla="*/ 1804721 w 1812335"/>
                    <a:gd name="connsiteY11-3412" fmla="*/ 1041585 h 2413680"/>
                    <a:gd name="connsiteX12-3413" fmla="*/ 1800149 w 1812335"/>
                    <a:gd name="connsiteY12-3414" fmla="*/ 264345 h 2413680"/>
                    <a:gd name="connsiteX13-3415" fmla="*/ 1759001 w 1812335"/>
                    <a:gd name="connsiteY13-3416" fmla="*/ 104325 h 2413680"/>
                    <a:gd name="connsiteX14-3417" fmla="*/ 1607135 w 1812335"/>
                    <a:gd name="connsiteY14-3418" fmla="*/ 13601 h 2413680"/>
                    <a:gd name="connsiteX15-3419" fmla="*/ 1307701 w 1812335"/>
                    <a:gd name="connsiteY15-3420" fmla="*/ 4099 h 2413680"/>
                    <a:gd name="connsiteX0-3421" fmla="*/ 1307701 w 1815927"/>
                    <a:gd name="connsiteY0-3422" fmla="*/ 5684 h 2415265"/>
                    <a:gd name="connsiteX1-3423" fmla="*/ 1085463 w 1815927"/>
                    <a:gd name="connsiteY1-3424" fmla="*/ 51762 h 2415265"/>
                    <a:gd name="connsiteX2-3425" fmla="*/ 850058 w 1815927"/>
                    <a:gd name="connsiteY2-3426" fmla="*/ 163449 h 2415265"/>
                    <a:gd name="connsiteX3-3427" fmla="*/ 740794 w 1815927"/>
                    <a:gd name="connsiteY3-3428" fmla="*/ 382611 h 2415265"/>
                    <a:gd name="connsiteX4-3429" fmla="*/ 556565 w 1815927"/>
                    <a:gd name="connsiteY4-3430" fmla="*/ 1244338 h 2415265"/>
                    <a:gd name="connsiteX5-3431" fmla="*/ 332537 w 1815927"/>
                    <a:gd name="connsiteY5-3432" fmla="*/ 1742686 h 2415265"/>
                    <a:gd name="connsiteX6-3433" fmla="*/ 140513 w 1815927"/>
                    <a:gd name="connsiteY6-3434" fmla="*/ 1943854 h 2415265"/>
                    <a:gd name="connsiteX7-3435" fmla="*/ 5734 w 1815927"/>
                    <a:gd name="connsiteY7-3436" fmla="*/ 2123778 h 2415265"/>
                    <a:gd name="connsiteX8-3437" fmla="*/ 154229 w 1815927"/>
                    <a:gd name="connsiteY8-3438" fmla="*/ 2383016 h 2415265"/>
                    <a:gd name="connsiteX9-3439" fmla="*/ 1031192 w 1815927"/>
                    <a:gd name="connsiteY9-3440" fmla="*/ 2383891 h 2415265"/>
                    <a:gd name="connsiteX10-3441" fmla="*/ 1731757 w 1815927"/>
                    <a:gd name="connsiteY10-3442" fmla="*/ 2071557 h 2415265"/>
                    <a:gd name="connsiteX11-3443" fmla="*/ 1804721 w 1815927"/>
                    <a:gd name="connsiteY11-3444" fmla="*/ 1043170 h 2415265"/>
                    <a:gd name="connsiteX12-3445" fmla="*/ 1800149 w 1815927"/>
                    <a:gd name="connsiteY12-3446" fmla="*/ 265930 h 2415265"/>
                    <a:gd name="connsiteX13-3447" fmla="*/ 1657869 w 1815927"/>
                    <a:gd name="connsiteY13-3448" fmla="*/ 135407 h 2415265"/>
                    <a:gd name="connsiteX14-3449" fmla="*/ 1607135 w 1815927"/>
                    <a:gd name="connsiteY14-3450" fmla="*/ 15186 h 2415265"/>
                    <a:gd name="connsiteX15-3451" fmla="*/ 1307701 w 1815927"/>
                    <a:gd name="connsiteY15-3452" fmla="*/ 5684 h 2415265"/>
                    <a:gd name="connsiteX0-3453" fmla="*/ 1307701 w 1819001"/>
                    <a:gd name="connsiteY0-3454" fmla="*/ 5684 h 2415265"/>
                    <a:gd name="connsiteX1-3455" fmla="*/ 1085463 w 1819001"/>
                    <a:gd name="connsiteY1-3456" fmla="*/ 51762 h 2415265"/>
                    <a:gd name="connsiteX2-3457" fmla="*/ 850058 w 1819001"/>
                    <a:gd name="connsiteY2-3458" fmla="*/ 163449 h 2415265"/>
                    <a:gd name="connsiteX3-3459" fmla="*/ 740794 w 1819001"/>
                    <a:gd name="connsiteY3-3460" fmla="*/ 382611 h 2415265"/>
                    <a:gd name="connsiteX4-3461" fmla="*/ 556565 w 1819001"/>
                    <a:gd name="connsiteY4-3462" fmla="*/ 1244338 h 2415265"/>
                    <a:gd name="connsiteX5-3463" fmla="*/ 332537 w 1819001"/>
                    <a:gd name="connsiteY5-3464" fmla="*/ 1742686 h 2415265"/>
                    <a:gd name="connsiteX6-3465" fmla="*/ 140513 w 1819001"/>
                    <a:gd name="connsiteY6-3466" fmla="*/ 1943854 h 2415265"/>
                    <a:gd name="connsiteX7-3467" fmla="*/ 5734 w 1819001"/>
                    <a:gd name="connsiteY7-3468" fmla="*/ 2123778 h 2415265"/>
                    <a:gd name="connsiteX8-3469" fmla="*/ 154229 w 1819001"/>
                    <a:gd name="connsiteY8-3470" fmla="*/ 2383016 h 2415265"/>
                    <a:gd name="connsiteX9-3471" fmla="*/ 1031192 w 1819001"/>
                    <a:gd name="connsiteY9-3472" fmla="*/ 2383891 h 2415265"/>
                    <a:gd name="connsiteX10-3473" fmla="*/ 1731757 w 1819001"/>
                    <a:gd name="connsiteY10-3474" fmla="*/ 2071557 h 2415265"/>
                    <a:gd name="connsiteX11-3475" fmla="*/ 1804721 w 1819001"/>
                    <a:gd name="connsiteY11-3476" fmla="*/ 1043170 h 2415265"/>
                    <a:gd name="connsiteX12-3477" fmla="*/ 1699017 w 1819001"/>
                    <a:gd name="connsiteY12-3478" fmla="*/ 270144 h 2415265"/>
                    <a:gd name="connsiteX13-3479" fmla="*/ 1657869 w 1819001"/>
                    <a:gd name="connsiteY13-3480" fmla="*/ 135407 h 2415265"/>
                    <a:gd name="connsiteX14-3481" fmla="*/ 1607135 w 1819001"/>
                    <a:gd name="connsiteY14-3482" fmla="*/ 15186 h 2415265"/>
                    <a:gd name="connsiteX15-3483" fmla="*/ 1307701 w 1819001"/>
                    <a:gd name="connsiteY15-3484" fmla="*/ 5684 h 2415265"/>
                    <a:gd name="connsiteX0-3485" fmla="*/ 1307701 w 1819001"/>
                    <a:gd name="connsiteY0-3486" fmla="*/ 14672 h 2424253"/>
                    <a:gd name="connsiteX1-3487" fmla="*/ 1085463 w 1819001"/>
                    <a:gd name="connsiteY1-3488" fmla="*/ 60750 h 2424253"/>
                    <a:gd name="connsiteX2-3489" fmla="*/ 850058 w 1819001"/>
                    <a:gd name="connsiteY2-3490" fmla="*/ 172437 h 2424253"/>
                    <a:gd name="connsiteX3-3491" fmla="*/ 740794 w 1819001"/>
                    <a:gd name="connsiteY3-3492" fmla="*/ 391599 h 2424253"/>
                    <a:gd name="connsiteX4-3493" fmla="*/ 556565 w 1819001"/>
                    <a:gd name="connsiteY4-3494" fmla="*/ 1253326 h 2424253"/>
                    <a:gd name="connsiteX5-3495" fmla="*/ 332537 w 1819001"/>
                    <a:gd name="connsiteY5-3496" fmla="*/ 1751674 h 2424253"/>
                    <a:gd name="connsiteX6-3497" fmla="*/ 140513 w 1819001"/>
                    <a:gd name="connsiteY6-3498" fmla="*/ 1952842 h 2424253"/>
                    <a:gd name="connsiteX7-3499" fmla="*/ 5734 w 1819001"/>
                    <a:gd name="connsiteY7-3500" fmla="*/ 2132766 h 2424253"/>
                    <a:gd name="connsiteX8-3501" fmla="*/ 154229 w 1819001"/>
                    <a:gd name="connsiteY8-3502" fmla="*/ 2392004 h 2424253"/>
                    <a:gd name="connsiteX9-3503" fmla="*/ 1031192 w 1819001"/>
                    <a:gd name="connsiteY9-3504" fmla="*/ 2392879 h 2424253"/>
                    <a:gd name="connsiteX10-3505" fmla="*/ 1731757 w 1819001"/>
                    <a:gd name="connsiteY10-3506" fmla="*/ 2080545 h 2424253"/>
                    <a:gd name="connsiteX11-3507" fmla="*/ 1804721 w 1819001"/>
                    <a:gd name="connsiteY11-3508" fmla="*/ 1052158 h 2424253"/>
                    <a:gd name="connsiteX12-3509" fmla="*/ 1699017 w 1819001"/>
                    <a:gd name="connsiteY12-3510" fmla="*/ 279132 h 2424253"/>
                    <a:gd name="connsiteX13-3511" fmla="*/ 1607135 w 1819001"/>
                    <a:gd name="connsiteY13-3512" fmla="*/ 24174 h 2424253"/>
                    <a:gd name="connsiteX14-3513" fmla="*/ 1307701 w 1819001"/>
                    <a:gd name="connsiteY14-3514" fmla="*/ 14672 h 2424253"/>
                    <a:gd name="connsiteX0-3515" fmla="*/ 1307701 w 1819001"/>
                    <a:gd name="connsiteY0-3516" fmla="*/ 20616 h 2430197"/>
                    <a:gd name="connsiteX1-3517" fmla="*/ 1085463 w 1819001"/>
                    <a:gd name="connsiteY1-3518" fmla="*/ 66694 h 2430197"/>
                    <a:gd name="connsiteX2-3519" fmla="*/ 850058 w 1819001"/>
                    <a:gd name="connsiteY2-3520" fmla="*/ 178381 h 2430197"/>
                    <a:gd name="connsiteX3-3521" fmla="*/ 740794 w 1819001"/>
                    <a:gd name="connsiteY3-3522" fmla="*/ 397543 h 2430197"/>
                    <a:gd name="connsiteX4-3523" fmla="*/ 556565 w 1819001"/>
                    <a:gd name="connsiteY4-3524" fmla="*/ 1259270 h 2430197"/>
                    <a:gd name="connsiteX5-3525" fmla="*/ 332537 w 1819001"/>
                    <a:gd name="connsiteY5-3526" fmla="*/ 1757618 h 2430197"/>
                    <a:gd name="connsiteX6-3527" fmla="*/ 140513 w 1819001"/>
                    <a:gd name="connsiteY6-3528" fmla="*/ 1958786 h 2430197"/>
                    <a:gd name="connsiteX7-3529" fmla="*/ 5734 w 1819001"/>
                    <a:gd name="connsiteY7-3530" fmla="*/ 2138710 h 2430197"/>
                    <a:gd name="connsiteX8-3531" fmla="*/ 154229 w 1819001"/>
                    <a:gd name="connsiteY8-3532" fmla="*/ 2397948 h 2430197"/>
                    <a:gd name="connsiteX9-3533" fmla="*/ 1031192 w 1819001"/>
                    <a:gd name="connsiteY9-3534" fmla="*/ 2398823 h 2430197"/>
                    <a:gd name="connsiteX10-3535" fmla="*/ 1731757 w 1819001"/>
                    <a:gd name="connsiteY10-3536" fmla="*/ 2086489 h 2430197"/>
                    <a:gd name="connsiteX11-3537" fmla="*/ 1804721 w 1819001"/>
                    <a:gd name="connsiteY11-3538" fmla="*/ 1058102 h 2430197"/>
                    <a:gd name="connsiteX12-3539" fmla="*/ 1699017 w 1819001"/>
                    <a:gd name="connsiteY12-3540" fmla="*/ 285076 h 2430197"/>
                    <a:gd name="connsiteX13-3541" fmla="*/ 1497575 w 1819001"/>
                    <a:gd name="connsiteY13-3542" fmla="*/ 21691 h 2430197"/>
                    <a:gd name="connsiteX14-3543" fmla="*/ 1307701 w 1819001"/>
                    <a:gd name="connsiteY14-3544" fmla="*/ 20616 h 2430197"/>
                    <a:gd name="connsiteX0-3545" fmla="*/ 1219211 w 1819001"/>
                    <a:gd name="connsiteY0-3546" fmla="*/ 20616 h 2430197"/>
                    <a:gd name="connsiteX1-3547" fmla="*/ 1085463 w 1819001"/>
                    <a:gd name="connsiteY1-3548" fmla="*/ 66694 h 2430197"/>
                    <a:gd name="connsiteX2-3549" fmla="*/ 850058 w 1819001"/>
                    <a:gd name="connsiteY2-3550" fmla="*/ 178381 h 2430197"/>
                    <a:gd name="connsiteX3-3551" fmla="*/ 740794 w 1819001"/>
                    <a:gd name="connsiteY3-3552" fmla="*/ 397543 h 2430197"/>
                    <a:gd name="connsiteX4-3553" fmla="*/ 556565 w 1819001"/>
                    <a:gd name="connsiteY4-3554" fmla="*/ 1259270 h 2430197"/>
                    <a:gd name="connsiteX5-3555" fmla="*/ 332537 w 1819001"/>
                    <a:gd name="connsiteY5-3556" fmla="*/ 1757618 h 2430197"/>
                    <a:gd name="connsiteX6-3557" fmla="*/ 140513 w 1819001"/>
                    <a:gd name="connsiteY6-3558" fmla="*/ 1958786 h 2430197"/>
                    <a:gd name="connsiteX7-3559" fmla="*/ 5734 w 1819001"/>
                    <a:gd name="connsiteY7-3560" fmla="*/ 2138710 h 2430197"/>
                    <a:gd name="connsiteX8-3561" fmla="*/ 154229 w 1819001"/>
                    <a:gd name="connsiteY8-3562" fmla="*/ 2397948 h 2430197"/>
                    <a:gd name="connsiteX9-3563" fmla="*/ 1031192 w 1819001"/>
                    <a:gd name="connsiteY9-3564" fmla="*/ 2398823 h 2430197"/>
                    <a:gd name="connsiteX10-3565" fmla="*/ 1731757 w 1819001"/>
                    <a:gd name="connsiteY10-3566" fmla="*/ 2086489 h 2430197"/>
                    <a:gd name="connsiteX11-3567" fmla="*/ 1804721 w 1819001"/>
                    <a:gd name="connsiteY11-3568" fmla="*/ 1058102 h 2430197"/>
                    <a:gd name="connsiteX12-3569" fmla="*/ 1699017 w 1819001"/>
                    <a:gd name="connsiteY12-3570" fmla="*/ 285076 h 2430197"/>
                    <a:gd name="connsiteX13-3571" fmla="*/ 1497575 w 1819001"/>
                    <a:gd name="connsiteY13-3572" fmla="*/ 21691 h 2430197"/>
                    <a:gd name="connsiteX14-3573" fmla="*/ 1219211 w 1819001"/>
                    <a:gd name="connsiteY14-3574" fmla="*/ 20616 h 2430197"/>
                    <a:gd name="connsiteX0-3575" fmla="*/ 1219211 w 1819001"/>
                    <a:gd name="connsiteY0-3576" fmla="*/ 20616 h 2430197"/>
                    <a:gd name="connsiteX1-3577" fmla="*/ 1085463 w 1819001"/>
                    <a:gd name="connsiteY1-3578" fmla="*/ 66694 h 2430197"/>
                    <a:gd name="connsiteX2-3579" fmla="*/ 900624 w 1819001"/>
                    <a:gd name="connsiteY2-3580" fmla="*/ 136243 h 2430197"/>
                    <a:gd name="connsiteX3-3581" fmla="*/ 740794 w 1819001"/>
                    <a:gd name="connsiteY3-3582" fmla="*/ 397543 h 2430197"/>
                    <a:gd name="connsiteX4-3583" fmla="*/ 556565 w 1819001"/>
                    <a:gd name="connsiteY4-3584" fmla="*/ 1259270 h 2430197"/>
                    <a:gd name="connsiteX5-3585" fmla="*/ 332537 w 1819001"/>
                    <a:gd name="connsiteY5-3586" fmla="*/ 1757618 h 2430197"/>
                    <a:gd name="connsiteX6-3587" fmla="*/ 140513 w 1819001"/>
                    <a:gd name="connsiteY6-3588" fmla="*/ 1958786 h 2430197"/>
                    <a:gd name="connsiteX7-3589" fmla="*/ 5734 w 1819001"/>
                    <a:gd name="connsiteY7-3590" fmla="*/ 2138710 h 2430197"/>
                    <a:gd name="connsiteX8-3591" fmla="*/ 154229 w 1819001"/>
                    <a:gd name="connsiteY8-3592" fmla="*/ 2397948 h 2430197"/>
                    <a:gd name="connsiteX9-3593" fmla="*/ 1031192 w 1819001"/>
                    <a:gd name="connsiteY9-3594" fmla="*/ 2398823 h 2430197"/>
                    <a:gd name="connsiteX10-3595" fmla="*/ 1731757 w 1819001"/>
                    <a:gd name="connsiteY10-3596" fmla="*/ 2086489 h 2430197"/>
                    <a:gd name="connsiteX11-3597" fmla="*/ 1804721 w 1819001"/>
                    <a:gd name="connsiteY11-3598" fmla="*/ 1058102 h 2430197"/>
                    <a:gd name="connsiteX12-3599" fmla="*/ 1699017 w 1819001"/>
                    <a:gd name="connsiteY12-3600" fmla="*/ 285076 h 2430197"/>
                    <a:gd name="connsiteX13-3601" fmla="*/ 1497575 w 1819001"/>
                    <a:gd name="connsiteY13-3602" fmla="*/ 21691 h 2430197"/>
                    <a:gd name="connsiteX14-3603" fmla="*/ 1219211 w 1819001"/>
                    <a:gd name="connsiteY14-3604" fmla="*/ 20616 h 2430197"/>
                    <a:gd name="connsiteX0-3605" fmla="*/ 1219211 w 1819001"/>
                    <a:gd name="connsiteY0-3606" fmla="*/ 19568 h 2429149"/>
                    <a:gd name="connsiteX1-3607" fmla="*/ 1098104 w 1819001"/>
                    <a:gd name="connsiteY1-3608" fmla="*/ 40363 h 2429149"/>
                    <a:gd name="connsiteX2-3609" fmla="*/ 900624 w 1819001"/>
                    <a:gd name="connsiteY2-3610" fmla="*/ 135195 h 2429149"/>
                    <a:gd name="connsiteX3-3611" fmla="*/ 740794 w 1819001"/>
                    <a:gd name="connsiteY3-3612" fmla="*/ 396495 h 2429149"/>
                    <a:gd name="connsiteX4-3613" fmla="*/ 556565 w 1819001"/>
                    <a:gd name="connsiteY4-3614" fmla="*/ 1258222 h 2429149"/>
                    <a:gd name="connsiteX5-3615" fmla="*/ 332537 w 1819001"/>
                    <a:gd name="connsiteY5-3616" fmla="*/ 1756570 h 2429149"/>
                    <a:gd name="connsiteX6-3617" fmla="*/ 140513 w 1819001"/>
                    <a:gd name="connsiteY6-3618" fmla="*/ 1957738 h 2429149"/>
                    <a:gd name="connsiteX7-3619" fmla="*/ 5734 w 1819001"/>
                    <a:gd name="connsiteY7-3620" fmla="*/ 2137662 h 2429149"/>
                    <a:gd name="connsiteX8-3621" fmla="*/ 154229 w 1819001"/>
                    <a:gd name="connsiteY8-3622" fmla="*/ 2396900 h 2429149"/>
                    <a:gd name="connsiteX9-3623" fmla="*/ 1031192 w 1819001"/>
                    <a:gd name="connsiteY9-3624" fmla="*/ 2397775 h 2429149"/>
                    <a:gd name="connsiteX10-3625" fmla="*/ 1731757 w 1819001"/>
                    <a:gd name="connsiteY10-3626" fmla="*/ 2085441 h 2429149"/>
                    <a:gd name="connsiteX11-3627" fmla="*/ 1804721 w 1819001"/>
                    <a:gd name="connsiteY11-3628" fmla="*/ 1057054 h 2429149"/>
                    <a:gd name="connsiteX12-3629" fmla="*/ 1699017 w 1819001"/>
                    <a:gd name="connsiteY12-3630" fmla="*/ 284028 h 2429149"/>
                    <a:gd name="connsiteX13-3631" fmla="*/ 1497575 w 1819001"/>
                    <a:gd name="connsiteY13-3632" fmla="*/ 20643 h 2429149"/>
                    <a:gd name="connsiteX14-3633" fmla="*/ 1219211 w 1819001"/>
                    <a:gd name="connsiteY14-3634" fmla="*/ 19568 h 2429149"/>
                    <a:gd name="connsiteX0-3635" fmla="*/ 1290846 w 1819001"/>
                    <a:gd name="connsiteY0-3636" fmla="*/ 12107 h 2434329"/>
                    <a:gd name="connsiteX1-3637" fmla="*/ 1098104 w 1819001"/>
                    <a:gd name="connsiteY1-3638" fmla="*/ 45543 h 2434329"/>
                    <a:gd name="connsiteX2-3639" fmla="*/ 900624 w 1819001"/>
                    <a:gd name="connsiteY2-3640" fmla="*/ 140375 h 2434329"/>
                    <a:gd name="connsiteX3-3641" fmla="*/ 740794 w 1819001"/>
                    <a:gd name="connsiteY3-3642" fmla="*/ 401675 h 2434329"/>
                    <a:gd name="connsiteX4-3643" fmla="*/ 556565 w 1819001"/>
                    <a:gd name="connsiteY4-3644" fmla="*/ 1263402 h 2434329"/>
                    <a:gd name="connsiteX5-3645" fmla="*/ 332537 w 1819001"/>
                    <a:gd name="connsiteY5-3646" fmla="*/ 1761750 h 2434329"/>
                    <a:gd name="connsiteX6-3647" fmla="*/ 140513 w 1819001"/>
                    <a:gd name="connsiteY6-3648" fmla="*/ 1962918 h 2434329"/>
                    <a:gd name="connsiteX7-3649" fmla="*/ 5734 w 1819001"/>
                    <a:gd name="connsiteY7-3650" fmla="*/ 2142842 h 2434329"/>
                    <a:gd name="connsiteX8-3651" fmla="*/ 154229 w 1819001"/>
                    <a:gd name="connsiteY8-3652" fmla="*/ 2402080 h 2434329"/>
                    <a:gd name="connsiteX9-3653" fmla="*/ 1031192 w 1819001"/>
                    <a:gd name="connsiteY9-3654" fmla="*/ 2402955 h 2434329"/>
                    <a:gd name="connsiteX10-3655" fmla="*/ 1731757 w 1819001"/>
                    <a:gd name="connsiteY10-3656" fmla="*/ 2090621 h 2434329"/>
                    <a:gd name="connsiteX11-3657" fmla="*/ 1804721 w 1819001"/>
                    <a:gd name="connsiteY11-3658" fmla="*/ 1062234 h 2434329"/>
                    <a:gd name="connsiteX12-3659" fmla="*/ 1699017 w 1819001"/>
                    <a:gd name="connsiteY12-3660" fmla="*/ 289208 h 2434329"/>
                    <a:gd name="connsiteX13-3661" fmla="*/ 1497575 w 1819001"/>
                    <a:gd name="connsiteY13-3662" fmla="*/ 25823 h 2434329"/>
                    <a:gd name="connsiteX14-3663" fmla="*/ 1290846 w 1819001"/>
                    <a:gd name="connsiteY14-3664" fmla="*/ 12107 h 2434329"/>
                    <a:gd name="connsiteX0-3665" fmla="*/ 1290846 w 1819001"/>
                    <a:gd name="connsiteY0-3666" fmla="*/ 132 h 2422354"/>
                    <a:gd name="connsiteX1-3667" fmla="*/ 1098104 w 1819001"/>
                    <a:gd name="connsiteY1-3668" fmla="*/ 33568 h 2422354"/>
                    <a:gd name="connsiteX2-3669" fmla="*/ 900624 w 1819001"/>
                    <a:gd name="connsiteY2-3670" fmla="*/ 128400 h 2422354"/>
                    <a:gd name="connsiteX3-3671" fmla="*/ 740794 w 1819001"/>
                    <a:gd name="connsiteY3-3672" fmla="*/ 389700 h 2422354"/>
                    <a:gd name="connsiteX4-3673" fmla="*/ 556565 w 1819001"/>
                    <a:gd name="connsiteY4-3674" fmla="*/ 1251427 h 2422354"/>
                    <a:gd name="connsiteX5-3675" fmla="*/ 332537 w 1819001"/>
                    <a:gd name="connsiteY5-3676" fmla="*/ 1749775 h 2422354"/>
                    <a:gd name="connsiteX6-3677" fmla="*/ 140513 w 1819001"/>
                    <a:gd name="connsiteY6-3678" fmla="*/ 1950943 h 2422354"/>
                    <a:gd name="connsiteX7-3679" fmla="*/ 5734 w 1819001"/>
                    <a:gd name="connsiteY7-3680" fmla="*/ 2130867 h 2422354"/>
                    <a:gd name="connsiteX8-3681" fmla="*/ 154229 w 1819001"/>
                    <a:gd name="connsiteY8-3682" fmla="*/ 2390105 h 2422354"/>
                    <a:gd name="connsiteX9-3683" fmla="*/ 1031192 w 1819001"/>
                    <a:gd name="connsiteY9-3684" fmla="*/ 2390980 h 2422354"/>
                    <a:gd name="connsiteX10-3685" fmla="*/ 1731757 w 1819001"/>
                    <a:gd name="connsiteY10-3686" fmla="*/ 2078646 h 2422354"/>
                    <a:gd name="connsiteX11-3687" fmla="*/ 1804721 w 1819001"/>
                    <a:gd name="connsiteY11-3688" fmla="*/ 1050259 h 2422354"/>
                    <a:gd name="connsiteX12-3689" fmla="*/ 1699017 w 1819001"/>
                    <a:gd name="connsiteY12-3690" fmla="*/ 277233 h 2422354"/>
                    <a:gd name="connsiteX13-3691" fmla="*/ 1535499 w 1819001"/>
                    <a:gd name="connsiteY13-3692" fmla="*/ 43344 h 2422354"/>
                    <a:gd name="connsiteX14-3693" fmla="*/ 1290846 w 1819001"/>
                    <a:gd name="connsiteY14-3694" fmla="*/ 132 h 2422354"/>
                    <a:gd name="connsiteX0-3695" fmla="*/ 1290846 w 1819001"/>
                    <a:gd name="connsiteY0-3696" fmla="*/ 273 h 2422495"/>
                    <a:gd name="connsiteX1-3697" fmla="*/ 1098104 w 1819001"/>
                    <a:gd name="connsiteY1-3698" fmla="*/ 33709 h 2422495"/>
                    <a:gd name="connsiteX2-3699" fmla="*/ 900624 w 1819001"/>
                    <a:gd name="connsiteY2-3700" fmla="*/ 128541 h 2422495"/>
                    <a:gd name="connsiteX3-3701" fmla="*/ 740794 w 1819001"/>
                    <a:gd name="connsiteY3-3702" fmla="*/ 389841 h 2422495"/>
                    <a:gd name="connsiteX4-3703" fmla="*/ 556565 w 1819001"/>
                    <a:gd name="connsiteY4-3704" fmla="*/ 1251568 h 2422495"/>
                    <a:gd name="connsiteX5-3705" fmla="*/ 332537 w 1819001"/>
                    <a:gd name="connsiteY5-3706" fmla="*/ 1749916 h 2422495"/>
                    <a:gd name="connsiteX6-3707" fmla="*/ 140513 w 1819001"/>
                    <a:gd name="connsiteY6-3708" fmla="*/ 1951084 h 2422495"/>
                    <a:gd name="connsiteX7-3709" fmla="*/ 5734 w 1819001"/>
                    <a:gd name="connsiteY7-3710" fmla="*/ 2131008 h 2422495"/>
                    <a:gd name="connsiteX8-3711" fmla="*/ 154229 w 1819001"/>
                    <a:gd name="connsiteY8-3712" fmla="*/ 2390246 h 2422495"/>
                    <a:gd name="connsiteX9-3713" fmla="*/ 1031192 w 1819001"/>
                    <a:gd name="connsiteY9-3714" fmla="*/ 2391121 h 2422495"/>
                    <a:gd name="connsiteX10-3715" fmla="*/ 1731757 w 1819001"/>
                    <a:gd name="connsiteY10-3716" fmla="*/ 2078787 h 2422495"/>
                    <a:gd name="connsiteX11-3717" fmla="*/ 1804721 w 1819001"/>
                    <a:gd name="connsiteY11-3718" fmla="*/ 1050400 h 2422495"/>
                    <a:gd name="connsiteX12-3719" fmla="*/ 1699017 w 1819001"/>
                    <a:gd name="connsiteY12-3720" fmla="*/ 277374 h 2422495"/>
                    <a:gd name="connsiteX13-3721" fmla="*/ 1535499 w 1819001"/>
                    <a:gd name="connsiteY13-3722" fmla="*/ 43485 h 2422495"/>
                    <a:gd name="connsiteX14-3723" fmla="*/ 1290846 w 1819001"/>
                    <a:gd name="connsiteY14-3724" fmla="*/ 273 h 2422495"/>
                    <a:gd name="connsiteX0-3725" fmla="*/ 1290846 w 1819001"/>
                    <a:gd name="connsiteY0-3726" fmla="*/ 1346 h 2423568"/>
                    <a:gd name="connsiteX1-3727" fmla="*/ 1114959 w 1819001"/>
                    <a:gd name="connsiteY1-3728" fmla="*/ 22141 h 2423568"/>
                    <a:gd name="connsiteX2-3729" fmla="*/ 900624 w 1819001"/>
                    <a:gd name="connsiteY2-3730" fmla="*/ 129614 h 2423568"/>
                    <a:gd name="connsiteX3-3731" fmla="*/ 740794 w 1819001"/>
                    <a:gd name="connsiteY3-3732" fmla="*/ 390914 h 2423568"/>
                    <a:gd name="connsiteX4-3733" fmla="*/ 556565 w 1819001"/>
                    <a:gd name="connsiteY4-3734" fmla="*/ 1252641 h 2423568"/>
                    <a:gd name="connsiteX5-3735" fmla="*/ 332537 w 1819001"/>
                    <a:gd name="connsiteY5-3736" fmla="*/ 1750989 h 2423568"/>
                    <a:gd name="connsiteX6-3737" fmla="*/ 140513 w 1819001"/>
                    <a:gd name="connsiteY6-3738" fmla="*/ 1952157 h 2423568"/>
                    <a:gd name="connsiteX7-3739" fmla="*/ 5734 w 1819001"/>
                    <a:gd name="connsiteY7-3740" fmla="*/ 2132081 h 2423568"/>
                    <a:gd name="connsiteX8-3741" fmla="*/ 154229 w 1819001"/>
                    <a:gd name="connsiteY8-3742" fmla="*/ 2391319 h 2423568"/>
                    <a:gd name="connsiteX9-3743" fmla="*/ 1031192 w 1819001"/>
                    <a:gd name="connsiteY9-3744" fmla="*/ 2392194 h 2423568"/>
                    <a:gd name="connsiteX10-3745" fmla="*/ 1731757 w 1819001"/>
                    <a:gd name="connsiteY10-3746" fmla="*/ 2079860 h 2423568"/>
                    <a:gd name="connsiteX11-3747" fmla="*/ 1804721 w 1819001"/>
                    <a:gd name="connsiteY11-3748" fmla="*/ 1051473 h 2423568"/>
                    <a:gd name="connsiteX12-3749" fmla="*/ 1699017 w 1819001"/>
                    <a:gd name="connsiteY12-3750" fmla="*/ 278447 h 2423568"/>
                    <a:gd name="connsiteX13-3751" fmla="*/ 1535499 w 1819001"/>
                    <a:gd name="connsiteY13-3752" fmla="*/ 44558 h 2423568"/>
                    <a:gd name="connsiteX14-3753" fmla="*/ 1290846 w 1819001"/>
                    <a:gd name="connsiteY14-3754" fmla="*/ 1346 h 2423568"/>
                    <a:gd name="connsiteX0-3755" fmla="*/ 1290846 w 1819001"/>
                    <a:gd name="connsiteY0-3756" fmla="*/ 1346 h 2423568"/>
                    <a:gd name="connsiteX1-3757" fmla="*/ 1098103 w 1819001"/>
                    <a:gd name="connsiteY1-3758" fmla="*/ 22141 h 2423568"/>
                    <a:gd name="connsiteX2-3759" fmla="*/ 900624 w 1819001"/>
                    <a:gd name="connsiteY2-3760" fmla="*/ 129614 h 2423568"/>
                    <a:gd name="connsiteX3-3761" fmla="*/ 740794 w 1819001"/>
                    <a:gd name="connsiteY3-3762" fmla="*/ 390914 h 2423568"/>
                    <a:gd name="connsiteX4-3763" fmla="*/ 556565 w 1819001"/>
                    <a:gd name="connsiteY4-3764" fmla="*/ 1252641 h 2423568"/>
                    <a:gd name="connsiteX5-3765" fmla="*/ 332537 w 1819001"/>
                    <a:gd name="connsiteY5-3766" fmla="*/ 1750989 h 2423568"/>
                    <a:gd name="connsiteX6-3767" fmla="*/ 140513 w 1819001"/>
                    <a:gd name="connsiteY6-3768" fmla="*/ 1952157 h 2423568"/>
                    <a:gd name="connsiteX7-3769" fmla="*/ 5734 w 1819001"/>
                    <a:gd name="connsiteY7-3770" fmla="*/ 2132081 h 2423568"/>
                    <a:gd name="connsiteX8-3771" fmla="*/ 154229 w 1819001"/>
                    <a:gd name="connsiteY8-3772" fmla="*/ 2391319 h 2423568"/>
                    <a:gd name="connsiteX9-3773" fmla="*/ 1031192 w 1819001"/>
                    <a:gd name="connsiteY9-3774" fmla="*/ 2392194 h 2423568"/>
                    <a:gd name="connsiteX10-3775" fmla="*/ 1731757 w 1819001"/>
                    <a:gd name="connsiteY10-3776" fmla="*/ 2079860 h 2423568"/>
                    <a:gd name="connsiteX11-3777" fmla="*/ 1804721 w 1819001"/>
                    <a:gd name="connsiteY11-3778" fmla="*/ 1051473 h 2423568"/>
                    <a:gd name="connsiteX12-3779" fmla="*/ 1699017 w 1819001"/>
                    <a:gd name="connsiteY12-3780" fmla="*/ 278447 h 2423568"/>
                    <a:gd name="connsiteX13-3781" fmla="*/ 1535499 w 1819001"/>
                    <a:gd name="connsiteY13-3782" fmla="*/ 44558 h 2423568"/>
                    <a:gd name="connsiteX14-3783" fmla="*/ 1290846 w 1819001"/>
                    <a:gd name="connsiteY14-3784" fmla="*/ 1346 h 2423568"/>
                    <a:gd name="connsiteX0-3785" fmla="*/ 1290846 w 1819001"/>
                    <a:gd name="connsiteY0-3786" fmla="*/ 1346 h 2423568"/>
                    <a:gd name="connsiteX1-3787" fmla="*/ 1098103 w 1819001"/>
                    <a:gd name="connsiteY1-3788" fmla="*/ 22141 h 2423568"/>
                    <a:gd name="connsiteX2-3789" fmla="*/ 900624 w 1819001"/>
                    <a:gd name="connsiteY2-3790" fmla="*/ 129614 h 2423568"/>
                    <a:gd name="connsiteX3-3791" fmla="*/ 740794 w 1819001"/>
                    <a:gd name="connsiteY3-3792" fmla="*/ 390914 h 2423568"/>
                    <a:gd name="connsiteX4-3793" fmla="*/ 556565 w 1819001"/>
                    <a:gd name="connsiteY4-3794" fmla="*/ 1252641 h 2423568"/>
                    <a:gd name="connsiteX5-3795" fmla="*/ 332537 w 1819001"/>
                    <a:gd name="connsiteY5-3796" fmla="*/ 1750989 h 2423568"/>
                    <a:gd name="connsiteX6-3797" fmla="*/ 140513 w 1819001"/>
                    <a:gd name="connsiteY6-3798" fmla="*/ 1952157 h 2423568"/>
                    <a:gd name="connsiteX7-3799" fmla="*/ 5734 w 1819001"/>
                    <a:gd name="connsiteY7-3800" fmla="*/ 2132081 h 2423568"/>
                    <a:gd name="connsiteX8-3801" fmla="*/ 154229 w 1819001"/>
                    <a:gd name="connsiteY8-3802" fmla="*/ 2391319 h 2423568"/>
                    <a:gd name="connsiteX9-3803" fmla="*/ 1031192 w 1819001"/>
                    <a:gd name="connsiteY9-3804" fmla="*/ 2392194 h 2423568"/>
                    <a:gd name="connsiteX10-3805" fmla="*/ 1731757 w 1819001"/>
                    <a:gd name="connsiteY10-3806" fmla="*/ 2079860 h 2423568"/>
                    <a:gd name="connsiteX11-3807" fmla="*/ 1804721 w 1819001"/>
                    <a:gd name="connsiteY11-3808" fmla="*/ 1051473 h 2423568"/>
                    <a:gd name="connsiteX12-3809" fmla="*/ 1699017 w 1819001"/>
                    <a:gd name="connsiteY12-3810" fmla="*/ 278447 h 2423568"/>
                    <a:gd name="connsiteX13-3811" fmla="*/ 1535499 w 1819001"/>
                    <a:gd name="connsiteY13-3812" fmla="*/ 44558 h 2423568"/>
                    <a:gd name="connsiteX14-3813" fmla="*/ 1290846 w 1819001"/>
                    <a:gd name="connsiteY14-3814" fmla="*/ 1346 h 2423568"/>
                    <a:gd name="connsiteX0-3815" fmla="*/ 1290846 w 1819001"/>
                    <a:gd name="connsiteY0-3816" fmla="*/ 6133 h 2428355"/>
                    <a:gd name="connsiteX1-3817" fmla="*/ 1098103 w 1819001"/>
                    <a:gd name="connsiteY1-3818" fmla="*/ 14286 h 2428355"/>
                    <a:gd name="connsiteX2-3819" fmla="*/ 900624 w 1819001"/>
                    <a:gd name="connsiteY2-3820" fmla="*/ 134401 h 2428355"/>
                    <a:gd name="connsiteX3-3821" fmla="*/ 740794 w 1819001"/>
                    <a:gd name="connsiteY3-3822" fmla="*/ 395701 h 2428355"/>
                    <a:gd name="connsiteX4-3823" fmla="*/ 556565 w 1819001"/>
                    <a:gd name="connsiteY4-3824" fmla="*/ 1257428 h 2428355"/>
                    <a:gd name="connsiteX5-3825" fmla="*/ 332537 w 1819001"/>
                    <a:gd name="connsiteY5-3826" fmla="*/ 1755776 h 2428355"/>
                    <a:gd name="connsiteX6-3827" fmla="*/ 140513 w 1819001"/>
                    <a:gd name="connsiteY6-3828" fmla="*/ 1956944 h 2428355"/>
                    <a:gd name="connsiteX7-3829" fmla="*/ 5734 w 1819001"/>
                    <a:gd name="connsiteY7-3830" fmla="*/ 2136868 h 2428355"/>
                    <a:gd name="connsiteX8-3831" fmla="*/ 154229 w 1819001"/>
                    <a:gd name="connsiteY8-3832" fmla="*/ 2396106 h 2428355"/>
                    <a:gd name="connsiteX9-3833" fmla="*/ 1031192 w 1819001"/>
                    <a:gd name="connsiteY9-3834" fmla="*/ 2396981 h 2428355"/>
                    <a:gd name="connsiteX10-3835" fmla="*/ 1731757 w 1819001"/>
                    <a:gd name="connsiteY10-3836" fmla="*/ 2084647 h 2428355"/>
                    <a:gd name="connsiteX11-3837" fmla="*/ 1804721 w 1819001"/>
                    <a:gd name="connsiteY11-3838" fmla="*/ 1056260 h 2428355"/>
                    <a:gd name="connsiteX12-3839" fmla="*/ 1699017 w 1819001"/>
                    <a:gd name="connsiteY12-3840" fmla="*/ 283234 h 2428355"/>
                    <a:gd name="connsiteX13-3841" fmla="*/ 1535499 w 1819001"/>
                    <a:gd name="connsiteY13-3842" fmla="*/ 49345 h 2428355"/>
                    <a:gd name="connsiteX14-3843" fmla="*/ 1290846 w 1819001"/>
                    <a:gd name="connsiteY14-3844" fmla="*/ 6133 h 2428355"/>
                    <a:gd name="connsiteX0-3845" fmla="*/ 1324557 w 1819001"/>
                    <a:gd name="connsiteY0-3846" fmla="*/ 2543 h 2437407"/>
                    <a:gd name="connsiteX1-3847" fmla="*/ 1098103 w 1819001"/>
                    <a:gd name="connsiteY1-3848" fmla="*/ 23338 h 2437407"/>
                    <a:gd name="connsiteX2-3849" fmla="*/ 900624 w 1819001"/>
                    <a:gd name="connsiteY2-3850" fmla="*/ 143453 h 2437407"/>
                    <a:gd name="connsiteX3-3851" fmla="*/ 740794 w 1819001"/>
                    <a:gd name="connsiteY3-3852" fmla="*/ 404753 h 2437407"/>
                    <a:gd name="connsiteX4-3853" fmla="*/ 556565 w 1819001"/>
                    <a:gd name="connsiteY4-3854" fmla="*/ 1266480 h 2437407"/>
                    <a:gd name="connsiteX5-3855" fmla="*/ 332537 w 1819001"/>
                    <a:gd name="connsiteY5-3856" fmla="*/ 1764828 h 2437407"/>
                    <a:gd name="connsiteX6-3857" fmla="*/ 140513 w 1819001"/>
                    <a:gd name="connsiteY6-3858" fmla="*/ 1965996 h 2437407"/>
                    <a:gd name="connsiteX7-3859" fmla="*/ 5734 w 1819001"/>
                    <a:gd name="connsiteY7-3860" fmla="*/ 2145920 h 2437407"/>
                    <a:gd name="connsiteX8-3861" fmla="*/ 154229 w 1819001"/>
                    <a:gd name="connsiteY8-3862" fmla="*/ 2405158 h 2437407"/>
                    <a:gd name="connsiteX9-3863" fmla="*/ 1031192 w 1819001"/>
                    <a:gd name="connsiteY9-3864" fmla="*/ 2406033 h 2437407"/>
                    <a:gd name="connsiteX10-3865" fmla="*/ 1731757 w 1819001"/>
                    <a:gd name="connsiteY10-3866" fmla="*/ 2093699 h 2437407"/>
                    <a:gd name="connsiteX11-3867" fmla="*/ 1804721 w 1819001"/>
                    <a:gd name="connsiteY11-3868" fmla="*/ 1065312 h 2437407"/>
                    <a:gd name="connsiteX12-3869" fmla="*/ 1699017 w 1819001"/>
                    <a:gd name="connsiteY12-3870" fmla="*/ 292286 h 2437407"/>
                    <a:gd name="connsiteX13-3871" fmla="*/ 1535499 w 1819001"/>
                    <a:gd name="connsiteY13-3872" fmla="*/ 58397 h 2437407"/>
                    <a:gd name="connsiteX14-3873" fmla="*/ 1324557 w 1819001"/>
                    <a:gd name="connsiteY14-3874" fmla="*/ 2543 h 243740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</a:cxnLst>
                  <a:rect l="l" t="t" r="r" b="b"/>
                  <a:pathLst>
                    <a:path w="1819001" h="2437407">
                      <a:moveTo>
                        <a:pt x="1324557" y="2543"/>
                      </a:moveTo>
                      <a:cubicBezTo>
                        <a:pt x="1251658" y="-3300"/>
                        <a:pt x="1168758" y="-147"/>
                        <a:pt x="1098103" y="23338"/>
                      </a:cubicBezTo>
                      <a:cubicBezTo>
                        <a:pt x="1027448" y="46823"/>
                        <a:pt x="960176" y="79884"/>
                        <a:pt x="900624" y="143453"/>
                      </a:cubicBezTo>
                      <a:cubicBezTo>
                        <a:pt x="841073" y="207022"/>
                        <a:pt x="798137" y="217582"/>
                        <a:pt x="740794" y="404753"/>
                      </a:cubicBezTo>
                      <a:cubicBezTo>
                        <a:pt x="683451" y="591924"/>
                        <a:pt x="624608" y="1039801"/>
                        <a:pt x="556565" y="1266480"/>
                      </a:cubicBezTo>
                      <a:cubicBezTo>
                        <a:pt x="488522" y="1493159"/>
                        <a:pt x="401879" y="1648242"/>
                        <a:pt x="332537" y="1764828"/>
                      </a:cubicBezTo>
                      <a:cubicBezTo>
                        <a:pt x="254051" y="1885986"/>
                        <a:pt x="194980" y="1902481"/>
                        <a:pt x="140513" y="1965996"/>
                      </a:cubicBezTo>
                      <a:cubicBezTo>
                        <a:pt x="86046" y="2029511"/>
                        <a:pt x="17355" y="2076203"/>
                        <a:pt x="5734" y="2145920"/>
                      </a:cubicBezTo>
                      <a:cubicBezTo>
                        <a:pt x="-5887" y="2215637"/>
                        <a:pt x="-16681" y="2361806"/>
                        <a:pt x="154229" y="2405158"/>
                      </a:cubicBezTo>
                      <a:cubicBezTo>
                        <a:pt x="325139" y="2448510"/>
                        <a:pt x="750887" y="2447513"/>
                        <a:pt x="1031192" y="2406033"/>
                      </a:cubicBezTo>
                      <a:cubicBezTo>
                        <a:pt x="1311497" y="2364553"/>
                        <a:pt x="1602835" y="2317153"/>
                        <a:pt x="1731757" y="2093699"/>
                      </a:cubicBezTo>
                      <a:cubicBezTo>
                        <a:pt x="1860679" y="1870245"/>
                        <a:pt x="1810178" y="1365547"/>
                        <a:pt x="1804721" y="1065312"/>
                      </a:cubicBezTo>
                      <a:cubicBezTo>
                        <a:pt x="1799264" y="765077"/>
                        <a:pt x="1743887" y="460105"/>
                        <a:pt x="1699017" y="292286"/>
                      </a:cubicBezTo>
                      <a:cubicBezTo>
                        <a:pt x="1654147" y="124467"/>
                        <a:pt x="1597909" y="106687"/>
                        <a:pt x="1535499" y="58397"/>
                      </a:cubicBezTo>
                      <a:cubicBezTo>
                        <a:pt x="1473089" y="10107"/>
                        <a:pt x="1397456" y="8386"/>
                        <a:pt x="1324557" y="2543"/>
                      </a:cubicBezTo>
                      <a:close/>
                    </a:path>
                  </a:pathLst>
                </a:custGeom>
                <a:solidFill>
                  <a:schemeClr val="accent1">
                    <a:alpha val="40000"/>
                  </a:schemeClr>
                </a:solidFill>
                <a:ln w="19050">
                  <a:solidFill>
                    <a:schemeClr val="accent2"/>
                  </a:solidFill>
                  <a:prstDash val="sysDot"/>
                  <a:miter lim="800000"/>
                </a:ln>
                <a:effectLst/>
              </p:spPr>
              <p:txBody>
                <a:bodyPr vert="horz" wrap="square" lIns="43301" tIns="43301" rIns="43301" bIns="43301" numCol="1" rtlCol="0" anchor="ctr" anchorCtr="0" compatLnSpc="1">
                  <a:noAutofit/>
                </a:bodyPr>
                <a:lstStyle/>
                <a:p>
                  <a:pPr algn="ctr" defTabSz="847725"/>
                  <a:endParaRPr lang="en-US" b="1" dirty="0" err="1">
                    <a:solidFill>
                      <a:schemeClr val="accent5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56" name="Group 23"/>
              <p:cNvGrpSpPr/>
              <p:nvPr>
                <p:custDataLst>
                  <p:tags r:id="rId62"/>
                </p:custDataLst>
              </p:nvPr>
            </p:nvGrpSpPr>
            <p:grpSpPr>
              <a:xfrm>
                <a:off x="2964999" y="1252031"/>
                <a:ext cx="2643492" cy="3091963"/>
                <a:chOff x="2964999" y="1252031"/>
                <a:chExt cx="2643492" cy="3091963"/>
              </a:xfrm>
            </p:grpSpPr>
            <p:sp>
              <p:nvSpPr>
                <p:cNvPr id="57" name="Rectangle 9"/>
                <p:cNvSpPr txBox="1"/>
                <p:nvPr>
                  <p:custDataLst>
                    <p:tags r:id="rId63"/>
                  </p:custDataLst>
                </p:nvPr>
              </p:nvSpPr>
              <p:spPr bwMode="gray">
                <a:xfrm>
                  <a:off x="5239977" y="1252031"/>
                  <a:ext cx="212505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ERP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58" name="Rectangle 9"/>
                <p:cNvSpPr txBox="1"/>
                <p:nvPr>
                  <p:custDataLst>
                    <p:tags r:id="rId64"/>
                  </p:custDataLst>
                </p:nvPr>
              </p:nvSpPr>
              <p:spPr bwMode="gray">
                <a:xfrm>
                  <a:off x="4549970" y="2371982"/>
                  <a:ext cx="229064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SRM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59" name="Rectangle 9"/>
                <p:cNvSpPr txBox="1"/>
                <p:nvPr>
                  <p:custDataLst>
                    <p:tags r:id="rId65"/>
                  </p:custDataLst>
                </p:nvPr>
              </p:nvSpPr>
              <p:spPr bwMode="gray">
                <a:xfrm>
                  <a:off x="3864995" y="2655281"/>
                  <a:ext cx="727210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WMS</a:t>
                  </a:r>
                  <a:r>
                    <a:rPr lang="en-US" sz="930" b="1" dirty="0">
                      <a:solidFill>
                        <a:schemeClr val="accent3"/>
                      </a:solidFill>
                    </a:rPr>
                    <a:t>/</a:t>
                  </a:r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IMS</a:t>
                  </a:r>
                  <a:r>
                    <a:rPr lang="en-US" sz="930" b="1" dirty="0">
                      <a:solidFill>
                        <a:schemeClr val="accent3"/>
                      </a:solidFill>
                    </a:rPr>
                    <a:t>/</a:t>
                  </a:r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OMS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60" name="Rectangle 9"/>
                <p:cNvSpPr txBox="1"/>
                <p:nvPr>
                  <p:custDataLst>
                    <p:tags r:id="rId66"/>
                  </p:custDataLst>
                </p:nvPr>
              </p:nvSpPr>
              <p:spPr bwMode="gray">
                <a:xfrm>
                  <a:off x="2964999" y="3369295"/>
                  <a:ext cx="234583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altLang="zh-CN" sz="930" b="1" dirty="0">
                      <a:solidFill>
                        <a:schemeClr val="accent3"/>
                      </a:solidFill>
                    </a:rPr>
                    <a:t>QMS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61" name="Rectangle 9"/>
                <p:cNvSpPr txBox="1"/>
                <p:nvPr>
                  <p:custDataLst>
                    <p:tags r:id="rId67"/>
                  </p:custDataLst>
                </p:nvPr>
              </p:nvSpPr>
              <p:spPr bwMode="gray">
                <a:xfrm>
                  <a:off x="4178382" y="3579586"/>
                  <a:ext cx="223544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MES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62" name="Rectangle 9"/>
                <p:cNvSpPr txBox="1"/>
                <p:nvPr>
                  <p:custDataLst>
                    <p:tags r:id="rId68"/>
                  </p:custDataLst>
                </p:nvPr>
              </p:nvSpPr>
              <p:spPr bwMode="gray">
                <a:xfrm>
                  <a:off x="4287078" y="4161940"/>
                  <a:ext cx="212505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sz="930" b="1" dirty="0" err="1">
                      <a:solidFill>
                        <a:schemeClr val="accent3"/>
                      </a:solidFill>
                    </a:rPr>
                    <a:t>ERP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  <p:sp>
              <p:nvSpPr>
                <p:cNvPr id="63" name="Rectangle 9"/>
                <p:cNvSpPr txBox="1"/>
                <p:nvPr>
                  <p:custDataLst>
                    <p:tags r:id="rId69"/>
                  </p:custDataLst>
                </p:nvPr>
              </p:nvSpPr>
              <p:spPr bwMode="gray">
                <a:xfrm>
                  <a:off x="5395986" y="3659752"/>
                  <a:ext cx="212505" cy="1820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none" lIns="0" tIns="0" rIns="0" bIns="0" numCol="1" anchor="t" anchorCtr="0" compatLnSpc="1">
                  <a:spAutoFit/>
                </a:bodyPr>
                <a:lstStyle>
                  <a:lvl1pPr marL="0" lvl="0" indent="0" defTabSz="913130" eaLnBrk="1" hangingPunct="1">
                    <a:buClr>
                      <a:schemeClr val="tx2"/>
                    </a:buClr>
                    <a:defRPr baseline="0">
                      <a:latin typeface="+mn-lt"/>
                      <a:ea typeface="华文楷体" panose="02010600040101010101" pitchFamily="2" charset="-122"/>
                    </a:defRPr>
                  </a:lvl1pPr>
                  <a:lvl2pPr marL="197485" lvl="1" indent="-196215" defTabSz="913130" eaLnBrk="1" hangingPunct="1">
                    <a:buClr>
                      <a:srgbClr val="00AEEF"/>
                    </a:buClr>
                    <a:buSzPct val="125000"/>
                    <a:buFont typeface="Arial" panose="020B0604020202020204" pitchFamily="34" charset="0"/>
                    <a:buChar char="▪"/>
                    <a:defRPr baseline="0">
                      <a:latin typeface="+mn-lt"/>
                      <a:ea typeface="华文楷体" panose="02010600040101010101" pitchFamily="2" charset="-122"/>
                    </a:defRPr>
                  </a:lvl2pPr>
                  <a:lvl3pPr marL="466725" lvl="2" indent="-267335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–"/>
                    <a:defRPr baseline="0">
                      <a:latin typeface="+mn-lt"/>
                      <a:ea typeface="华文楷体" panose="02010600040101010101" pitchFamily="2" charset="-122"/>
                    </a:defRPr>
                  </a:lvl3pPr>
                  <a:lvl4pPr marL="626745" lvl="3" indent="-158750" defTabSz="913130" eaLnBrk="1" hangingPunct="1">
                    <a:buClr>
                      <a:srgbClr val="00AEEF"/>
                    </a:buClr>
                    <a:buSzPct val="120000"/>
                    <a:buFont typeface="Arial" panose="020B0604020202020204" pitchFamily="34" charset="0"/>
                    <a:buChar char="▫"/>
                    <a:defRPr baseline="0">
                      <a:latin typeface="+mn-lt"/>
                      <a:ea typeface="华文楷体" panose="02010600040101010101" pitchFamily="2" charset="-122"/>
                    </a:defRPr>
                  </a:lvl4pPr>
                  <a:lvl5pPr marL="765175" lvl="4" indent="-132715" defTabSz="913130" eaLnBrk="1" hangingPunct="1">
                    <a:buClr>
                      <a:srgbClr val="00AEEF"/>
                    </a:buClr>
                    <a:buSzPct val="89000"/>
                    <a:buFont typeface="Arial" panose="020B0604020202020204" pitchFamily="34" charset="0"/>
                    <a:buChar char="-"/>
                    <a:defRPr baseline="0">
                      <a:latin typeface="+mn-lt"/>
                      <a:ea typeface="华文楷体" panose="02010600040101010101" pitchFamily="2" charset="-122"/>
                    </a:defRPr>
                  </a:lvl5pPr>
                  <a:lvl6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6pPr>
                  <a:lvl7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7pPr>
                  <a:lvl8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8pPr>
                  <a:lvl9pPr marL="765175" indent="-132715" defTabSz="91313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9000"/>
                    <a:buFont typeface="Arial" panose="020B0604020202020204" pitchFamily="34" charset="0"/>
                    <a:buChar char="-"/>
                    <a:defRPr>
                      <a:latin typeface="+mn-lt"/>
                    </a:defRPr>
                  </a:lvl9pPr>
                </a:lstStyle>
                <a:p>
                  <a:r>
                    <a:rPr lang="en-US" altLang="zh-CN" sz="930" b="1" dirty="0">
                      <a:solidFill>
                        <a:schemeClr val="accent3"/>
                      </a:solidFill>
                    </a:rPr>
                    <a:t>APS</a:t>
                  </a:r>
                  <a:endParaRPr lang="en-US" sz="930" b="1" dirty="0">
                    <a:solidFill>
                      <a:schemeClr val="accent3"/>
                    </a:solidFill>
                  </a:endParaRPr>
                </a:p>
              </p:txBody>
            </p:sp>
          </p:grpSp>
        </p:grpSp>
      </p:grpSp>
      <p:sp>
        <p:nvSpPr>
          <p:cNvPr id="82" name="TextBox 81"/>
          <p:cNvSpPr txBox="1"/>
          <p:nvPr/>
        </p:nvSpPr>
        <p:spPr>
          <a:xfrm>
            <a:off x="6981297" y="1676992"/>
            <a:ext cx="1072090" cy="2511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100" dirty="0">
                <a:solidFill>
                  <a:srgbClr val="FF0000"/>
                </a:solidFill>
              </a:rPr>
              <a:t>示例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5148263" y="1628775"/>
            <a:ext cx="4430152" cy="45958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2162" name="Title 1"/>
          <p:cNvSpPr>
            <a:spLocks noGrp="1" noChangeArrowheads="1"/>
          </p:cNvSpPr>
          <p:nvPr>
            <p:ph type="title"/>
          </p:nvPr>
        </p:nvSpPr>
        <p:spPr>
          <a:xfrm>
            <a:off x="247650" y="80963"/>
            <a:ext cx="7449960" cy="939800"/>
          </a:xfrm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zh-CN" altLang="en-US" sz="2800" dirty="0"/>
              <a:t>建立流程体系框架并导入科学的流程管理机制</a:t>
            </a:r>
            <a:endParaRPr lang="zh-CN" altLang="en-US" sz="2800" dirty="0"/>
          </a:p>
        </p:txBody>
      </p:sp>
      <p:sp>
        <p:nvSpPr>
          <p:cNvPr id="249" name="Line 238"/>
          <p:cNvSpPr>
            <a:spLocks noChangeShapeType="1"/>
          </p:cNvSpPr>
          <p:nvPr/>
        </p:nvSpPr>
        <p:spPr bwMode="auto">
          <a:xfrm>
            <a:off x="5003800" y="1689100"/>
            <a:ext cx="0" cy="4535488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250" name="Rectangle 240"/>
          <p:cNvSpPr>
            <a:spLocks noChangeArrowheads="1"/>
          </p:cNvSpPr>
          <p:nvPr/>
        </p:nvSpPr>
        <p:spPr bwMode="auto">
          <a:xfrm>
            <a:off x="5361949" y="1268412"/>
            <a:ext cx="4032250" cy="360363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kern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帮助导入科学的流程管理机制</a:t>
            </a:r>
            <a:endParaRPr lang="zh-CN" altLang="en-US" kern="0">
              <a:solidFill>
                <a:srgbClr val="3333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2166" name="Group 356"/>
          <p:cNvGrpSpPr/>
          <p:nvPr/>
        </p:nvGrpSpPr>
        <p:grpSpPr bwMode="auto">
          <a:xfrm>
            <a:off x="474663" y="1268413"/>
            <a:ext cx="4313237" cy="5184775"/>
            <a:chOff x="474663" y="1123950"/>
            <a:chExt cx="4313237" cy="5184775"/>
          </a:xfrm>
        </p:grpSpPr>
        <p:sp>
          <p:nvSpPr>
            <p:cNvPr id="358" name="Rectangle 3"/>
            <p:cNvSpPr>
              <a:spLocks noChangeArrowheads="1"/>
            </p:cNvSpPr>
            <p:nvPr/>
          </p:nvSpPr>
          <p:spPr bwMode="auto">
            <a:xfrm>
              <a:off x="474663" y="1635125"/>
              <a:ext cx="857250" cy="827087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FFFFFF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一级流程</a:t>
              </a:r>
              <a:endParaRPr lang="zh-CN" altLang="en-US" sz="1200" kern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9" name="Rectangle 4"/>
            <p:cNvSpPr>
              <a:spLocks noChangeArrowheads="1"/>
            </p:cNvSpPr>
            <p:nvPr/>
          </p:nvSpPr>
          <p:spPr bwMode="auto">
            <a:xfrm>
              <a:off x="474663" y="3092450"/>
              <a:ext cx="857250" cy="827087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FFFFFF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二级流程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流程关系图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（流程集合）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60" name="Rectangle 5"/>
            <p:cNvSpPr>
              <a:spLocks noChangeArrowheads="1"/>
            </p:cNvSpPr>
            <p:nvPr/>
          </p:nvSpPr>
          <p:spPr bwMode="auto">
            <a:xfrm>
              <a:off x="474663" y="4252912"/>
              <a:ext cx="857250" cy="827088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FFFFFF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三级流程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流程图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61" name="Rectangle 6"/>
            <p:cNvSpPr>
              <a:spLocks noChangeArrowheads="1"/>
            </p:cNvSpPr>
            <p:nvPr/>
          </p:nvSpPr>
          <p:spPr bwMode="auto">
            <a:xfrm>
              <a:off x="474663" y="5278437"/>
              <a:ext cx="857250" cy="827088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rgbClr val="FFFFFF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四级流程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  <a:p>
              <a:pPr algn="ctr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子流程图</a:t>
              </a:r>
              <a:endParaRPr lang="zh-CN" altLang="en-US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92172" name="Picture 1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350" y="1544638"/>
              <a:ext cx="2592388" cy="1325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174" name="Rectangle 19"/>
            <p:cNvSpPr>
              <a:spLocks noChangeArrowheads="1"/>
            </p:cNvSpPr>
            <p:nvPr/>
          </p:nvSpPr>
          <p:spPr bwMode="auto">
            <a:xfrm>
              <a:off x="3671888" y="4368800"/>
              <a:ext cx="676275" cy="55086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175" name="Rectangle 20"/>
            <p:cNvSpPr>
              <a:spLocks noChangeArrowheads="1"/>
            </p:cNvSpPr>
            <p:nvPr/>
          </p:nvSpPr>
          <p:spPr bwMode="auto">
            <a:xfrm>
              <a:off x="2576513" y="4373562"/>
              <a:ext cx="676275" cy="550863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176" name="Rectangle 21"/>
            <p:cNvSpPr>
              <a:spLocks noChangeArrowheads="1"/>
            </p:cNvSpPr>
            <p:nvPr/>
          </p:nvSpPr>
          <p:spPr bwMode="auto">
            <a:xfrm>
              <a:off x="1481138" y="4378325"/>
              <a:ext cx="676275" cy="550862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7" name="Line 22"/>
            <p:cNvSpPr>
              <a:spLocks noChangeShapeType="1"/>
            </p:cNvSpPr>
            <p:nvPr/>
          </p:nvSpPr>
          <p:spPr bwMode="auto">
            <a:xfrm>
              <a:off x="2133600" y="5727700"/>
              <a:ext cx="45878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" name="Line 23"/>
            <p:cNvSpPr>
              <a:spLocks noChangeShapeType="1"/>
            </p:cNvSpPr>
            <p:nvPr/>
          </p:nvSpPr>
          <p:spPr bwMode="auto">
            <a:xfrm>
              <a:off x="2133600" y="4660900"/>
              <a:ext cx="458788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9" name="Line 24"/>
            <p:cNvSpPr>
              <a:spLocks noChangeShapeType="1"/>
            </p:cNvSpPr>
            <p:nvPr/>
          </p:nvSpPr>
          <p:spPr bwMode="auto">
            <a:xfrm>
              <a:off x="3228975" y="4660900"/>
              <a:ext cx="460375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0" name="Line 25"/>
            <p:cNvSpPr>
              <a:spLocks noChangeShapeType="1"/>
            </p:cNvSpPr>
            <p:nvPr/>
          </p:nvSpPr>
          <p:spPr bwMode="auto">
            <a:xfrm flipH="1">
              <a:off x="1492250" y="3902075"/>
              <a:ext cx="992188" cy="47625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1" name="Line 26"/>
            <p:cNvSpPr>
              <a:spLocks noChangeShapeType="1"/>
            </p:cNvSpPr>
            <p:nvPr/>
          </p:nvSpPr>
          <p:spPr bwMode="auto">
            <a:xfrm>
              <a:off x="3111500" y="3863975"/>
              <a:ext cx="1200150" cy="51435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2" name="Rectangle 27"/>
            <p:cNvSpPr>
              <a:spLocks noChangeArrowheads="1"/>
            </p:cNvSpPr>
            <p:nvPr/>
          </p:nvSpPr>
          <p:spPr bwMode="auto">
            <a:xfrm>
              <a:off x="1476375" y="4459287"/>
              <a:ext cx="779463" cy="3365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</a:t>
              </a:r>
              <a:endParaRPr lang="en-US" altLang="zh-CN" sz="16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3" name="Rectangle 28"/>
            <p:cNvSpPr>
              <a:spLocks noChangeArrowheads="1"/>
            </p:cNvSpPr>
            <p:nvPr/>
          </p:nvSpPr>
          <p:spPr bwMode="auto">
            <a:xfrm>
              <a:off x="2544763" y="4459287"/>
              <a:ext cx="776287" cy="369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4" name="Rectangle 29"/>
            <p:cNvSpPr>
              <a:spLocks noChangeArrowheads="1"/>
            </p:cNvSpPr>
            <p:nvPr/>
          </p:nvSpPr>
          <p:spPr bwMode="auto">
            <a:xfrm>
              <a:off x="3686175" y="4459287"/>
              <a:ext cx="854075" cy="3698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5" name="Rectangle 30"/>
            <p:cNvSpPr>
              <a:spLocks noChangeArrowheads="1"/>
            </p:cNvSpPr>
            <p:nvPr/>
          </p:nvSpPr>
          <p:spPr bwMode="auto">
            <a:xfrm>
              <a:off x="1524000" y="5453062"/>
              <a:ext cx="630238" cy="47625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6" name="Rectangle 31"/>
            <p:cNvSpPr>
              <a:spLocks noChangeArrowheads="1"/>
            </p:cNvSpPr>
            <p:nvPr/>
          </p:nvSpPr>
          <p:spPr bwMode="auto">
            <a:xfrm>
              <a:off x="2590800" y="5453062"/>
              <a:ext cx="631825" cy="474663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7" name="Rectangle 32"/>
            <p:cNvSpPr>
              <a:spLocks noChangeArrowheads="1"/>
            </p:cNvSpPr>
            <p:nvPr/>
          </p:nvSpPr>
          <p:spPr bwMode="auto">
            <a:xfrm>
              <a:off x="3683000" y="5453062"/>
              <a:ext cx="630238" cy="47625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x.x.x.x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78" name="Line 33"/>
            <p:cNvSpPr>
              <a:spLocks noChangeShapeType="1"/>
            </p:cNvSpPr>
            <p:nvPr/>
          </p:nvSpPr>
          <p:spPr bwMode="auto">
            <a:xfrm>
              <a:off x="3228975" y="5727700"/>
              <a:ext cx="460375" cy="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" name="Line 34"/>
            <p:cNvSpPr>
              <a:spLocks noChangeShapeType="1"/>
            </p:cNvSpPr>
            <p:nvPr/>
          </p:nvSpPr>
          <p:spPr bwMode="auto">
            <a:xfrm flipH="1">
              <a:off x="1492250" y="4911725"/>
              <a:ext cx="1066800" cy="53340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0" name="Line 35"/>
            <p:cNvSpPr>
              <a:spLocks noChangeShapeType="1"/>
            </p:cNvSpPr>
            <p:nvPr/>
          </p:nvSpPr>
          <p:spPr bwMode="auto">
            <a:xfrm>
              <a:off x="3397250" y="4987925"/>
              <a:ext cx="914400" cy="45720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191" name="AutoShape 36"/>
            <p:cNvSpPr>
              <a:spLocks noChangeArrowheads="1"/>
            </p:cNvSpPr>
            <p:nvPr/>
          </p:nvSpPr>
          <p:spPr bwMode="auto">
            <a:xfrm>
              <a:off x="3144838" y="3109912"/>
              <a:ext cx="1084262" cy="731838"/>
            </a:xfrm>
            <a:prstGeom prst="homePlate">
              <a:avLst>
                <a:gd name="adj" fmla="val 49385"/>
              </a:avLst>
            </a:prstGeom>
            <a:solidFill>
              <a:srgbClr val="C0C0C0"/>
            </a:solidFill>
            <a:ln w="12700" algn="ctr">
              <a:solidFill>
                <a:srgbClr val="80808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192" name="AutoShape 37"/>
            <p:cNvSpPr>
              <a:spLocks noChangeArrowheads="1"/>
            </p:cNvSpPr>
            <p:nvPr/>
          </p:nvSpPr>
          <p:spPr bwMode="auto">
            <a:xfrm>
              <a:off x="2428875" y="3111500"/>
              <a:ext cx="1058863" cy="730250"/>
            </a:xfrm>
            <a:prstGeom prst="homePlate">
              <a:avLst>
                <a:gd name="adj" fmla="val 48333"/>
              </a:avLst>
            </a:prstGeom>
            <a:solidFill>
              <a:srgbClr val="C0C0C0"/>
            </a:solidFill>
            <a:ln w="12700" algn="ctr">
              <a:solidFill>
                <a:srgbClr val="80808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193" name="AutoShape 38"/>
            <p:cNvSpPr>
              <a:spLocks noChangeArrowheads="1"/>
            </p:cNvSpPr>
            <p:nvPr/>
          </p:nvSpPr>
          <p:spPr bwMode="auto">
            <a:xfrm>
              <a:off x="1738313" y="3109912"/>
              <a:ext cx="1042987" cy="731838"/>
            </a:xfrm>
            <a:prstGeom prst="homePlate">
              <a:avLst>
                <a:gd name="adj" fmla="val 47505"/>
              </a:avLst>
            </a:prstGeom>
            <a:solidFill>
              <a:srgbClr val="C0C0C0"/>
            </a:solidFill>
            <a:ln w="12700" algn="ctr">
              <a:solidFill>
                <a:srgbClr val="80808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70000"/>
                </a:spcBef>
                <a:spcAft>
                  <a:spcPct val="10000"/>
                </a:spcAft>
                <a:buClr>
                  <a:schemeClr val="accent1"/>
                </a:buClr>
                <a:buSzPct val="50000"/>
                <a:buFont typeface="Monotype Sorts" pitchFamily="2" charset="2"/>
                <a:defRPr sz="2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l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50000"/>
                </a:spcBef>
                <a:spcAft>
                  <a:spcPct val="10000"/>
                </a:spcAft>
                <a:buClr>
                  <a:schemeClr val="accent1"/>
                </a:buClr>
                <a:buSzPct val="75000"/>
                <a:buChar char="—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sz="1800" b="0">
                <a:solidFill>
                  <a:srgbClr val="3333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4" name="Rectangle 39"/>
            <p:cNvSpPr>
              <a:spLocks noChangeArrowheads="1"/>
            </p:cNvSpPr>
            <p:nvPr/>
          </p:nvSpPr>
          <p:spPr bwMode="auto">
            <a:xfrm>
              <a:off x="1839913" y="3236912"/>
              <a:ext cx="911225" cy="457200"/>
            </a:xfrm>
            <a:prstGeom prst="rect">
              <a:avLst/>
            </a:prstGeom>
            <a:noFill/>
            <a:ln w="12700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85" name="Rectangle 40"/>
            <p:cNvSpPr>
              <a:spLocks noChangeArrowheads="1"/>
            </p:cNvSpPr>
            <p:nvPr/>
          </p:nvSpPr>
          <p:spPr bwMode="auto">
            <a:xfrm>
              <a:off x="2728913" y="3281362"/>
              <a:ext cx="795337" cy="3667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86" name="Rectangle 41"/>
            <p:cNvSpPr>
              <a:spLocks noChangeArrowheads="1"/>
            </p:cNvSpPr>
            <p:nvPr/>
          </p:nvSpPr>
          <p:spPr bwMode="auto">
            <a:xfrm>
              <a:off x="3502025" y="3281362"/>
              <a:ext cx="760413" cy="3667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</a:t>
              </a:r>
              <a:endParaRPr lang="en-US" altLang="zh-CN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92197" name="Group 42"/>
            <p:cNvGrpSpPr/>
            <p:nvPr/>
          </p:nvGrpSpPr>
          <p:grpSpPr bwMode="auto">
            <a:xfrm>
              <a:off x="3563938" y="5010150"/>
              <a:ext cx="1095375" cy="1155700"/>
              <a:chOff x="96" y="799"/>
              <a:chExt cx="5566" cy="3321"/>
            </a:xfrm>
          </p:grpSpPr>
          <p:sp>
            <p:nvSpPr>
              <p:cNvPr id="92202" name="Rectangle 43"/>
              <p:cNvSpPr>
                <a:spLocks noChangeArrowheads="1"/>
              </p:cNvSpPr>
              <p:nvPr/>
            </p:nvSpPr>
            <p:spPr bwMode="auto">
              <a:xfrm>
                <a:off x="96" y="940"/>
                <a:ext cx="5372" cy="1058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zh-CN" sz="1800" b="0">
                  <a:solidFill>
                    <a:srgbClr val="333333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93" name="Rectangle 44"/>
              <p:cNvSpPr>
                <a:spLocks noChangeArrowheads="1"/>
              </p:cNvSpPr>
              <p:nvPr/>
            </p:nvSpPr>
            <p:spPr bwMode="auto">
              <a:xfrm>
                <a:off x="96" y="1182"/>
                <a:ext cx="5372" cy="2929"/>
              </a:xfrm>
              <a:prstGeom prst="rect">
                <a:avLst/>
              </a:prstGeom>
              <a:noFill/>
              <a:ln w="28575">
                <a:solidFill>
                  <a:srgbClr val="333333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4" name="Line 45"/>
              <p:cNvSpPr>
                <a:spLocks noChangeShapeType="1"/>
              </p:cNvSpPr>
              <p:nvPr/>
            </p:nvSpPr>
            <p:spPr bwMode="auto">
              <a:xfrm>
                <a:off x="4742" y="1374"/>
                <a:ext cx="0" cy="2737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5" name="Text Box 46"/>
              <p:cNvSpPr txBox="1">
                <a:spLocks noChangeArrowheads="1"/>
              </p:cNvSpPr>
              <p:nvPr/>
            </p:nvSpPr>
            <p:spPr bwMode="auto">
              <a:xfrm>
                <a:off x="4629" y="1392"/>
                <a:ext cx="936" cy="62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备注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6" name="Text Box 47"/>
              <p:cNvSpPr txBox="1">
                <a:spLocks noChangeArrowheads="1"/>
              </p:cNvSpPr>
              <p:nvPr/>
            </p:nvSpPr>
            <p:spPr bwMode="auto">
              <a:xfrm>
                <a:off x="330" y="1433"/>
                <a:ext cx="936" cy="88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 eaLnBrk="1" fontAlgn="auto" hangingPunct="1">
                  <a:lnSpc>
                    <a:spcPct val="70000"/>
                  </a:lnSpc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信息管理部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7" name="Text Box 48"/>
              <p:cNvSpPr txBox="1">
                <a:spLocks noChangeArrowheads="1"/>
              </p:cNvSpPr>
              <p:nvPr/>
            </p:nvSpPr>
            <p:spPr bwMode="auto">
              <a:xfrm>
                <a:off x="144" y="908"/>
                <a:ext cx="1710" cy="4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流程：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8" name="Text Box 49"/>
              <p:cNvSpPr txBox="1">
                <a:spLocks noChangeArrowheads="1"/>
              </p:cNvSpPr>
              <p:nvPr/>
            </p:nvSpPr>
            <p:spPr bwMode="auto">
              <a:xfrm>
                <a:off x="427" y="913"/>
                <a:ext cx="3751" cy="4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集团</a:t>
                </a:r>
                <a:r>
                  <a:rPr kumimoji="1" lang="en-US" altLang="zh-CN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IT</a:t>
                </a: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投资项目管理流程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99" name="Rectangle 50"/>
              <p:cNvSpPr>
                <a:spLocks noChangeArrowheads="1"/>
              </p:cNvSpPr>
              <p:nvPr/>
            </p:nvSpPr>
            <p:spPr bwMode="auto">
              <a:xfrm>
                <a:off x="1443" y="799"/>
                <a:ext cx="1436" cy="19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流程文件编号：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0" name="Text Box 51"/>
              <p:cNvSpPr txBox="1">
                <a:spLocks noChangeArrowheads="1"/>
              </p:cNvSpPr>
              <p:nvPr/>
            </p:nvSpPr>
            <p:spPr bwMode="auto">
              <a:xfrm>
                <a:off x="144" y="1114"/>
                <a:ext cx="4550" cy="4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流程协调控制部门：信息管理部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1" name="Text Box 52"/>
              <p:cNvSpPr txBox="1">
                <a:spLocks noChangeArrowheads="1"/>
              </p:cNvSpPr>
              <p:nvPr/>
            </p:nvSpPr>
            <p:spPr bwMode="auto">
              <a:xfrm>
                <a:off x="1766" y="977"/>
                <a:ext cx="1476" cy="70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总责任人</a:t>
                </a:r>
                <a:r>
                  <a:rPr kumimoji="1" lang="zh-CN" altLang="en-US" sz="6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：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2" name="Text Box 53"/>
              <p:cNvSpPr txBox="1">
                <a:spLocks noChangeArrowheads="1"/>
              </p:cNvSpPr>
              <p:nvPr/>
            </p:nvSpPr>
            <p:spPr bwMode="auto">
              <a:xfrm>
                <a:off x="3121" y="817"/>
                <a:ext cx="1162" cy="20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本流程共  页之第 页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3" name="Text Box 54"/>
              <p:cNvSpPr txBox="1">
                <a:spLocks noChangeArrowheads="1"/>
              </p:cNvSpPr>
              <p:nvPr/>
            </p:nvSpPr>
            <p:spPr bwMode="auto">
              <a:xfrm>
                <a:off x="3032" y="972"/>
                <a:ext cx="936" cy="141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流程制订人</a:t>
                </a:r>
                <a:r>
                  <a:rPr kumimoji="1" lang="zh-CN" altLang="en-US" sz="6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：</a:t>
                </a:r>
                <a:endParaRPr kumimoji="1" lang="zh-CN" altLang="en-US" sz="6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4" name="Text Box 55"/>
              <p:cNvSpPr txBox="1">
                <a:spLocks noChangeArrowheads="1"/>
              </p:cNvSpPr>
              <p:nvPr/>
            </p:nvSpPr>
            <p:spPr bwMode="auto">
              <a:xfrm>
                <a:off x="4113" y="1009"/>
                <a:ext cx="936" cy="7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审核</a:t>
                </a:r>
                <a:r>
                  <a:rPr kumimoji="1" lang="en-US" altLang="zh-CN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:</a:t>
                </a:r>
                <a:endParaRPr kumimoji="1" lang="en-US" altLang="zh-CN" sz="6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5" name="Text Box 56"/>
              <p:cNvSpPr txBox="1">
                <a:spLocks noChangeArrowheads="1"/>
              </p:cNvSpPr>
              <p:nvPr/>
            </p:nvSpPr>
            <p:spPr bwMode="auto">
              <a:xfrm>
                <a:off x="4694" y="1009"/>
                <a:ext cx="936" cy="79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签署</a:t>
                </a:r>
                <a:r>
                  <a:rPr kumimoji="1" lang="en-US" altLang="zh-CN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:</a:t>
                </a:r>
                <a:endParaRPr kumimoji="1" lang="en-US" altLang="zh-CN" sz="6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06" name="Line 57"/>
              <p:cNvSpPr>
                <a:spLocks noChangeShapeType="1"/>
              </p:cNvSpPr>
              <p:nvPr/>
            </p:nvSpPr>
            <p:spPr bwMode="auto">
              <a:xfrm flipV="1">
                <a:off x="96" y="799"/>
                <a:ext cx="0" cy="383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7" name="Line 58"/>
              <p:cNvSpPr>
                <a:spLocks noChangeShapeType="1"/>
              </p:cNvSpPr>
              <p:nvPr/>
            </p:nvSpPr>
            <p:spPr bwMode="auto">
              <a:xfrm>
                <a:off x="96" y="799"/>
                <a:ext cx="5372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8" name="Line 59"/>
              <p:cNvSpPr>
                <a:spLocks noChangeShapeType="1"/>
              </p:cNvSpPr>
              <p:nvPr/>
            </p:nvSpPr>
            <p:spPr bwMode="auto">
              <a:xfrm>
                <a:off x="5468" y="799"/>
                <a:ext cx="0" cy="383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9" name="Line 60"/>
              <p:cNvSpPr>
                <a:spLocks noChangeShapeType="1"/>
              </p:cNvSpPr>
              <p:nvPr/>
            </p:nvSpPr>
            <p:spPr bwMode="auto">
              <a:xfrm>
                <a:off x="96" y="991"/>
                <a:ext cx="5372" cy="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0" name="Text Box 61"/>
              <p:cNvSpPr txBox="1">
                <a:spLocks noChangeArrowheads="1"/>
              </p:cNvSpPr>
              <p:nvPr/>
            </p:nvSpPr>
            <p:spPr bwMode="auto">
              <a:xfrm>
                <a:off x="4275" y="817"/>
                <a:ext cx="1097" cy="11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 dirty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生效日期</a:t>
                </a:r>
                <a:r>
                  <a:rPr kumimoji="1" lang="en-US" altLang="zh-CN" sz="400" kern="0" dirty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:</a:t>
                </a:r>
                <a:endParaRPr kumimoji="1" lang="en-US" altLang="zh-CN" sz="400" kern="0" dirty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11" name="Line 62"/>
              <p:cNvSpPr>
                <a:spLocks noChangeShapeType="1"/>
              </p:cNvSpPr>
              <p:nvPr/>
            </p:nvSpPr>
            <p:spPr bwMode="auto">
              <a:xfrm>
                <a:off x="1774" y="799"/>
                <a:ext cx="0" cy="383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2" name="Line 63"/>
              <p:cNvSpPr>
                <a:spLocks noChangeShapeType="1"/>
              </p:cNvSpPr>
              <p:nvPr/>
            </p:nvSpPr>
            <p:spPr bwMode="auto">
              <a:xfrm>
                <a:off x="4226" y="799"/>
                <a:ext cx="0" cy="383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3" name="Line 64"/>
              <p:cNvSpPr>
                <a:spLocks noChangeShapeType="1"/>
              </p:cNvSpPr>
              <p:nvPr/>
            </p:nvSpPr>
            <p:spPr bwMode="auto">
              <a:xfrm>
                <a:off x="3073" y="799"/>
                <a:ext cx="0" cy="383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4" name="Line 65"/>
              <p:cNvSpPr>
                <a:spLocks noChangeShapeType="1"/>
              </p:cNvSpPr>
              <p:nvPr/>
            </p:nvSpPr>
            <p:spPr bwMode="auto">
              <a:xfrm>
                <a:off x="1387" y="1387"/>
                <a:ext cx="0" cy="272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5" name="Line 66"/>
              <p:cNvSpPr>
                <a:spLocks noChangeShapeType="1"/>
              </p:cNvSpPr>
              <p:nvPr/>
            </p:nvSpPr>
            <p:spPr bwMode="auto">
              <a:xfrm>
                <a:off x="3379" y="1387"/>
                <a:ext cx="0" cy="272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16" name="Text Box 67"/>
              <p:cNvSpPr txBox="1">
                <a:spLocks noChangeArrowheads="1"/>
              </p:cNvSpPr>
              <p:nvPr/>
            </p:nvSpPr>
            <p:spPr bwMode="auto">
              <a:xfrm>
                <a:off x="2201" y="1433"/>
                <a:ext cx="936" cy="6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 eaLnBrk="1" fontAlgn="auto" hangingPunct="1">
                  <a:lnSpc>
                    <a:spcPct val="70000"/>
                  </a:lnSpc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财务部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17" name="Text Box 68"/>
              <p:cNvSpPr txBox="1">
                <a:spLocks noChangeArrowheads="1"/>
              </p:cNvSpPr>
              <p:nvPr/>
            </p:nvSpPr>
            <p:spPr bwMode="auto">
              <a:xfrm>
                <a:off x="3492" y="1433"/>
                <a:ext cx="936" cy="11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 eaLnBrk="1" fontAlgn="auto" hangingPunct="1">
                  <a:lnSpc>
                    <a:spcPct val="70000"/>
                  </a:lnSpc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经营管</a:t>
                </a: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理委员会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18" name="Text Box 69"/>
              <p:cNvSpPr txBox="1">
                <a:spLocks noChangeArrowheads="1"/>
              </p:cNvSpPr>
              <p:nvPr/>
            </p:nvSpPr>
            <p:spPr bwMode="auto">
              <a:xfrm>
                <a:off x="241" y="1661"/>
                <a:ext cx="234" cy="26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zh-CN" altLang="en-US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开始</a:t>
                </a:r>
                <a:endParaRPr lang="zh-CN" altLang="en-US" sz="3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92229" name="Oval 70"/>
              <p:cNvSpPr>
                <a:spLocks noChangeArrowheads="1"/>
              </p:cNvSpPr>
              <p:nvPr/>
            </p:nvSpPr>
            <p:spPr bwMode="auto">
              <a:xfrm>
                <a:off x="249" y="1620"/>
                <a:ext cx="186" cy="182"/>
              </a:xfrm>
              <a:prstGeom prst="ellipse">
                <a:avLst/>
              </a:prstGeom>
              <a:noFill/>
              <a:ln w="9525" algn="ctr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zh-CN" sz="1800" b="0">
                  <a:solidFill>
                    <a:srgbClr val="333333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20" name="Rectangle 71"/>
              <p:cNvSpPr>
                <a:spLocks noChangeArrowheads="1"/>
              </p:cNvSpPr>
              <p:nvPr/>
            </p:nvSpPr>
            <p:spPr bwMode="auto">
              <a:xfrm>
                <a:off x="249" y="1926"/>
                <a:ext cx="637" cy="237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提出建议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21" name="Rectangle 72"/>
              <p:cNvSpPr>
                <a:spLocks noChangeArrowheads="1"/>
              </p:cNvSpPr>
              <p:nvPr/>
            </p:nvSpPr>
            <p:spPr bwMode="auto">
              <a:xfrm>
                <a:off x="249" y="2250"/>
                <a:ext cx="637" cy="24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可行性研究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32" name="AutoShape 73"/>
              <p:cNvCxnSpPr>
                <a:cxnSpLocks noChangeShapeType="1"/>
                <a:stCxn id="420" idx="2"/>
                <a:endCxn id="421" idx="0"/>
              </p:cNvCxnSpPr>
              <p:nvPr/>
            </p:nvCxnSpPr>
            <p:spPr bwMode="auto">
              <a:xfrm rot="5400000">
                <a:off x="524" y="2208"/>
                <a:ext cx="86" cy="0"/>
              </a:xfrm>
              <a:prstGeom prst="straightConnector1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23" name="AutoShape 74"/>
              <p:cNvSpPr>
                <a:spLocks noChangeArrowheads="1"/>
              </p:cNvSpPr>
              <p:nvPr/>
            </p:nvSpPr>
            <p:spPr bwMode="auto">
              <a:xfrm>
                <a:off x="2564" y="2742"/>
                <a:ext cx="589" cy="315"/>
              </a:xfrm>
              <a:prstGeom prst="flowChartDecision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预算审核</a:t>
                </a:r>
                <a:endParaRPr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34" name="AutoShape 75"/>
              <p:cNvCxnSpPr>
                <a:cxnSpLocks noChangeShapeType="1"/>
                <a:stCxn id="421" idx="3"/>
                <a:endCxn id="450" idx="1"/>
              </p:cNvCxnSpPr>
              <p:nvPr/>
            </p:nvCxnSpPr>
            <p:spPr bwMode="auto">
              <a:xfrm>
                <a:off x="884" y="2371"/>
                <a:ext cx="2813" cy="2"/>
              </a:xfrm>
              <a:prstGeom prst="bentConnector3">
                <a:avLst>
                  <a:gd name="adj1" fmla="val 49981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235" name="AutoShape 76"/>
              <p:cNvCxnSpPr>
                <a:cxnSpLocks noChangeShapeType="1"/>
                <a:stCxn id="450" idx="2"/>
                <a:endCxn id="426" idx="0"/>
              </p:cNvCxnSpPr>
              <p:nvPr/>
            </p:nvCxnSpPr>
            <p:spPr bwMode="auto">
              <a:xfrm rot="5400000">
                <a:off x="2154" y="944"/>
                <a:ext cx="251" cy="3425"/>
              </a:xfrm>
              <a:prstGeom prst="bentConnector3">
                <a:avLst>
                  <a:gd name="adj1" fmla="val 49801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26" name="Rectangle 77"/>
              <p:cNvSpPr>
                <a:spLocks noChangeArrowheads="1"/>
              </p:cNvSpPr>
              <p:nvPr/>
            </p:nvSpPr>
            <p:spPr bwMode="auto">
              <a:xfrm>
                <a:off x="249" y="2783"/>
                <a:ext cx="637" cy="237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立项、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成立项目组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27" name="AutoShape 78"/>
              <p:cNvSpPr>
                <a:spLocks noChangeArrowheads="1"/>
              </p:cNvSpPr>
              <p:nvPr/>
            </p:nvSpPr>
            <p:spPr bwMode="auto">
              <a:xfrm>
                <a:off x="3694" y="2742"/>
                <a:ext cx="597" cy="315"/>
              </a:xfrm>
              <a:prstGeom prst="flowChartDecision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审批</a:t>
                </a:r>
                <a:endParaRPr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38" name="AutoShape 79"/>
              <p:cNvCxnSpPr>
                <a:cxnSpLocks noChangeShapeType="1"/>
                <a:stCxn id="426" idx="3"/>
                <a:endCxn id="452" idx="1"/>
              </p:cNvCxnSpPr>
              <p:nvPr/>
            </p:nvCxnSpPr>
            <p:spPr bwMode="auto">
              <a:xfrm>
                <a:off x="884" y="2902"/>
                <a:ext cx="635" cy="0"/>
              </a:xfrm>
              <a:prstGeom prst="straightConnector1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29" name="Rectangle 80"/>
              <p:cNvSpPr>
                <a:spLocks noChangeArrowheads="1"/>
              </p:cNvSpPr>
              <p:nvPr/>
            </p:nvSpPr>
            <p:spPr bwMode="auto">
              <a:xfrm>
                <a:off x="1516" y="3294"/>
                <a:ext cx="637" cy="24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组织项目执行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30" name="Rectangle 81"/>
              <p:cNvSpPr>
                <a:spLocks noChangeArrowheads="1"/>
              </p:cNvSpPr>
              <p:nvPr/>
            </p:nvSpPr>
            <p:spPr bwMode="auto">
              <a:xfrm>
                <a:off x="338" y="3294"/>
                <a:ext cx="637" cy="24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监督检查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41" name="AutoShape 82"/>
              <p:cNvCxnSpPr>
                <a:cxnSpLocks noChangeShapeType="1"/>
                <a:stCxn id="423" idx="3"/>
                <a:endCxn id="427" idx="1"/>
              </p:cNvCxnSpPr>
              <p:nvPr/>
            </p:nvCxnSpPr>
            <p:spPr bwMode="auto">
              <a:xfrm>
                <a:off x="3152" y="2900"/>
                <a:ext cx="545" cy="0"/>
              </a:xfrm>
              <a:prstGeom prst="straightConnector1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32" name="Rectangle 83"/>
              <p:cNvSpPr>
                <a:spLocks noChangeArrowheads="1"/>
              </p:cNvSpPr>
              <p:nvPr/>
            </p:nvSpPr>
            <p:spPr bwMode="auto">
              <a:xfrm>
                <a:off x="338" y="3778"/>
                <a:ext cx="637" cy="242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组织验收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项目评价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43" name="AutoShape 84"/>
              <p:cNvCxnSpPr>
                <a:cxnSpLocks noChangeShapeType="1"/>
                <a:stCxn id="429" idx="1"/>
                <a:endCxn id="430" idx="3"/>
              </p:cNvCxnSpPr>
              <p:nvPr/>
            </p:nvCxnSpPr>
            <p:spPr bwMode="auto">
              <a:xfrm rot="10800000">
                <a:off x="975" y="3414"/>
                <a:ext cx="544" cy="0"/>
              </a:xfrm>
              <a:prstGeom prst="straightConnector1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244" name="AutoShape 85"/>
              <p:cNvCxnSpPr>
                <a:cxnSpLocks noChangeShapeType="1"/>
                <a:stCxn id="430" idx="2"/>
                <a:endCxn id="432" idx="0"/>
              </p:cNvCxnSpPr>
              <p:nvPr/>
            </p:nvCxnSpPr>
            <p:spPr bwMode="auto">
              <a:xfrm rot="5400000">
                <a:off x="535" y="3657"/>
                <a:ext cx="246" cy="0"/>
              </a:xfrm>
              <a:prstGeom prst="straightConnector1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2245" name="Oval 86"/>
              <p:cNvSpPr>
                <a:spLocks noChangeArrowheads="1"/>
              </p:cNvSpPr>
              <p:nvPr/>
            </p:nvSpPr>
            <p:spPr bwMode="auto">
              <a:xfrm>
                <a:off x="5105" y="3810"/>
                <a:ext cx="177" cy="182"/>
              </a:xfrm>
              <a:prstGeom prst="ellipse">
                <a:avLst/>
              </a:prstGeom>
              <a:noFill/>
              <a:ln w="9525" algn="ctr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spcBef>
                    <a:spcPct val="7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50000"/>
                  <a:buFont typeface="Monotype Sorts" pitchFamily="2" charset="2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l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50000"/>
                  </a:spcBef>
                  <a:spcAft>
                    <a:spcPct val="10000"/>
                  </a:spcAft>
                  <a:buClr>
                    <a:schemeClr val="accent1"/>
                  </a:buClr>
                  <a:buSzPct val="75000"/>
                  <a:buChar char="—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zh-CN" sz="1800" b="0">
                  <a:solidFill>
                    <a:srgbClr val="333333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36" name="Text Box 87"/>
              <p:cNvSpPr txBox="1">
                <a:spLocks noChangeArrowheads="1"/>
              </p:cNvSpPr>
              <p:nvPr/>
            </p:nvSpPr>
            <p:spPr bwMode="auto">
              <a:xfrm>
                <a:off x="5105" y="3855"/>
                <a:ext cx="226" cy="26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zh-CN" altLang="en-US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结束</a:t>
                </a:r>
                <a:endParaRPr lang="zh-CN" altLang="en-US" sz="3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47" name="AutoShape 88"/>
              <p:cNvCxnSpPr>
                <a:cxnSpLocks noChangeShapeType="1"/>
                <a:stCxn id="432" idx="3"/>
                <a:endCxn id="436" idx="1"/>
              </p:cNvCxnSpPr>
              <p:nvPr/>
            </p:nvCxnSpPr>
            <p:spPr bwMode="auto">
              <a:xfrm>
                <a:off x="975" y="3900"/>
                <a:ext cx="4128" cy="4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248" name="AutoShape 89"/>
              <p:cNvCxnSpPr>
                <a:cxnSpLocks noChangeShapeType="1"/>
                <a:stCxn id="92229" idx="4"/>
                <a:endCxn id="420" idx="0"/>
              </p:cNvCxnSpPr>
              <p:nvPr/>
            </p:nvCxnSpPr>
            <p:spPr bwMode="auto">
              <a:xfrm rot="16200000" flipH="1">
                <a:off x="392" y="1750"/>
                <a:ext cx="123" cy="227"/>
              </a:xfrm>
              <a:prstGeom prst="bentConnector3">
                <a:avLst>
                  <a:gd name="adj1" fmla="val 49593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39" name="Oval 90"/>
              <p:cNvSpPr>
                <a:spLocks noChangeArrowheads="1"/>
              </p:cNvSpPr>
              <p:nvPr/>
            </p:nvSpPr>
            <p:spPr bwMode="auto">
              <a:xfrm>
                <a:off x="4783" y="1752"/>
                <a:ext cx="113" cy="10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1</a:t>
                </a:r>
                <a:endParaRPr kumimoji="1" lang="en-US" altLang="zh-CN" sz="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0" name="Text Box 91"/>
              <p:cNvSpPr txBox="1">
                <a:spLocks noChangeArrowheads="1"/>
              </p:cNvSpPr>
              <p:nvPr/>
            </p:nvSpPr>
            <p:spPr bwMode="auto">
              <a:xfrm>
                <a:off x="4678" y="1707"/>
                <a:ext cx="936" cy="92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300" kern="0" dirty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项目建议书</a:t>
                </a:r>
                <a:endParaRPr kumimoji="1" lang="zh-CN" altLang="en-US" sz="300" kern="0" dirty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92251" name="Group 92"/>
              <p:cNvGrpSpPr/>
              <p:nvPr/>
            </p:nvGrpSpPr>
            <p:grpSpPr bwMode="auto">
              <a:xfrm>
                <a:off x="1066" y="2288"/>
                <a:ext cx="192" cy="144"/>
                <a:chOff x="720" y="2880"/>
                <a:chExt cx="192" cy="144"/>
              </a:xfrm>
            </p:grpSpPr>
            <p:sp>
              <p:nvSpPr>
                <p:cNvPr id="92271" name="AutoShape 93"/>
                <p:cNvSpPr>
                  <a:spLocks noChangeArrowheads="1"/>
                </p:cNvSpPr>
                <p:nvPr/>
              </p:nvSpPr>
              <p:spPr bwMode="auto">
                <a:xfrm>
                  <a:off x="718" y="2878"/>
                  <a:ext cx="194" cy="146"/>
                </a:xfrm>
                <a:prstGeom prst="flowChartDocument">
                  <a:avLst/>
                </a:prstGeom>
                <a:solidFill>
                  <a:srgbClr val="DDDDDD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zh-CN" sz="1800" b="0">
                    <a:solidFill>
                      <a:srgbClr val="333333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2" name="Oval 94"/>
                <p:cNvSpPr>
                  <a:spLocks noChangeArrowheads="1"/>
                </p:cNvSpPr>
                <p:nvPr/>
              </p:nvSpPr>
              <p:spPr bwMode="auto">
                <a:xfrm>
                  <a:off x="766" y="2901"/>
                  <a:ext cx="97" cy="1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1" lang="en-US" altLang="zh-CN" sz="300" kern="0">
                      <a:solidFill>
                        <a:srgbClr val="333333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1</a:t>
                  </a:r>
                  <a:endParaRPr kumimoji="1" lang="en-US" altLang="zh-CN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42" name="Oval 95"/>
              <p:cNvSpPr>
                <a:spLocks noChangeArrowheads="1"/>
              </p:cNvSpPr>
              <p:nvPr/>
            </p:nvSpPr>
            <p:spPr bwMode="auto">
              <a:xfrm>
                <a:off x="4783" y="2026"/>
                <a:ext cx="113" cy="10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2</a:t>
                </a:r>
                <a:endParaRPr kumimoji="1" lang="en-US" altLang="zh-CN" sz="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3" name="Text Box 96"/>
              <p:cNvSpPr txBox="1">
                <a:spLocks noChangeArrowheads="1"/>
              </p:cNvSpPr>
              <p:nvPr/>
            </p:nvSpPr>
            <p:spPr bwMode="auto">
              <a:xfrm>
                <a:off x="4678" y="1976"/>
                <a:ext cx="936" cy="11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项目执行计划书</a:t>
                </a:r>
                <a:endParaRPr kumimoji="1" lang="zh-CN" altLang="en-US" sz="3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grpSp>
            <p:nvGrpSpPr>
              <p:cNvPr id="92254" name="Group 97"/>
              <p:cNvGrpSpPr/>
              <p:nvPr/>
            </p:nvGrpSpPr>
            <p:grpSpPr bwMode="auto">
              <a:xfrm>
                <a:off x="1066" y="3830"/>
                <a:ext cx="192" cy="144"/>
                <a:chOff x="720" y="2880"/>
                <a:chExt cx="192" cy="144"/>
              </a:xfrm>
            </p:grpSpPr>
            <p:sp>
              <p:nvSpPr>
                <p:cNvPr id="92269" name="AutoShape 98"/>
                <p:cNvSpPr>
                  <a:spLocks noChangeArrowheads="1"/>
                </p:cNvSpPr>
                <p:nvPr/>
              </p:nvSpPr>
              <p:spPr bwMode="auto">
                <a:xfrm>
                  <a:off x="718" y="2878"/>
                  <a:ext cx="194" cy="146"/>
                </a:xfrm>
                <a:prstGeom prst="flowChartDocument">
                  <a:avLst/>
                </a:prstGeom>
                <a:solidFill>
                  <a:srgbClr val="DDDDDD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zh-CN" sz="1800" b="0">
                    <a:solidFill>
                      <a:srgbClr val="333333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0" name="Oval 99"/>
                <p:cNvSpPr>
                  <a:spLocks noChangeArrowheads="1"/>
                </p:cNvSpPr>
                <p:nvPr/>
              </p:nvSpPr>
              <p:spPr bwMode="auto">
                <a:xfrm>
                  <a:off x="766" y="2901"/>
                  <a:ext cx="97" cy="1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1" lang="en-US" altLang="zh-CN" sz="300" kern="0">
                      <a:solidFill>
                        <a:srgbClr val="333333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3</a:t>
                  </a:r>
                  <a:endParaRPr kumimoji="1" lang="en-US" altLang="zh-CN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445" name="Oval 100"/>
              <p:cNvSpPr>
                <a:spLocks noChangeArrowheads="1"/>
              </p:cNvSpPr>
              <p:nvPr/>
            </p:nvSpPr>
            <p:spPr bwMode="auto">
              <a:xfrm>
                <a:off x="4783" y="2341"/>
                <a:ext cx="113" cy="10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en-US" altLang="zh-CN" sz="2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3</a:t>
                </a:r>
                <a:endParaRPr kumimoji="1" lang="en-US" altLang="zh-CN" sz="2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6" name="Text Box 101"/>
              <p:cNvSpPr txBox="1">
                <a:spLocks noChangeArrowheads="1"/>
              </p:cNvSpPr>
              <p:nvPr/>
            </p:nvSpPr>
            <p:spPr bwMode="auto">
              <a:xfrm>
                <a:off x="4726" y="2295"/>
                <a:ext cx="936" cy="105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项目评价意见</a:t>
                </a:r>
                <a:endParaRPr kumimoji="1" lang="zh-CN" altLang="en-US" sz="3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7" name="AutoShape 102"/>
              <p:cNvSpPr>
                <a:spLocks noChangeArrowheads="1"/>
              </p:cNvSpPr>
              <p:nvPr/>
            </p:nvSpPr>
            <p:spPr bwMode="auto">
              <a:xfrm>
                <a:off x="790" y="1570"/>
                <a:ext cx="597" cy="319"/>
              </a:xfrm>
              <a:prstGeom prst="flowChartMultidocumen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年度</a:t>
                </a:r>
                <a:r>
                  <a:rPr kumimoji="1" lang="en-US" altLang="zh-CN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IT</a:t>
                </a: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投资计划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48" name="Line 103"/>
              <p:cNvSpPr>
                <a:spLocks noChangeShapeType="1"/>
              </p:cNvSpPr>
              <p:nvPr/>
            </p:nvSpPr>
            <p:spPr bwMode="auto">
              <a:xfrm>
                <a:off x="701" y="1752"/>
                <a:ext cx="0" cy="182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9" name="Line 104"/>
              <p:cNvSpPr>
                <a:spLocks noChangeShapeType="1"/>
              </p:cNvSpPr>
              <p:nvPr/>
            </p:nvSpPr>
            <p:spPr bwMode="auto">
              <a:xfrm flipH="1">
                <a:off x="701" y="1752"/>
                <a:ext cx="89" cy="0"/>
              </a:xfrm>
              <a:prstGeom prst="line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0" name="AutoShape 105"/>
              <p:cNvSpPr>
                <a:spLocks noChangeArrowheads="1"/>
              </p:cNvSpPr>
              <p:nvPr/>
            </p:nvSpPr>
            <p:spPr bwMode="auto">
              <a:xfrm>
                <a:off x="3694" y="2213"/>
                <a:ext cx="597" cy="319"/>
              </a:xfrm>
              <a:prstGeom prst="flowChartDecision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审批</a:t>
                </a:r>
                <a:endParaRPr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61" name="AutoShape 106"/>
              <p:cNvCxnSpPr>
                <a:cxnSpLocks noChangeShapeType="1"/>
                <a:stCxn id="427" idx="3"/>
                <a:endCxn id="429" idx="0"/>
              </p:cNvCxnSpPr>
              <p:nvPr/>
            </p:nvCxnSpPr>
            <p:spPr bwMode="auto">
              <a:xfrm flipH="1">
                <a:off x="1837" y="2900"/>
                <a:ext cx="2450" cy="394"/>
              </a:xfrm>
              <a:prstGeom prst="bentConnector4">
                <a:avLst>
                  <a:gd name="adj1" fmla="val -5880"/>
                  <a:gd name="adj2" fmla="val 70051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52" name="Rectangle 107"/>
              <p:cNvSpPr>
                <a:spLocks noChangeArrowheads="1"/>
              </p:cNvSpPr>
              <p:nvPr/>
            </p:nvSpPr>
            <p:spPr bwMode="auto">
              <a:xfrm>
                <a:off x="1516" y="2783"/>
                <a:ext cx="637" cy="237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rgbClr val="FFFFFF"/>
                </a:solidFill>
                <a:miter lim="800000"/>
              </a:ln>
              <a:effectLst/>
            </p:spPr>
            <p:txBody>
              <a:bodyPr lIns="0" r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编制项目执行计划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453" name="Line 108"/>
              <p:cNvSpPr>
                <a:spLocks noChangeShapeType="1"/>
              </p:cNvSpPr>
              <p:nvPr/>
            </p:nvSpPr>
            <p:spPr bwMode="auto">
              <a:xfrm>
                <a:off x="2290" y="1387"/>
                <a:ext cx="0" cy="2723"/>
              </a:xfrm>
              <a:prstGeom prst="line">
                <a:avLst/>
              </a:prstGeom>
              <a:noFill/>
              <a:ln w="9525">
                <a:solidFill>
                  <a:srgbClr val="80808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4" name="Text Box 109"/>
              <p:cNvSpPr txBox="1">
                <a:spLocks noChangeArrowheads="1"/>
              </p:cNvSpPr>
              <p:nvPr/>
            </p:nvSpPr>
            <p:spPr bwMode="auto">
              <a:xfrm>
                <a:off x="1387" y="1433"/>
                <a:ext cx="936" cy="6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algn="ctr" eaLnBrk="1" fontAlgn="auto" hangingPunct="1">
                  <a:lnSpc>
                    <a:spcPct val="70000"/>
                  </a:lnSpc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kumimoji="1" lang="zh-CN" altLang="en-US" sz="4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项目组</a:t>
                </a:r>
                <a:endParaRPr kumimoji="1" lang="zh-CN" altLang="en-US" sz="400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cxnSp>
            <p:nvCxnSpPr>
              <p:cNvPr id="92265" name="AutoShape 110"/>
              <p:cNvCxnSpPr>
                <a:cxnSpLocks noChangeShapeType="1"/>
                <a:stCxn id="452" idx="3"/>
                <a:endCxn id="423" idx="1"/>
              </p:cNvCxnSpPr>
              <p:nvPr/>
            </p:nvCxnSpPr>
            <p:spPr bwMode="auto">
              <a:xfrm flipV="1">
                <a:off x="2154" y="2900"/>
                <a:ext cx="408" cy="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rgbClr val="FFFFFF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92266" name="Group 111"/>
              <p:cNvGrpSpPr/>
              <p:nvPr/>
            </p:nvGrpSpPr>
            <p:grpSpPr bwMode="auto">
              <a:xfrm>
                <a:off x="2290" y="2820"/>
                <a:ext cx="192" cy="144"/>
                <a:chOff x="720" y="2880"/>
                <a:chExt cx="192" cy="144"/>
              </a:xfrm>
            </p:grpSpPr>
            <p:sp>
              <p:nvSpPr>
                <p:cNvPr id="92267" name="AutoShape 112"/>
                <p:cNvSpPr>
                  <a:spLocks noChangeArrowheads="1"/>
                </p:cNvSpPr>
                <p:nvPr/>
              </p:nvSpPr>
              <p:spPr bwMode="auto">
                <a:xfrm>
                  <a:off x="720" y="2880"/>
                  <a:ext cx="194" cy="146"/>
                </a:xfrm>
                <a:prstGeom prst="flowChartDocument">
                  <a:avLst/>
                </a:prstGeom>
                <a:solidFill>
                  <a:srgbClr val="DDDDDD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wrap="none" anchor="ctr"/>
                <a:lstStyle>
                  <a:lvl1pPr>
                    <a:spcBef>
                      <a:spcPct val="7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50000"/>
                    <a:buFont typeface="Monotype Sorts" pitchFamily="2" charset="2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l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50000"/>
                    </a:spcBef>
                    <a:spcAft>
                      <a:spcPct val="10000"/>
                    </a:spcAft>
                    <a:buClr>
                      <a:schemeClr val="accent1"/>
                    </a:buClr>
                    <a:buSzPct val="75000"/>
                    <a:buChar char="—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zh-CN" sz="1800" b="0">
                    <a:solidFill>
                      <a:srgbClr val="333333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8" name="Oval 113"/>
                <p:cNvSpPr>
                  <a:spLocks noChangeArrowheads="1"/>
                </p:cNvSpPr>
                <p:nvPr/>
              </p:nvSpPr>
              <p:spPr bwMode="auto">
                <a:xfrm>
                  <a:off x="769" y="2903"/>
                  <a:ext cx="97" cy="10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1" lang="en-US" altLang="zh-CN" sz="300" kern="0">
                      <a:solidFill>
                        <a:srgbClr val="333333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2</a:t>
                  </a:r>
                  <a:endParaRPr kumimoji="1" lang="en-US" altLang="zh-CN" sz="300" kern="0">
                    <a:solidFill>
                      <a:srgbClr val="333333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388" name="AutoShape 114"/>
            <p:cNvSpPr>
              <a:spLocks noChangeArrowheads="1"/>
            </p:cNvSpPr>
            <p:nvPr/>
          </p:nvSpPr>
          <p:spPr bwMode="auto">
            <a:xfrm>
              <a:off x="1736725" y="3841750"/>
              <a:ext cx="2128838" cy="217487"/>
            </a:xfrm>
            <a:prstGeom prst="homePlate">
              <a:avLst>
                <a:gd name="adj" fmla="val 0"/>
              </a:avLst>
            </a:prstGeom>
            <a:solidFill>
              <a:srgbClr val="C0C0C0"/>
            </a:solidFill>
            <a:ln w="12700">
              <a:solidFill>
                <a:srgbClr val="80808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kern="0">
                  <a:solidFill>
                    <a:srgbClr val="333333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x.x</a:t>
              </a:r>
              <a:endParaRPr lang="en-US" altLang="zh-CN" sz="1200" kern="0">
                <a:solidFill>
                  <a:srgbClr val="333333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92199" name="Object 115"/>
            <p:cNvGraphicFramePr>
              <a:graphicFrameLocks noChangeAspect="1"/>
            </p:cNvGraphicFramePr>
            <p:nvPr/>
          </p:nvGraphicFramePr>
          <p:xfrm>
            <a:off x="2627313" y="5441950"/>
            <a:ext cx="682625" cy="866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Clip" r:id="rId2" imgW="2310130" imgH="3176905" progId="">
                    <p:embed/>
                  </p:oleObj>
                </mc:Choice>
                <mc:Fallback>
                  <p:oleObj name="Clip" r:id="rId2" imgW="2310130" imgH="3176905" progId="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313" y="5441950"/>
                          <a:ext cx="682625" cy="866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" name="Line 238"/>
            <p:cNvSpPr>
              <a:spLocks noChangeShapeType="1"/>
            </p:cNvSpPr>
            <p:nvPr/>
          </p:nvSpPr>
          <p:spPr bwMode="auto">
            <a:xfrm>
              <a:off x="4787900" y="1557337"/>
              <a:ext cx="0" cy="45354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1" name="Rectangle 239"/>
            <p:cNvSpPr>
              <a:spLocks noChangeArrowheads="1"/>
            </p:cNvSpPr>
            <p:nvPr/>
          </p:nvSpPr>
          <p:spPr bwMode="auto">
            <a:xfrm>
              <a:off x="539750" y="1123950"/>
              <a:ext cx="4176713" cy="36036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>
                  <a:solidFill>
                    <a:srgbClr val="33333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帮助建立流程体系框架</a:t>
              </a:r>
              <a:endParaRPr lang="zh-CN" altLang="en-US" kern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92167" name="Object 463"/>
          <p:cNvGraphicFramePr>
            <a:graphicFrameLocks noChangeAspect="1"/>
          </p:cNvGraphicFramePr>
          <p:nvPr/>
        </p:nvGraphicFramePr>
        <p:xfrm>
          <a:off x="9067800" y="165100"/>
          <a:ext cx="381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Worksheet" showAsIcon="1" r:id="rId4" imgW="422275" imgH="886460" progId="Excel.Sheet.8">
                  <p:embed/>
                </p:oleObj>
              </mc:Choice>
              <mc:Fallback>
                <p:oleObj name="Worksheet" showAsIcon="1" r:id="rId4" imgW="422275" imgH="886460" progId="Excel.Sheet.8">
                  <p:embed/>
                  <p:pic>
                    <p:nvPicPr>
                      <p:cNvPr id="0" name="Object 4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0" y="165100"/>
                        <a:ext cx="3810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405" y="3554358"/>
            <a:ext cx="4212566" cy="25020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900" y="1854201"/>
            <a:ext cx="1829267" cy="16468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3188" y="1905621"/>
            <a:ext cx="2141399" cy="9961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r>
              <a:rPr lang="en-US" altLang="zh-CN" sz="2800" dirty="0"/>
              <a:t>APQC(Process Classification Framework) </a:t>
            </a:r>
            <a:br>
              <a:rPr lang="en-US" altLang="zh-CN" sz="2800" dirty="0"/>
            </a:br>
            <a:r>
              <a:rPr lang="zh-CN" altLang="en-US" sz="2800" dirty="0"/>
              <a:t>通用流程框架</a:t>
            </a:r>
            <a:r>
              <a:rPr lang="en-US" altLang="zh-CN" sz="2800" dirty="0"/>
              <a:t> – </a:t>
            </a:r>
            <a:r>
              <a:rPr lang="zh-CN" altLang="en-US" sz="2800" dirty="0"/>
              <a:t>可以为流程设计做参考</a:t>
            </a:r>
            <a:endParaRPr lang="zh-CN" altLang="en-US" sz="2800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563" y="1328738"/>
            <a:ext cx="5378450" cy="49799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</p:pic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98888" y="2654300"/>
            <a:ext cx="6019800" cy="38703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APQC-PCF </a:t>
            </a:r>
            <a:r>
              <a:rPr lang="zh-CN" altLang="en-US" dirty="0"/>
              <a:t>流程框架</a:t>
            </a:r>
            <a:br>
              <a:rPr lang="zh-CN" altLang="en-US" dirty="0"/>
            </a:b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9132"/>
            <a:ext cx="9902825" cy="45397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832" y="5837236"/>
            <a:ext cx="99002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0" hangingPunct="0"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美国生产力与质量中心（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American Productivity and Quality Center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，简称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APQC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）是一家拥有丰富「流程与绩效改进资源」的国际性组织。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APQC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致力于从流程视角解读企业运作，帮助企业梳理、管理和优化流程，并在各业务单元和部门之间建立统一的流程语言。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pGuw7kmBjjEuutiZAHGSJFg"/>
</p:tagLst>
</file>

<file path=ppt/tags/tag2.xml><?xml version="1.0" encoding="utf-8"?>
<p:tagLst xmlns:p="http://schemas.openxmlformats.org/presentationml/2006/main">
  <p:tag name="THINKCELLSHAPEDONOTDELETE" val="p4O_1_.0l50W5U6Gmz2CpAg"/>
</p:tagLst>
</file>

<file path=ppt/tags/tag3.xml><?xml version="1.0" encoding="utf-8"?>
<p:tagLst xmlns:p="http://schemas.openxmlformats.org/presentationml/2006/main">
  <p:tag name="THINKCELLSHAPEDONOTDELETE" val="pZJX7_3nwHEaHLVLXJ5NZ7g"/>
</p:tagLst>
</file>

<file path=ppt/tags/tag4.xml><?xml version="1.0" encoding="utf-8"?>
<p:tagLst xmlns:p="http://schemas.openxmlformats.org/presentationml/2006/main">
  <p:tag name="THINKCELLSHAPEDONOTDELETE" val="psQbQnkrvvka2xXjjboC2dg"/>
</p:tagLst>
</file>

<file path=ppt/tags/tag5.xml><?xml version="1.0" encoding="utf-8"?>
<p:tagLst xmlns:p="http://schemas.openxmlformats.org/presentationml/2006/main">
  <p:tag name="THINKCELLSHAPEDONOTDELETE" val="p40Ty_NnACEW.Gxhyihh0iQ"/>
</p:tagLst>
</file>

<file path=ppt/tags/tag6.xml><?xml version="1.0" encoding="utf-8"?>
<p:tagLst xmlns:p="http://schemas.openxmlformats.org/presentationml/2006/main">
  <p:tag name="THINKCELLSHAPEDONOTDELETE" val="pK8A3iJv9PkGnvTah57txNw"/>
</p:tagLst>
</file>

<file path=ppt/tags/tag7.xml><?xml version="1.0" encoding="utf-8"?>
<p:tagLst xmlns:p="http://schemas.openxmlformats.org/presentationml/2006/main">
  <p:tag name="THINKCELLSHAPEDONOTDELETE" val="pR43oQCf9vkqyZkCog6GzWg"/>
</p:tagLst>
</file>

<file path=ppt/tags/tag8.xml><?xml version="1.0" encoding="utf-8"?>
<p:tagLst xmlns:p="http://schemas.openxmlformats.org/presentationml/2006/main">
  <p:tag name="THINKCELLSHAPEDONOTDELETE" val="psuEINUdT0kmVQRbq3GA95g"/>
</p:tagLst>
</file>

<file path=ppt/tags/tag9.xml><?xml version="1.0" encoding="utf-8"?>
<p:tagLst xmlns:p="http://schemas.openxmlformats.org/presentationml/2006/main">
  <p:tag name="THINKCELLSHAPEDONOTDELETE" val="pR43oQCf9vkqyZkCog6GzWg"/>
</p:tagLst>
</file>

<file path=ppt/tags/tag10.xml><?xml version="1.0" encoding="utf-8"?>
<p:tagLst xmlns:p="http://schemas.openxmlformats.org/presentationml/2006/main">
  <p:tag name="THINKCELLSHAPEDONOTDELETE" val="pEjISSGHupEO1BcHAfxIu_A"/>
</p:tagLst>
</file>

<file path=ppt/tags/tag11.xml><?xml version="1.0" encoding="utf-8"?>
<p:tagLst xmlns:p="http://schemas.openxmlformats.org/presentationml/2006/main">
  <p:tag name="THINKCELLSHAPEDONOTDELETE" val="pHKuGVujAsU2_iX1r9wK3NA"/>
</p:tagLst>
</file>

<file path=ppt/tags/tag12.xml><?xml version="1.0" encoding="utf-8"?>
<p:tagLst xmlns:p="http://schemas.openxmlformats.org/presentationml/2006/main">
  <p:tag name="THINKCELLSHAPEDONOTDELETE" val="pcP9PviS5X0OAN25XDHO4kg"/>
</p:tagLst>
</file>

<file path=ppt/tags/tag13.xml><?xml version="1.0" encoding="utf-8"?>
<p:tagLst xmlns:p="http://schemas.openxmlformats.org/presentationml/2006/main">
  <p:tag name="THINKCELLSHAPEDONOTDELETE" val="pRC0OJSMFc0.7SVMf0Qp.rA"/>
</p:tagLst>
</file>

<file path=ppt/tags/tag14.xml><?xml version="1.0" encoding="utf-8"?>
<p:tagLst xmlns:p="http://schemas.openxmlformats.org/presentationml/2006/main">
  <p:tag name="THINKCELLSHAPEDONOTDELETE" val="ppvNu8PNiPUG7Yg4r3ftTwg"/>
</p:tagLst>
</file>

<file path=ppt/tags/tag15.xml><?xml version="1.0" encoding="utf-8"?>
<p:tagLst xmlns:p="http://schemas.openxmlformats.org/presentationml/2006/main">
  <p:tag name="NAME" val="RectangleText"/>
  <p:tag name="THINKCELLSHAPEDONOTDELETE" val="pBSZJA6kpFEWNvFLbqkJyyA"/>
</p:tagLst>
</file>

<file path=ppt/tags/tag16.xml><?xml version="1.0" encoding="utf-8"?>
<p:tagLst xmlns:p="http://schemas.openxmlformats.org/presentationml/2006/main">
  <p:tag name="NAME" val="RectangleText"/>
  <p:tag name="THINKCELLSHAPEDONOTDELETE" val="pDBfMEEG84Eq1EVGO8Huixw"/>
</p:tagLst>
</file>

<file path=ppt/tags/tag17.xml><?xml version="1.0" encoding="utf-8"?>
<p:tagLst xmlns:p="http://schemas.openxmlformats.org/presentationml/2006/main">
  <p:tag name="NAME" val="RectangleText"/>
  <p:tag name="THINKCELLSHAPEDONOTDELETE" val="pbi8iyVesVkOlNyRod5YqgA"/>
</p:tagLst>
</file>

<file path=ppt/tags/tag18.xml><?xml version="1.0" encoding="utf-8"?>
<p:tagLst xmlns:p="http://schemas.openxmlformats.org/presentationml/2006/main">
  <p:tag name="NAME" val="RectangleText"/>
  <p:tag name="THINKCELLSHAPEDONOTDELETE" val="p28a.KEk0RU6NNpq2yvcGag"/>
</p:tagLst>
</file>

<file path=ppt/tags/tag19.xml><?xml version="1.0" encoding="utf-8"?>
<p:tagLst xmlns:p="http://schemas.openxmlformats.org/presentationml/2006/main">
  <p:tag name="THINKCELLSHAPEDONOTDELETE" val="pT3cic7RteEe64pBeDYta1w"/>
</p:tagLst>
</file>

<file path=ppt/tags/tag20.xml><?xml version="1.0" encoding="utf-8"?>
<p:tagLst xmlns:p="http://schemas.openxmlformats.org/presentationml/2006/main">
  <p:tag name="THINKCELLSHAPEDONOTDELETE" val="pMI_Xdq9vJ0KVWQp4MfWSDw"/>
</p:tagLst>
</file>

<file path=ppt/tags/tag21.xml><?xml version="1.0" encoding="utf-8"?>
<p:tagLst xmlns:p="http://schemas.openxmlformats.org/presentationml/2006/main">
  <p:tag name="THINKCELLSHAPEDONOTDELETE" val="pZ4EcI.9BxE28SagXum1j4Q"/>
</p:tagLst>
</file>

<file path=ppt/tags/tag22.xml><?xml version="1.0" encoding="utf-8"?>
<p:tagLst xmlns:p="http://schemas.openxmlformats.org/presentationml/2006/main">
  <p:tag name="THINKCELLSHAPEDONOTDELETE" val="p5OzRMG..YE2WjpiB6CKVLQ"/>
</p:tagLst>
</file>

<file path=ppt/tags/tag23.xml><?xml version="1.0" encoding="utf-8"?>
<p:tagLst xmlns:p="http://schemas.openxmlformats.org/presentationml/2006/main">
  <p:tag name="THINKCELLSHAPEDONOTDELETE" val="pJzzX0Jfb70Ks8HITEHL.kA"/>
</p:tagLst>
</file>

<file path=ppt/tags/tag24.xml><?xml version="1.0" encoding="utf-8"?>
<p:tagLst xmlns:p="http://schemas.openxmlformats.org/presentationml/2006/main">
  <p:tag name="THINKCELLSHAPEDONOTDELETE" val="pZfnE4Yq9aUWgr5v5nsRTig"/>
</p:tagLst>
</file>

<file path=ppt/tags/tag25.xml><?xml version="1.0" encoding="utf-8"?>
<p:tagLst xmlns:p="http://schemas.openxmlformats.org/presentationml/2006/main">
  <p:tag name="THINKCELLSHAPEDONOTDELETE" val="pP6NJShH_UUW1wJfS_SMHtQ"/>
</p:tagLst>
</file>

<file path=ppt/tags/tag26.xml><?xml version="1.0" encoding="utf-8"?>
<p:tagLst xmlns:p="http://schemas.openxmlformats.org/presentationml/2006/main">
  <p:tag name="THINKCELLSHAPEDONOTDELETE" val="p9BHaswhKakO8FNYpJyCqTA"/>
</p:tagLst>
</file>

<file path=ppt/tags/tag27.xml><?xml version="1.0" encoding="utf-8"?>
<p:tagLst xmlns:p="http://schemas.openxmlformats.org/presentationml/2006/main">
  <p:tag name="THINKCELLSHAPEDONOTDELETE" val="pMI_Xdq9vJ0KVWQp4MfWSDw"/>
</p:tagLst>
</file>

<file path=ppt/tags/tag28.xml><?xml version="1.0" encoding="utf-8"?>
<p:tagLst xmlns:p="http://schemas.openxmlformats.org/presentationml/2006/main">
  <p:tag name="THINKCELLSHAPEDONOTDELETE" val="pZ4EcI.9BxE28SagXum1j4Q"/>
</p:tagLst>
</file>

<file path=ppt/tags/tag29.xml><?xml version="1.0" encoding="utf-8"?>
<p:tagLst xmlns:p="http://schemas.openxmlformats.org/presentationml/2006/main">
  <p:tag name="THINKCELLSHAPEDONOTDELETE" val="prp.6df5y1k.syAImDJf.bA"/>
</p:tagLst>
</file>

<file path=ppt/tags/tag30.xml><?xml version="1.0" encoding="utf-8"?>
<p:tagLst xmlns:p="http://schemas.openxmlformats.org/presentationml/2006/main">
  <p:tag name="THINKCELLSHAPEDONOTDELETE" val="pNdn5JLysDk21GtwF6Uz3BQ"/>
</p:tagLst>
</file>

<file path=ppt/tags/tag31.xml><?xml version="1.0" encoding="utf-8"?>
<p:tagLst xmlns:p="http://schemas.openxmlformats.org/presentationml/2006/main">
  <p:tag name="THINKCELLSHAPEDONOTDELETE" val="pm0989io7mUmQgrN.oINM9g"/>
</p:tagLst>
</file>

<file path=ppt/tags/tag32.xml><?xml version="1.0" encoding="utf-8"?>
<p:tagLst xmlns:p="http://schemas.openxmlformats.org/presentationml/2006/main">
  <p:tag name="THINKCELLSHAPEDONOTDELETE" val="p7ntWD.HxbEyyTk05uFBJ0A"/>
</p:tagLst>
</file>

<file path=ppt/tags/tag33.xml><?xml version="1.0" encoding="utf-8"?>
<p:tagLst xmlns:p="http://schemas.openxmlformats.org/presentationml/2006/main">
  <p:tag name="THINKCELLSHAPEDONOTDELETE" val="pb1gVeHAsV06DdGvxDbDo.A"/>
</p:tagLst>
</file>

<file path=ppt/tags/tag34.xml><?xml version="1.0" encoding="utf-8"?>
<p:tagLst xmlns:p="http://schemas.openxmlformats.org/presentationml/2006/main">
  <p:tag name="THINKCELLSHAPEDONOTDELETE" val="p7ntWD.HxbEyyTk05uFBJ0A"/>
</p:tagLst>
</file>

<file path=ppt/tags/tag35.xml><?xml version="1.0" encoding="utf-8"?>
<p:tagLst xmlns:p="http://schemas.openxmlformats.org/presentationml/2006/main">
  <p:tag name="THINKCELLSHAPEDONOTDELETE" val="pb1gVeHAsV06DdGvxDbDo.A"/>
</p:tagLst>
</file>

<file path=ppt/tags/tag36.xml><?xml version="1.0" encoding="utf-8"?>
<p:tagLst xmlns:p="http://schemas.openxmlformats.org/presentationml/2006/main">
  <p:tag name="THINKCELLSHAPEDONOTDELETE" val="pLo66q2W8CEy5PEUacoiZsw"/>
</p:tagLst>
</file>

<file path=ppt/tags/tag37.xml><?xml version="1.0" encoding="utf-8"?>
<p:tagLst xmlns:p="http://schemas.openxmlformats.org/presentationml/2006/main">
  <p:tag name="THINKCELLSHAPEDONOTDELETE" val="pXhTI6w8PqEud92kIEzXE4g"/>
</p:tagLst>
</file>

<file path=ppt/tags/tag38.xml><?xml version="1.0" encoding="utf-8"?>
<p:tagLst xmlns:p="http://schemas.openxmlformats.org/presentationml/2006/main">
  <p:tag name="THINKCELLSHAPEDONOTDELETE" val="pe8hjXWwJek.QT4O9eQts4w"/>
</p:tagLst>
</file>

<file path=ppt/tags/tag39.xml><?xml version="1.0" encoding="utf-8"?>
<p:tagLst xmlns:p="http://schemas.openxmlformats.org/presentationml/2006/main">
  <p:tag name="THINKCELLSHAPEDONOTDELETE" val="puT5rI1kPOEGhF1y7ffG1YA"/>
</p:tagLst>
</file>

<file path=ppt/tags/tag40.xml><?xml version="1.0" encoding="utf-8"?>
<p:tagLst xmlns:p="http://schemas.openxmlformats.org/presentationml/2006/main">
  <p:tag name="THINKCELLSHAPEDONOTDELETE" val="pYP_XKd0Jtkyzp78AHfgcaQ"/>
</p:tagLst>
</file>

<file path=ppt/tags/tag41.xml><?xml version="1.0" encoding="utf-8"?>
<p:tagLst xmlns:p="http://schemas.openxmlformats.org/presentationml/2006/main">
  <p:tag name="THINKCELLSHAPEDONOTDELETE" val="pde50S.360Em5OrwYf7roaw"/>
</p:tagLst>
</file>

<file path=ppt/tags/tag42.xml><?xml version="1.0" encoding="utf-8"?>
<p:tagLst xmlns:p="http://schemas.openxmlformats.org/presentationml/2006/main">
  <p:tag name="THINKCELLSHAPEDONOTDELETE" val="pLo66q2W8CEy5PEUacoiZsw"/>
</p:tagLst>
</file>

<file path=ppt/tags/tag43.xml><?xml version="1.0" encoding="utf-8"?>
<p:tagLst xmlns:p="http://schemas.openxmlformats.org/presentationml/2006/main">
  <p:tag name="THINKCELLSHAPEDONOTDELETE" val="puT5rI1kPOEGhF1y7ffG1YA"/>
</p:tagLst>
</file>

<file path=ppt/tags/tag44.xml><?xml version="1.0" encoding="utf-8"?>
<p:tagLst xmlns:p="http://schemas.openxmlformats.org/presentationml/2006/main">
  <p:tag name="THINKCELLSHAPEDONOTDELETE" val="pSW5rRiLgnEG8A9ZwA01fYA"/>
</p:tagLst>
</file>

<file path=ppt/tags/tag45.xml><?xml version="1.0" encoding="utf-8"?>
<p:tagLst xmlns:p="http://schemas.openxmlformats.org/presentationml/2006/main">
  <p:tag name="THINKCELLSHAPEDONOTDELETE" val="pC39ywYGQvkmBT5Uj2HwYmQ"/>
</p:tagLst>
</file>

<file path=ppt/tags/tag46.xml><?xml version="1.0" encoding="utf-8"?>
<p:tagLst xmlns:p="http://schemas.openxmlformats.org/presentationml/2006/main">
  <p:tag name="THINKCELLSHAPEDONOTDELETE" val="pv6pK1WS3Zk65hL5Jn1tDpQ"/>
</p:tagLst>
</file>

<file path=ppt/tags/tag47.xml><?xml version="1.0" encoding="utf-8"?>
<p:tagLst xmlns:p="http://schemas.openxmlformats.org/presentationml/2006/main">
  <p:tag name="THINKCELLSHAPEDONOTDELETE" val="pn6ResNLbz0iUyaZt0J0Igw"/>
</p:tagLst>
</file>

<file path=ppt/tags/tag48.xml><?xml version="1.0" encoding="utf-8"?>
<p:tagLst xmlns:p="http://schemas.openxmlformats.org/presentationml/2006/main">
  <p:tag name="THINKCELLSHAPEDONOTDELETE" val="pXWVs4HSdVEKTui8uBoQVBA"/>
</p:tagLst>
</file>

<file path=ppt/tags/tag49.xml><?xml version="1.0" encoding="utf-8"?>
<p:tagLst xmlns:p="http://schemas.openxmlformats.org/presentationml/2006/main">
  <p:tag name="THINKCELLSHAPEDONOTDELETE" val="pMigSRq.dokWqyV2XOEYnRQ"/>
</p:tagLst>
</file>

<file path=ppt/tags/tag50.xml><?xml version="1.0" encoding="utf-8"?>
<p:tagLst xmlns:p="http://schemas.openxmlformats.org/presentationml/2006/main">
  <p:tag name="THINKCELLSHAPEDONOTDELETE" val="p7p6Jx9aDLku8c2WcESZRNA"/>
</p:tagLst>
</file>

<file path=ppt/tags/tag51.xml><?xml version="1.0" encoding="utf-8"?>
<p:tagLst xmlns:p="http://schemas.openxmlformats.org/presentationml/2006/main">
  <p:tag name="THINKCELLSHAPEDONOTDELETE" val="pwV0eFjLJRkm4I5Texa3SYA"/>
</p:tagLst>
</file>

<file path=ppt/tags/tag52.xml><?xml version="1.0" encoding="utf-8"?>
<p:tagLst xmlns:p="http://schemas.openxmlformats.org/presentationml/2006/main">
  <p:tag name="THINKCELLSHAPEDONOTDELETE" val="pXWVs4HSdVEKTui8uBoQVBA"/>
</p:tagLst>
</file>

<file path=ppt/tags/tag53.xml><?xml version="1.0" encoding="utf-8"?>
<p:tagLst xmlns:p="http://schemas.openxmlformats.org/presentationml/2006/main">
  <p:tag name="THINKCELLSHAPEDONOTDELETE" val="pMigSRq.dokWqyV2XOEYnRQ"/>
</p:tagLst>
</file>

<file path=ppt/tags/tag54.xml><?xml version="1.0" encoding="utf-8"?>
<p:tagLst xmlns:p="http://schemas.openxmlformats.org/presentationml/2006/main">
  <p:tag name="THINKCELLSHAPEDONOTDELETE" val="pMigSRq.dokWqyV2XOEYnRQ"/>
</p:tagLst>
</file>

<file path=ppt/tags/tag55.xml><?xml version="1.0" encoding="utf-8"?>
<p:tagLst xmlns:p="http://schemas.openxmlformats.org/presentationml/2006/main">
  <p:tag name="THINKCELLSHAPEDONOTDELETE" val="pMigSRq.dokWqyV2XOEYnRQ"/>
</p:tagLst>
</file>

<file path=ppt/tags/tag56.xml><?xml version="1.0" encoding="utf-8"?>
<p:tagLst xmlns:p="http://schemas.openxmlformats.org/presentationml/2006/main">
  <p:tag name="THINKCELLSHAPEDONOTDELETE" val="pMigSRq.dokWqyV2XOEYnRQ"/>
</p:tagLst>
</file>

<file path=ppt/tags/tag57.xml><?xml version="1.0" encoding="utf-8"?>
<p:tagLst xmlns:p="http://schemas.openxmlformats.org/presentationml/2006/main">
  <p:tag name="THINKCELLSHAPEDONOTDELETE" val="pMigSRq.dokWqyV2XOEYnRQ"/>
</p:tagLst>
</file>

<file path=ppt/tags/tag58.xml><?xml version="1.0" encoding="utf-8"?>
<p:tagLst xmlns:p="http://schemas.openxmlformats.org/presentationml/2006/main">
  <p:tag name="THINKCELLSHAPEDONOTDELETE" val="pivBROecarE2D4We9fIhS8Q"/>
</p:tagLst>
</file>

<file path=ppt/tags/tag59.xml><?xml version="1.0" encoding="utf-8"?>
<p:tagLst xmlns:p="http://schemas.openxmlformats.org/presentationml/2006/main">
  <p:tag name="NAME" val="RectangleText"/>
  <p:tag name="THINKCELLSHAPEDONOTDELETE" val="poBLBBR3Rq0CB4IHwP7YgaA"/>
</p:tagLst>
</file>

<file path=ppt/tags/tag60.xml><?xml version="1.0" encoding="utf-8"?>
<p:tagLst xmlns:p="http://schemas.openxmlformats.org/presentationml/2006/main">
  <p:tag name="THINKCELLSHAPEDONOTDELETE" val="pK5Xa6RVQfUOlot_dywnxSw"/>
</p:tagLst>
</file>

<file path=ppt/tags/tag61.xml><?xml version="1.0" encoding="utf-8"?>
<p:tagLst xmlns:p="http://schemas.openxmlformats.org/presentationml/2006/main">
  <p:tag name="THINKCELLSHAPEDONOTDELETE" val="pDMn2ev_odE6a_cEQ1Yy4IQ"/>
</p:tagLst>
</file>

<file path=ppt/tags/tag62.xml><?xml version="1.0" encoding="utf-8"?>
<p:tagLst xmlns:p="http://schemas.openxmlformats.org/presentationml/2006/main">
  <p:tag name="NAME" val="RectangleShape"/>
  <p:tag name="THINKCELLSHAPEDONOTDELETE" val="p7EVQu8vWIUCFs3pKh3wfJA"/>
</p:tagLst>
</file>

<file path=ppt/tags/tag63.xml><?xml version="1.0" encoding="utf-8"?>
<p:tagLst xmlns:p="http://schemas.openxmlformats.org/presentationml/2006/main">
  <p:tag name="NAME" val="RectangleText"/>
  <p:tag name="THINKCELLSHAPEDONOTDELETE" val="pQN9P_nJh.Um0KVqfoD4Krw"/>
</p:tagLst>
</file>

<file path=ppt/tags/tag64.xml><?xml version="1.0" encoding="utf-8"?>
<p:tagLst xmlns:p="http://schemas.openxmlformats.org/presentationml/2006/main">
  <p:tag name="NAME" val="ArrowShape"/>
  <p:tag name="THINKCELLSHAPEDONOTDELETE" val="psAeCU77n2ke5CKY5bal6Cg"/>
</p:tagLst>
</file>

<file path=ppt/tags/tag65.xml><?xml version="1.0" encoding="utf-8"?>
<p:tagLst xmlns:p="http://schemas.openxmlformats.org/presentationml/2006/main">
  <p:tag name="NAME" val="ArrowText"/>
  <p:tag name="THINKCELLSHAPEDONOTDELETE" val="p9Lw9c2mpUUqVy8cygFIKfQ"/>
</p:tagLst>
</file>

<file path=ppt/tags/tag66.xml><?xml version="1.0" encoding="utf-8"?>
<p:tagLst xmlns:p="http://schemas.openxmlformats.org/presentationml/2006/main">
  <p:tag name="NAME" val="ArrowText"/>
  <p:tag name="THINKCELLSHAPEDONOTDELETE" val="pKrM7V5k1nEy7f1NwuwlGHA"/>
</p:tagLst>
</file>

<file path=ppt/tags/tag67.xml><?xml version="1.0" encoding="utf-8"?>
<p:tagLst xmlns:p="http://schemas.openxmlformats.org/presentationml/2006/main">
  <p:tag name="NAME" val="ArrowText"/>
  <p:tag name="THINKCELLSHAPEDONOTDELETE" val="pkaFbImPipEWGzFR8gmHITg"/>
</p:tagLst>
</file>

<file path=ppt/tags/tag68.xml><?xml version="1.0" encoding="utf-8"?>
<p:tagLst xmlns:p="http://schemas.openxmlformats.org/presentationml/2006/main">
  <p:tag name="NAME" val="ArrowText"/>
  <p:tag name="THINKCELLSHAPEDONOTDELETE" val="pYrS0l4w7WEaL8_0bN4ilPA"/>
</p:tagLst>
</file>

<file path=ppt/tags/tag69.xml><?xml version="1.0" encoding="utf-8"?>
<p:tagLst xmlns:p="http://schemas.openxmlformats.org/presentationml/2006/main">
  <p:tag name="THINKCELLSHAPEDONOTDELETE" val="pgMOzrT3ezU2WlDWbtsW8yA"/>
</p:tagLst>
</file>

<file path=ppt/tags/tag70.xml><?xml version="1.0" encoding="utf-8"?>
<p:tagLst xmlns:p="http://schemas.openxmlformats.org/presentationml/2006/main">
  <p:tag name="THINKCELLSHAPEDONOTDELETE" val="paty46CiickmBHVm0C44Yag"/>
</p:tagLst>
</file>

<file path=ppt/tags/tag71.xml><?xml version="1.0" encoding="utf-8"?>
<p:tagLst xmlns:p="http://schemas.openxmlformats.org/presentationml/2006/main">
  <p:tag name="THINKCELLSHAPEDONOTDELETE" val="pFt.45nDsGUeIamKyFmzvBg"/>
</p:tagLst>
</file>

<file path=ppt/tags/tag72.xml><?xml version="1.0" encoding="utf-8"?>
<p:tagLst xmlns:p="http://schemas.openxmlformats.org/presentationml/2006/main">
  <p:tag name="NAME" val="RectangleText"/>
  <p:tag name="THINKCELLSHAPEDONOTDELETE" val="pT7L2VvAq7kCndivmnXAtyQ"/>
</p:tagLst>
</file>

<file path=ppt/tags/tag73.xml><?xml version="1.0" encoding="utf-8"?>
<p:tagLst xmlns:p="http://schemas.openxmlformats.org/presentationml/2006/main">
  <p:tag name="THINKCELLSHAPEDONOTDELETE" val="pzpU4ZY_EcEip7tfgpTpjnw"/>
</p:tagLst>
</file>

<file path=ppt/tags/tag74.xml><?xml version="1.0" encoding="utf-8"?>
<p:tagLst xmlns:p="http://schemas.openxmlformats.org/presentationml/2006/main">
  <p:tag name="THINKCELLSHAPEDONOTDELETE" val="proXi5R_rekOfSsmhOfro1Q"/>
</p:tagLst>
</file>

<file path=ppt/tags/tag75.xml><?xml version="1.0" encoding="utf-8"?>
<p:tagLst xmlns:p="http://schemas.openxmlformats.org/presentationml/2006/main">
  <p:tag name="THINKCELLSHAPEDONOTDELETE" val="p39VN_l8pgU.01YrnLheVtQ"/>
</p:tagLst>
</file>

<file path=ppt/tags/tag76.xml><?xml version="1.0" encoding="utf-8"?>
<p:tagLst xmlns:p="http://schemas.openxmlformats.org/presentationml/2006/main">
  <p:tag name="THINKCELLSHAPEDONOTDELETE" val="pn5d6hwgVVk.FzifWxCI_ZQ"/>
</p:tagLst>
</file>

<file path=ppt/tags/tag77.xml><?xml version="1.0" encoding="utf-8"?>
<p:tagLst xmlns:p="http://schemas.openxmlformats.org/presentationml/2006/main">
  <p:tag name="THINKCELLSHAPEDONOTDELETE" val="ppOXERXzpNUiBWtplS5BtBw"/>
</p:tagLst>
</file>

<file path=ppt/tags/tag78.xml><?xml version="1.0" encoding="utf-8"?>
<p:tagLst xmlns:p="http://schemas.openxmlformats.org/presentationml/2006/main">
  <p:tag name="THINKCELLSHAPEDONOTDELETE" val="pTsUEIrXBYUmz.NY2DRGMSg"/>
</p:tagLst>
</file>

<file path=ppt/tags/tag79.xml><?xml version="1.0" encoding="utf-8"?>
<p:tagLst xmlns:p="http://schemas.openxmlformats.org/presentationml/2006/main">
  <p:tag name="THINKCELLSHAPEDONOTDELETE" val="pVWJz1Hg.20.prX3iORBp1A"/>
</p:tagLst>
</file>

<file path=ppt/tags/tag80.xml><?xml version="1.0" encoding="utf-8"?>
<p:tagLst xmlns:p="http://schemas.openxmlformats.org/presentationml/2006/main">
  <p:tag name="THINKCELLSHAPEDONOTDELETE" val="p0CLosYP9uU6QtfDmJUN04Q"/>
</p:tagLst>
</file>

<file path=ppt/tags/tag81.xml><?xml version="1.0" encoding="utf-8"?>
<p:tagLst xmlns:p="http://schemas.openxmlformats.org/presentationml/2006/main">
  <p:tag name="THINKCELLSHAPEDONOTDELETE" val="p9tgliB_kM0K0Rw114ipA0A"/>
</p:tagLst>
</file>

<file path=ppt/tags/tag82.xml><?xml version="1.0" encoding="utf-8"?>
<p:tagLst xmlns:p="http://schemas.openxmlformats.org/presentationml/2006/main">
  <p:tag name="THINKCELLSHAPEDONOTDELETE" val="pnFNihYwAwU.Zu10KJUOX0Q"/>
</p:tagLst>
</file>

<file path=ppt/tags/tag83.xml><?xml version="1.0" encoding="utf-8"?>
<p:tagLst xmlns:p="http://schemas.openxmlformats.org/presentationml/2006/main">
  <p:tag name="THINKCELLSHAPEDONOTDELETE" val="p.p8TPxb6QUmaaGuK4yw7jg"/>
</p:tagLst>
</file>

<file path=ppt/tags/tag84.xml><?xml version="1.0" encoding="utf-8"?>
<p:tagLst xmlns:p="http://schemas.openxmlformats.org/presentationml/2006/main">
  <p:tag name="THINKCELLSHAPEDONOTDELETE" val="p7Kf0mJMNSEOTPBuv7m2WXw"/>
</p:tagLst>
</file>

<file path=ppt/tags/tag85.xml><?xml version="1.0" encoding="utf-8"?>
<p:tagLst xmlns:p="http://schemas.openxmlformats.org/presentationml/2006/main">
  <p:tag name="THINKCELLSHAPEDONOTDELETE" val="pZUzW4kIE_Eu.VOGkn18QIQ"/>
</p:tagLst>
</file>

<file path=ppt/tags/tag86.xml><?xml version="1.0" encoding="utf-8"?>
<p:tagLst xmlns:p="http://schemas.openxmlformats.org/presentationml/2006/main">
  <p:tag name="THINKCELLSHAPEDONOTDELETE" val="pw2jcDg.re06X4LLk0Dbs7A"/>
</p:tagLst>
</file>

<file path=ppt/tags/tag87.xml><?xml version="1.0" encoding="utf-8"?>
<p:tagLst xmlns:p="http://schemas.openxmlformats.org/presentationml/2006/main">
  <p:tag name="THINKCELLSHAPEDONOTDELETE" val="pWhDffGfzKUiPxQQhsj7Y7w"/>
</p:tagLst>
</file>

<file path=ppt/tags/tag88.xml><?xml version="1.0" encoding="utf-8"?>
<p:tagLst xmlns:p="http://schemas.openxmlformats.org/presentationml/2006/main">
  <p:tag name="THINKCELLSHAPEDONOTDELETE" val="pzdiDZhFIfEasFYxAp6cj8Q"/>
</p:tagLst>
</file>

<file path=ppt/tags/tag89.xml><?xml version="1.0" encoding="utf-8"?>
<p:tagLst xmlns:p="http://schemas.openxmlformats.org/presentationml/2006/main">
  <p:tag name="THINKCELLSHAPEDONOTDELETE" val="pLr4vpzUTd0uzPzb4dxtQKA"/>
</p:tagLst>
</file>

<file path=ppt/tags/tag90.xml><?xml version="1.0" encoding="utf-8"?>
<p:tagLst xmlns:p="http://schemas.openxmlformats.org/presentationml/2006/main">
  <p:tag name="THINKCELLSHAPEDONOTDELETE" val="p_7PKyk1COki620SB3cqGRA"/>
</p:tagLst>
</file>

<file path=ppt/tags/tag91.xml><?xml version="1.0" encoding="utf-8"?>
<p:tagLst xmlns:p="http://schemas.openxmlformats.org/presentationml/2006/main">
  <p:tag name="THINKCELLSHAPEDONOTDELETE" val="pYgd98GGzFkGN.X.fYKrGUw"/>
</p:tagLst>
</file>

<file path=ppt/tags/tag92.xml><?xml version="1.0" encoding="utf-8"?>
<p:tagLst xmlns:p="http://schemas.openxmlformats.org/presentationml/2006/main">
  <p:tag name="THINKCELLSHAPEDONOTDELETE" val="p_2KdIkUDn0CaRFcOo9M1ig"/>
</p:tagLst>
</file>

<file path=ppt/tags/tag93.xml><?xml version="1.0" encoding="utf-8"?>
<p:tagLst xmlns:p="http://schemas.openxmlformats.org/presentationml/2006/main">
  <p:tag name="THINKCELLSHAPEDONOTDELETE" val="pztxE5dWFo0Whb0CmRSF76w"/>
</p:tagLst>
</file>

<file path=ppt/tags/tag94.xml><?xml version="1.0" encoding="utf-8"?>
<p:tagLst xmlns:p="http://schemas.openxmlformats.org/presentationml/2006/main">
  <p:tag name="THINKCELLSHAPEDONOTDELETE" val="p8Yd2coAG6EmyEAC7wQorcg"/>
</p:tagLst>
</file>

<file path=ppt/tags/tag95.xml><?xml version="1.0" encoding="utf-8"?>
<p:tagLst xmlns:p="http://schemas.openxmlformats.org/presentationml/2006/main">
  <p:tag name="THINKCELLSHAPEDONOTDELETE" val="pwnw1j6FHYke4dVtFKxG_qg"/>
</p:tagLst>
</file>

<file path=ppt/tags/tag96.xml><?xml version="1.0" encoding="utf-8"?>
<p:tagLst xmlns:p="http://schemas.openxmlformats.org/presentationml/2006/main">
  <p:tag name="THINKCELLSHAPEDONOTDELETE" val="pcvWoqJ0R70GPgnXqN6TPjA"/>
</p:tagLst>
</file>

<file path=ppt/tags/tag97.xml><?xml version="1.0" encoding="utf-8"?>
<p:tagLst xmlns:p="http://schemas.openxmlformats.org/presentationml/2006/main">
  <p:tag name="NAME" val="SingleBoat"/>
  <p:tag name="THINKCELLSHAPEDONOTDELETE" val="pI5euBbyCDkqyNX7LmXKhCw"/>
</p:tagLst>
</file>

<file path=ppt/tags/tag98.xml><?xml version="1.0" encoding="utf-8"?>
<p:tagLst xmlns:p="http://schemas.openxmlformats.org/presentationml/2006/main">
  <p:tag name="NAME" val="SingleBoatShape"/>
</p:tagLst>
</file>

<file path=ppt/tags/tag99.xml><?xml version="1.0" encoding="utf-8"?>
<p:tagLst xmlns:p="http://schemas.openxmlformats.org/presentationml/2006/main">
  <p:tag name="NAME" val="SingleBoatText"/>
</p:tagLst>
</file>

<file path=ppt/tags/tag100.xml><?xml version="1.0" encoding="utf-8"?>
<p:tagLst xmlns:p="http://schemas.openxmlformats.org/presentationml/2006/main">
  <p:tag name="NAME" val="SingleBoat"/>
  <p:tag name="THINKCELLSHAPEDONOTDELETE" val="pK_uiWiSRL02w070HwrvuBQ"/>
</p:tagLst>
</file>

<file path=ppt/tags/tag101.xml><?xml version="1.0" encoding="utf-8"?>
<p:tagLst xmlns:p="http://schemas.openxmlformats.org/presentationml/2006/main">
  <p:tag name="NAME" val="SingleBoatShape"/>
</p:tagLst>
</file>

<file path=ppt/tags/tag102.xml><?xml version="1.0" encoding="utf-8"?>
<p:tagLst xmlns:p="http://schemas.openxmlformats.org/presentationml/2006/main">
  <p:tag name="NAME" val="SingleBoatText"/>
</p:tagLst>
</file>

<file path=ppt/tags/tag103.xml><?xml version="1.0" encoding="utf-8"?>
<p:tagLst xmlns:p="http://schemas.openxmlformats.org/presentationml/2006/main">
  <p:tag name="NAME" val="SingleBoat"/>
  <p:tag name="THINKCELLSHAPEDONOTDELETE" val="pJhYtyZybE0GoBTUQmm3M6g"/>
</p:tagLst>
</file>

<file path=ppt/tags/tag104.xml><?xml version="1.0" encoding="utf-8"?>
<p:tagLst xmlns:p="http://schemas.openxmlformats.org/presentationml/2006/main">
  <p:tag name="NAME" val="SingleBoatShape"/>
</p:tagLst>
</file>

<file path=ppt/tags/tag105.xml><?xml version="1.0" encoding="utf-8"?>
<p:tagLst xmlns:p="http://schemas.openxmlformats.org/presentationml/2006/main">
  <p:tag name="NAME" val="SingleBoatText"/>
</p:tagLst>
</file>

<file path=ppt/tags/tag106.xml><?xml version="1.0" encoding="utf-8"?>
<p:tagLst xmlns:p="http://schemas.openxmlformats.org/presentationml/2006/main">
  <p:tag name="THINKCELLSHAPEDONOTDELETE" val="pFspJlTZaWEeMQis8C.MGKg"/>
</p:tagLst>
</file>

<file path=ppt/tags/tag107.xml><?xml version="1.0" encoding="utf-8"?>
<p:tagLst xmlns:p="http://schemas.openxmlformats.org/presentationml/2006/main">
  <p:tag name="THINKCELLSHAPEDONOTDELETE" val="pKNquz.Iotk2lPWUW4LP_bw"/>
</p:tagLst>
</file>

<file path=ppt/tags/tag108.xml><?xml version="1.0" encoding="utf-8"?>
<p:tagLst xmlns:p="http://schemas.openxmlformats.org/presentationml/2006/main">
  <p:tag name="THINKCELLSHAPEDONOTDELETE" val="p4CzU2PENKE2_38lWpOvb8A"/>
</p:tagLst>
</file>

<file path=ppt/tags/tag109.xml><?xml version="1.0" encoding="utf-8"?>
<p:tagLst xmlns:p="http://schemas.openxmlformats.org/presentationml/2006/main">
  <p:tag name="THINKCELLSHAPEDONOTDELETE" val="pI.EKYILDfUWv8ggkXlMk.Q"/>
</p:tagLst>
</file>

<file path=ppt/tags/tag110.xml><?xml version="1.0" encoding="utf-8"?>
<p:tagLst xmlns:p="http://schemas.openxmlformats.org/presentationml/2006/main">
  <p:tag name="THINKCELLSHAPEDONOTDELETE" val="pJQJjtJMPIEKi_y9rB1JF6Q"/>
</p:tagLst>
</file>

<file path=ppt/tags/tag111.xml><?xml version="1.0" encoding="utf-8"?>
<p:tagLst xmlns:p="http://schemas.openxmlformats.org/presentationml/2006/main">
  <p:tag name="THINKCELLSHAPEDONOTDELETE" val="pDxfTGBZie06.2FHAGkRRPA"/>
</p:tagLst>
</file>

<file path=ppt/tags/tag112.xml><?xml version="1.0" encoding="utf-8"?>
<p:tagLst xmlns:p="http://schemas.openxmlformats.org/presentationml/2006/main">
  <p:tag name="THINKCELLSHAPEDONOTDELETE" val="pfNGtszTJuUqRBd6mQEHENQ"/>
</p:tagLst>
</file>

<file path=ppt/tags/tag113.xml><?xml version="1.0" encoding="utf-8"?>
<p:tagLst xmlns:p="http://schemas.openxmlformats.org/presentationml/2006/main">
  <p:tag name="THINKCELLSHAPEDONOTDELETE" val="pGyQvezTjS0OYwPRSLFhMjw"/>
</p:tagLst>
</file>

<file path=ppt/tags/tag114.xml><?xml version="1.0" encoding="utf-8"?>
<p:tagLst xmlns:p="http://schemas.openxmlformats.org/presentationml/2006/main">
  <p:tag name="THINKCELLSHAPEDONOTDELETE" val="pgZt8TKrfR06J0AyxCP1hrg"/>
</p:tagLst>
</file>

<file path=ppt/tags/tag115.xml><?xml version="1.0" encoding="utf-8"?>
<p:tagLst xmlns:p="http://schemas.openxmlformats.org/presentationml/2006/main">
  <p:tag name="THINKCELLSHAPEDONOTDELETE" val="p2CtN1zv3S0O2X3DAgF8ytw"/>
</p:tagLst>
</file>

<file path=ppt/tags/tag116.xml><?xml version="1.0" encoding="utf-8"?>
<p:tagLst xmlns:p="http://schemas.openxmlformats.org/presentationml/2006/main">
  <p:tag name="THINKCELLSHAPEDONOTDELETE" val="pW7lZeCQvw02.XNDcKmHJsw"/>
</p:tagLst>
</file>

<file path=ppt/tags/tag117.xml><?xml version="1.0" encoding="utf-8"?>
<p:tagLst xmlns:p="http://schemas.openxmlformats.org/presentationml/2006/main">
  <p:tag name="THINKCELLSHAPEDONOTDELETE" val="pUkXX4gbJa0Srpy4HN9.r_w"/>
</p:tagLst>
</file>

<file path=ppt/tags/tag118.xml><?xml version="1.0" encoding="utf-8"?>
<p:tagLst xmlns:p="http://schemas.openxmlformats.org/presentationml/2006/main">
  <p:tag name="THINKCELLSHAPEDONOTDELETE" val="pfqCu1iN0ckmEUnlgTuvQ5A"/>
</p:tagLst>
</file>

<file path=ppt/tags/tag119.xml><?xml version="1.0" encoding="utf-8"?>
<p:tagLst xmlns:p="http://schemas.openxmlformats.org/presentationml/2006/main">
  <p:tag name="THINKCELLSHAPEDONOTDELETE" val="pF3zaeb4_uEmY5sxd7xq7mw"/>
</p:tagLst>
</file>

<file path=ppt/tags/tag120.xml><?xml version="1.0" encoding="utf-8"?>
<p:tagLst xmlns:p="http://schemas.openxmlformats.org/presentationml/2006/main">
  <p:tag name="THINKCELLSHAPEDONOTDELETE" val="p9C1uzFlhm0mG8INWdvJEmw"/>
</p:tagLst>
</file>

<file path=ppt/tags/tag121.xml><?xml version="1.0" encoding="utf-8"?>
<p:tagLst xmlns:p="http://schemas.openxmlformats.org/presentationml/2006/main">
  <p:tag name="THINKCELLSHAPEDONOTDELETE" val="ppbvZmeP6tEWuQE6sGOlxWQ"/>
</p:tagLst>
</file>

<file path=ppt/tags/tag122.xml><?xml version="1.0" encoding="utf-8"?>
<p:tagLst xmlns:p="http://schemas.openxmlformats.org/presentationml/2006/main">
  <p:tag name="THINKCELLSHAPEDONOTDELETE" val="pQJmENAeNGUOcnczt0m.eiA"/>
</p:tagLst>
</file>

<file path=ppt/tags/tag123.xml><?xml version="1.0" encoding="utf-8"?>
<p:tagLst xmlns:p="http://schemas.openxmlformats.org/presentationml/2006/main">
  <p:tag name="THINKCELLSHAPEDONOTDELETE" val="psNqo1lpBCU2zyy6H93xdqA"/>
</p:tagLst>
</file>

<file path=ppt/tags/tag124.xml><?xml version="1.0" encoding="utf-8"?>
<p:tagLst xmlns:p="http://schemas.openxmlformats.org/presentationml/2006/main">
  <p:tag name="THINKCELLSHAPEDONOTDELETE" val="pAWWxcSUA9E2dpeso7YteTQ"/>
</p:tagLst>
</file>

<file path=ppt/tags/tag125.xml><?xml version="1.0" encoding="utf-8"?>
<p:tagLst xmlns:p="http://schemas.openxmlformats.org/presentationml/2006/main">
  <p:tag name="THINKCELLSHAPEDONOTDELETE" val="pAAWiXcPWqUaE45mXaoa99Q"/>
</p:tagLst>
</file>

<file path=ppt/tags/tag126.xml><?xml version="1.0" encoding="utf-8"?>
<p:tagLst xmlns:p="http://schemas.openxmlformats.org/presentationml/2006/main">
  <p:tag name="THINKCELLSHAPEDONOTDELETE" val="p500ttvDStk.KA7HF5NIBjg"/>
</p:tagLst>
</file>

<file path=ppt/tags/tag127.xml><?xml version="1.0" encoding="utf-8"?>
<p:tagLst xmlns:p="http://schemas.openxmlformats.org/presentationml/2006/main">
  <p:tag name="THINKCELLSHAPEDONOTDELETE" val="pmYcOpTqAOkeV5xgdolmepA"/>
</p:tagLst>
</file>

<file path=ppt/tags/tag128.xml><?xml version="1.0" encoding="utf-8"?>
<p:tagLst xmlns:p="http://schemas.openxmlformats.org/presentationml/2006/main">
  <p:tag name="THINKCELLSHAPEDONOTDELETE" val="ptpI86swmP0GurjCkMw6jRQ"/>
</p:tagLst>
</file>

<file path=ppt/tags/tag129.xml><?xml version="1.0" encoding="utf-8"?>
<p:tagLst xmlns:p="http://schemas.openxmlformats.org/presentationml/2006/main">
  <p:tag name="THINKCELLSHAPEDONOTDELETE" val="pBmdQ9.jsSESfgKYK84dzXg"/>
</p:tagLst>
</file>

<file path=ppt/tags/tag130.xml><?xml version="1.0" encoding="utf-8"?>
<p:tagLst xmlns:p="http://schemas.openxmlformats.org/presentationml/2006/main">
  <p:tag name="THINKCELLSHAPEDONOTDELETE" val="p2SDhqt_c6kCMkqrkTvxSXA"/>
</p:tagLst>
</file>

<file path=ppt/tags/tag131.xml><?xml version="1.0" encoding="utf-8"?>
<p:tagLst xmlns:p="http://schemas.openxmlformats.org/presentationml/2006/main">
  <p:tag name="THINKCELLSHAPEDONOTDELETE" val="pPGwpqC9ye0qlsfTTpvrK6g"/>
</p:tagLst>
</file>

<file path=ppt/tags/tag132.xml><?xml version="1.0" encoding="utf-8"?>
<p:tagLst xmlns:p="http://schemas.openxmlformats.org/presentationml/2006/main">
  <p:tag name="THINKCELLSHAPEDONOTDELETE" val="p15Bfce9LM0Kv81sA5OljSg"/>
</p:tagLst>
</file>

<file path=ppt/tags/tag133.xml><?xml version="1.0" encoding="utf-8"?>
<p:tagLst xmlns:p="http://schemas.openxmlformats.org/presentationml/2006/main">
  <p:tag name="THINKCELLSHAPEDONOTDELETE" val="pm4AAb7GiwEiw0glYDz5JJA"/>
</p:tagLst>
</file>

<file path=ppt/tags/tag134.xml><?xml version="1.0" encoding="utf-8"?>
<p:tagLst xmlns:p="http://schemas.openxmlformats.org/presentationml/2006/main">
  <p:tag name="THINKCELLSHAPEDONOTDELETE" val="pB.APCK.WI0uTykoPxLwqAQ"/>
</p:tagLst>
</file>

<file path=ppt/tags/tag135.xml><?xml version="1.0" encoding="utf-8"?>
<p:tagLst xmlns:p="http://schemas.openxmlformats.org/presentationml/2006/main">
  <p:tag name="THINKCELLSHAPEDONOTDELETE" val="pNsFG4sPs5E2mzAp91vt4Zg"/>
</p:tagLst>
</file>

<file path=ppt/tags/tag136.xml><?xml version="1.0" encoding="utf-8"?>
<p:tagLst xmlns:p="http://schemas.openxmlformats.org/presentationml/2006/main">
  <p:tag name="THINKCELLSHAPEDONOTDELETE" val="pBxMjDjHMfE6AFk6HPyivDg"/>
</p:tagLst>
</file>

<file path=ppt/tags/tag137.xml><?xml version="1.0" encoding="utf-8"?>
<p:tagLst xmlns:p="http://schemas.openxmlformats.org/presentationml/2006/main">
  <p:tag name="THINKCELLSHAPEDONOTDELETE" val="p6zmVjbA1GEaGrNQWBUW62Q"/>
</p:tagLst>
</file>

<file path=ppt/tags/tag138.xml><?xml version="1.0" encoding="utf-8"?>
<p:tagLst xmlns:p="http://schemas.openxmlformats.org/presentationml/2006/main">
  <p:tag name="THINKCELLSHAPEDONOTDELETE" val="pFX1QK1hSbkSevDcPWvX_0Q"/>
</p:tagLst>
</file>

<file path=ppt/tags/tag139.xml><?xml version="1.0" encoding="utf-8"?>
<p:tagLst xmlns:p="http://schemas.openxmlformats.org/presentationml/2006/main">
  <p:tag name="THINKCELLSHAPEDONOTDELETE" val="p.7pS8ogmUE67p3lse1V_RA"/>
</p:tagLst>
</file>

<file path=ppt/tags/tag140.xml><?xml version="1.0" encoding="utf-8"?>
<p:tagLst xmlns:p="http://schemas.openxmlformats.org/presentationml/2006/main">
  <p:tag name="THINKCELLSHAPEDONOTDELETE" val="pxGo2WN5VF0ihhFM1_M7qUA"/>
</p:tagLst>
</file>

<file path=ppt/tags/tag141.xml><?xml version="1.0" encoding="utf-8"?>
<p:tagLst xmlns:p="http://schemas.openxmlformats.org/presentationml/2006/main">
  <p:tag name="THINKCELLSHAPEDONOTDELETE" val="pPmKhDk0UO0CgAGEhYsPFmQ"/>
</p:tagLst>
</file>

<file path=ppt/tags/tag142.xml><?xml version="1.0" encoding="utf-8"?>
<p:tagLst xmlns:p="http://schemas.openxmlformats.org/presentationml/2006/main">
  <p:tag name="NAME" val="Rectangle"/>
</p:tagLst>
</file>

<file path=ppt/tags/tag143.xml><?xml version="1.0" encoding="utf-8"?>
<p:tagLst xmlns:p="http://schemas.openxmlformats.org/presentationml/2006/main">
  <p:tag name="NAME" val="Rectangle"/>
</p:tagLst>
</file>

<file path=ppt/tags/tag144.xml><?xml version="1.0" encoding="utf-8"?>
<p:tagLst xmlns:p="http://schemas.openxmlformats.org/presentationml/2006/main">
  <p:tag name="NAME" val="Rectangle"/>
</p:tagLst>
</file>

<file path=ppt/tags/tag145.xml><?xml version="1.0" encoding="utf-8"?>
<p:tagLst xmlns:p="http://schemas.openxmlformats.org/presentationml/2006/main">
  <p:tag name="NAME" val="Rectangle"/>
</p:tagLst>
</file>

<file path=ppt/tags/tag146.xml><?xml version="1.0" encoding="utf-8"?>
<p:tagLst xmlns:p="http://schemas.openxmlformats.org/presentationml/2006/main">
  <p:tag name="THINKCELLSHAPEDONOTDELETE" val="pBQdOOIS1OEi.vH0DjL4pBQ"/>
</p:tagLst>
</file>

<file path=ppt/tags/tag147.xml><?xml version="1.0" encoding="utf-8"?>
<p:tagLst xmlns:p="http://schemas.openxmlformats.org/presentationml/2006/main">
  <p:tag name="NAME" val="Rectangle"/>
</p:tagLst>
</file>

<file path=ppt/tags/tag148.xml><?xml version="1.0" encoding="utf-8"?>
<p:tagLst xmlns:p="http://schemas.openxmlformats.org/presentationml/2006/main">
  <p:tag name="NAME" val="Rectangle"/>
</p:tagLst>
</file>

<file path=ppt/tags/tag149.xml><?xml version="1.0" encoding="utf-8"?>
<p:tagLst xmlns:p="http://schemas.openxmlformats.org/presentationml/2006/main">
  <p:tag name="NAME" val="Rectangle"/>
</p:tagLst>
</file>

<file path=ppt/tags/tag150.xml><?xml version="1.0" encoding="utf-8"?>
<p:tagLst xmlns:p="http://schemas.openxmlformats.org/presentationml/2006/main">
  <p:tag name="NAME" val="Rectangle"/>
</p:tagLst>
</file>

<file path=ppt/tags/tag151.xml><?xml version="1.0" encoding="utf-8"?>
<p:tagLst xmlns:p="http://schemas.openxmlformats.org/presentationml/2006/main">
  <p:tag name="THINKCELLSHAPEDONOTDELETE" val="pBQdOOIS1OEi.vH0DjL4pBQ"/>
</p:tagLst>
</file>

<file path=ppt/tags/tag152.xml><?xml version="1.0" encoding="utf-8"?>
<p:tagLst xmlns:p="http://schemas.openxmlformats.org/presentationml/2006/main">
  <p:tag name="THINKCELLSHAPEDONOTDELETE" val="pBQdOOIS1OEi.vH0DjL4pBQ"/>
</p:tagLst>
</file>

<file path=ppt/tags/tag153.xml><?xml version="1.0" encoding="utf-8"?>
<p:tagLst xmlns:p="http://schemas.openxmlformats.org/presentationml/2006/main">
  <p:tag name="THINKCELLSHAPEDONOTDELETE" val="pBQdOOIS1OEi.vH0DjL4pBQ"/>
</p:tagLst>
</file>

<file path=ppt/tags/tag154.xml><?xml version="1.0" encoding="utf-8"?>
<p:tagLst xmlns:p="http://schemas.openxmlformats.org/presentationml/2006/main">
  <p:tag name="THINKCELLSHAPEDONOTDELETE" val="pBQdOOIS1OEi.vH0DjL4pBQ"/>
</p:tagLst>
</file>

<file path=ppt/tags/tag155.xml><?xml version="1.0" encoding="utf-8"?>
<p:tagLst xmlns:p="http://schemas.openxmlformats.org/presentationml/2006/main">
  <p:tag name="THINKCELLSHAPEDONOTDELETE" val="pBQdOOIS1OEi.vH0DjL4pBQ"/>
</p:tagLst>
</file>

<file path=ppt/tags/tag156.xml><?xml version="1.0" encoding="utf-8"?>
<p:tagLst xmlns:p="http://schemas.openxmlformats.org/presentationml/2006/main">
  <p:tag name="THINKCELLSHAPEDONOTDELETE" val="pBQdOOIS1OEi.vH0DjL4pBQ"/>
</p:tagLst>
</file>

<file path=ppt/tags/tag157.xml><?xml version="1.0" encoding="utf-8"?>
<p:tagLst xmlns:p="http://schemas.openxmlformats.org/presentationml/2006/main">
  <p:tag name="THINKCELLSHAPEDONOTDELETE" val="pBQdOOIS1OEi.vH0DjL4pBQ"/>
</p:tagLst>
</file>

<file path=ppt/tags/tag158.xml><?xml version="1.0" encoding="utf-8"?>
<p:tagLst xmlns:p="http://schemas.openxmlformats.org/presentationml/2006/main">
  <p:tag name="THINKCELLSHAPEDONOTDELETE" val="pqnU6UJEe90yzO.6voLHd.Q"/>
</p:tagLst>
</file>

<file path=ppt/tags/tag159.xml><?xml version="1.0" encoding="utf-8"?>
<p:tagLst xmlns:p="http://schemas.openxmlformats.org/presentationml/2006/main">
  <p:tag name="THINKCELLSHAPEDONOTDELETE" val="pT3cic7RteEe64pBeDYta1w"/>
</p:tagLst>
</file>

<file path=ppt/tags/tag160.xml><?xml version="1.0" encoding="utf-8"?>
<p:tagLst xmlns:p="http://schemas.openxmlformats.org/presentationml/2006/main">
  <p:tag name="THINKCELLSHAPEDONOTDELETE" val="pMI_Xdq9vJ0KVWQp4MfWSDw"/>
</p:tagLst>
</file>

<file path=ppt/tags/tag161.xml><?xml version="1.0" encoding="utf-8"?>
<p:tagLst xmlns:p="http://schemas.openxmlformats.org/presentationml/2006/main">
  <p:tag name="THINKCELLSHAPEDONOTDELETE" val="pZ4EcI.9BxE28SagXum1j4Q"/>
</p:tagLst>
</file>

<file path=ppt/tags/tag162.xml><?xml version="1.0" encoding="utf-8"?>
<p:tagLst xmlns:p="http://schemas.openxmlformats.org/presentationml/2006/main">
  <p:tag name="THINKCELLSHAPEDONOTDELETE" val="p5OzRMG..YE2WjpiB6CKVLQ"/>
</p:tagLst>
</file>

<file path=ppt/tags/tag163.xml><?xml version="1.0" encoding="utf-8"?>
<p:tagLst xmlns:p="http://schemas.openxmlformats.org/presentationml/2006/main">
  <p:tag name="THINKCELLSHAPEDONOTDELETE" val="pJzzX0Jfb70Ks8HITEHL.kA"/>
</p:tagLst>
</file>

<file path=ppt/tags/tag164.xml><?xml version="1.0" encoding="utf-8"?>
<p:tagLst xmlns:p="http://schemas.openxmlformats.org/presentationml/2006/main">
  <p:tag name="THINKCELLSHAPEDONOTDELETE" val="pZfnE4Yq9aUWgr5v5nsRTig"/>
</p:tagLst>
</file>

<file path=ppt/tags/tag165.xml><?xml version="1.0" encoding="utf-8"?>
<p:tagLst xmlns:p="http://schemas.openxmlformats.org/presentationml/2006/main">
  <p:tag name="THINKCELLSHAPEDONOTDELETE" val="pP6NJShH_UUW1wJfS_SMHtQ"/>
</p:tagLst>
</file>

<file path=ppt/tags/tag166.xml><?xml version="1.0" encoding="utf-8"?>
<p:tagLst xmlns:p="http://schemas.openxmlformats.org/presentationml/2006/main">
  <p:tag name="THINKCELLSHAPEDONOTDELETE" val="p9BHaswhKakO8FNYpJyCqTA"/>
</p:tagLst>
</file>

<file path=ppt/tags/tag167.xml><?xml version="1.0" encoding="utf-8"?>
<p:tagLst xmlns:p="http://schemas.openxmlformats.org/presentationml/2006/main">
  <p:tag name="THINKCELLSHAPEDONOTDELETE" val="pMI_Xdq9vJ0KVWQp4MfWSDw"/>
</p:tagLst>
</file>

<file path=ppt/tags/tag168.xml><?xml version="1.0" encoding="utf-8"?>
<p:tagLst xmlns:p="http://schemas.openxmlformats.org/presentationml/2006/main">
  <p:tag name="THINKCELLSHAPEDONOTDELETE" val="pZ4EcI.9BxE28SagXum1j4Q"/>
</p:tagLst>
</file>

<file path=ppt/tags/tag169.xml><?xml version="1.0" encoding="utf-8"?>
<p:tagLst xmlns:p="http://schemas.openxmlformats.org/presentationml/2006/main">
  <p:tag name="THINKCELLSHAPEDONOTDELETE" val="prp.6df5y1k.syAImDJf.bA"/>
</p:tagLst>
</file>

<file path=ppt/tags/tag170.xml><?xml version="1.0" encoding="utf-8"?>
<p:tagLst xmlns:p="http://schemas.openxmlformats.org/presentationml/2006/main">
  <p:tag name="THINKCELLSHAPEDONOTDELETE" val="pNdn5JLysDk21GtwF6Uz3BQ"/>
</p:tagLst>
</file>

<file path=ppt/tags/tag171.xml><?xml version="1.0" encoding="utf-8"?>
<p:tagLst xmlns:p="http://schemas.openxmlformats.org/presentationml/2006/main">
  <p:tag name="THINKCELLSHAPEDONOTDELETE" val="pm0989io7mUmQgrN.oINM9g"/>
</p:tagLst>
</file>

<file path=ppt/tags/tag172.xml><?xml version="1.0" encoding="utf-8"?>
<p:tagLst xmlns:p="http://schemas.openxmlformats.org/presentationml/2006/main">
  <p:tag name="THINKCELLSHAPEDONOTDELETE" val="p7ntWD.HxbEyyTk05uFBJ0A"/>
</p:tagLst>
</file>

<file path=ppt/tags/tag173.xml><?xml version="1.0" encoding="utf-8"?>
<p:tagLst xmlns:p="http://schemas.openxmlformats.org/presentationml/2006/main">
  <p:tag name="THINKCELLSHAPEDONOTDELETE" val="pb1gVeHAsV06DdGvxDbDo.A"/>
</p:tagLst>
</file>

<file path=ppt/tags/tag174.xml><?xml version="1.0" encoding="utf-8"?>
<p:tagLst xmlns:p="http://schemas.openxmlformats.org/presentationml/2006/main">
  <p:tag name="THINKCELLSHAPEDONOTDELETE" val="pQFGHhd_ELU.6R1OfCci3kQ"/>
</p:tagLst>
</file>

<file path=ppt/tags/tag175.xml><?xml version="1.0" encoding="utf-8"?>
<p:tagLst xmlns:p="http://schemas.openxmlformats.org/presentationml/2006/main">
  <p:tag name="THINKCELLSHAPEDONOTDELETE" val="pQFGHhd_ELU.6R1OfCci3kQ"/>
</p:tagLst>
</file>

<file path=ppt/tags/tag176.xml><?xml version="1.0" encoding="utf-8"?>
<p:tagLst xmlns:p="http://schemas.openxmlformats.org/presentationml/2006/main">
  <p:tag name="THINKCELLSHAPEDONOTDELETE" val="pQFGHhd_ELU.6R1OfCci3kQ"/>
</p:tagLst>
</file>

<file path=ppt/tags/tag177.xml><?xml version="1.0" encoding="utf-8"?>
<p:tagLst xmlns:p="http://schemas.openxmlformats.org/presentationml/2006/main">
  <p:tag name="THINKCELLSHAPEDONOTDELETE" val="pQFGHhd_ELU.6R1OfCci3kQ"/>
</p:tagLst>
</file>

<file path=ppt/tags/tag178.xml><?xml version="1.0" encoding="utf-8"?>
<p:tagLst xmlns:p="http://schemas.openxmlformats.org/presentationml/2006/main">
  <p:tag name="THINKCELLSHAPEDONOTDELETE" val="pNMsZcJeFPUuMKeh2w9WZjw"/>
</p:tagLst>
</file>

<file path=ppt/tags/tag179.xml><?xml version="1.0" encoding="utf-8"?>
<p:tagLst xmlns:p="http://schemas.openxmlformats.org/presentationml/2006/main">
  <p:tag name="THINKCELLSHAPEDONOTDELETE" val="ps3nSEUJzoU.0sjgehQ7m3Q"/>
</p:tagLst>
</file>

<file path=ppt/tags/tag180.xml><?xml version="1.0" encoding="utf-8"?>
<p:tagLst xmlns:p="http://schemas.openxmlformats.org/presentationml/2006/main">
  <p:tag name="THINKCELLSHAPEDONOTDELETE" val="p94jyEuv1s0CtzFTOBxIMEg"/>
</p:tagLst>
</file>

<file path=ppt/tags/tag181.xml><?xml version="1.0" encoding="utf-8"?>
<p:tagLst xmlns:p="http://schemas.openxmlformats.org/presentationml/2006/main">
  <p:tag name="THINKCELLSHAPEDONOTDELETE" val="pWHbXJib_IkyKRj8UqDBC7g"/>
</p:tagLst>
</file>

<file path=ppt/tags/tag182.xml><?xml version="1.0" encoding="utf-8"?>
<p:tagLst xmlns:p="http://schemas.openxmlformats.org/presentationml/2006/main">
  <p:tag name="THINKCELLSHAPEDONOTDELETE" val="p85iiXAUS4kGNG0.gROYRNQ"/>
</p:tagLst>
</file>

<file path=ppt/tags/tag183.xml><?xml version="1.0" encoding="utf-8"?>
<p:tagLst xmlns:p="http://schemas.openxmlformats.org/presentationml/2006/main">
  <p:tag name="THINKCELLSHAPEDONOTDELETE" val="peIYntd.6O0GrcMo4Gf9Ifg"/>
</p:tagLst>
</file>

<file path=ppt/tags/tag184.xml><?xml version="1.0" encoding="utf-8"?>
<p:tagLst xmlns:p="http://schemas.openxmlformats.org/presentationml/2006/main">
  <p:tag name="THINKCELLSHAPEDONOTDELETE" val="p6MJoUmXEh0SQ7Axum5aGAw"/>
</p:tagLst>
</file>

<file path=ppt/tags/tag185.xml><?xml version="1.0" encoding="utf-8"?>
<p:tagLst xmlns:p="http://schemas.openxmlformats.org/presentationml/2006/main">
  <p:tag name="THINKCELLSHAPEDONOTDELETE" val="plHQn7j1U70SqJcN7HpoM1w"/>
</p:tagLst>
</file>

<file path=ppt/tags/tag186.xml><?xml version="1.0" encoding="utf-8"?>
<p:tagLst xmlns:p="http://schemas.openxmlformats.org/presentationml/2006/main">
  <p:tag name="THINKCELLSHAPEDONOTDELETE" val="p8gKOSQBYoUeuCGNd.OIaVw"/>
</p:tagLst>
</file>

<file path=ppt/tags/tag187.xml><?xml version="1.0" encoding="utf-8"?>
<p:tagLst xmlns:p="http://schemas.openxmlformats.org/presentationml/2006/main">
  <p:tag name="THINKCELLSHAPEDONOTDELETE" val="pEILQSAFeYEmB5idQ9M1uYQ"/>
</p:tagLst>
</file>

<file path=ppt/tags/tag188.xml><?xml version="1.0" encoding="utf-8"?>
<p:tagLst xmlns:p="http://schemas.openxmlformats.org/presentationml/2006/main">
  <p:tag name="THINKCELLSHAPEDONOTDELETE" val="pscoqKN87XU.41Y0VsMSEog"/>
</p:tagLst>
</file>

<file path=ppt/tags/tag189.xml><?xml version="1.0" encoding="utf-8"?>
<p:tagLst xmlns:p="http://schemas.openxmlformats.org/presentationml/2006/main">
  <p:tag name="THINKCELLSHAPEDONOTDELETE" val="pvWxiHG2JcEyVvpmfI3Z1oQ"/>
</p:tagLst>
</file>

<file path=ppt/tags/tag190.xml><?xml version="1.0" encoding="utf-8"?>
<p:tagLst xmlns:p="http://schemas.openxmlformats.org/presentationml/2006/main">
  <p:tag name="TYPE" val="McK Moon"/>
  <p:tag name="NAME" val="Moon"/>
  <p:tag name="THINKCELLSHAPEDONOTDELETE" val="p53sMWDFUe065Bs7kjFg1fg"/>
</p:tagLst>
</file>

<file path=ppt/tags/tag191.xml><?xml version="1.0" encoding="utf-8"?>
<p:tagLst xmlns:p="http://schemas.openxmlformats.org/presentationml/2006/main">
  <p:tag name="NAME" val="MoonShape"/>
  <p:tag name="ANGLE" val="5"/>
</p:tagLst>
</file>

<file path=ppt/tags/tag192.xml><?xml version="1.0" encoding="utf-8"?>
<p:tagLst xmlns:p="http://schemas.openxmlformats.org/presentationml/2006/main">
  <p:tag name="NAME" val="MoonHalfShape"/>
  <p:tag name="ANGLE" val="2"/>
</p:tagLst>
</file>

<file path=ppt/tags/tag193.xml><?xml version="1.0" encoding="utf-8"?>
<p:tagLst xmlns:p="http://schemas.openxmlformats.org/presentationml/2006/main">
  <p:tag name="TYPE" val="McK Moon"/>
  <p:tag name="NAME" val="Moon"/>
  <p:tag name="THINKCELLSHAPEDONOTDELETE" val="pmbwDW_4z6EO6PX3NPUhwvA"/>
</p:tagLst>
</file>

<file path=ppt/tags/tag194.xml><?xml version="1.0" encoding="utf-8"?>
<p:tagLst xmlns:p="http://schemas.openxmlformats.org/presentationml/2006/main">
  <p:tag name="NAME" val="MoonShape"/>
  <p:tag name="ANGLE" val="1"/>
</p:tagLst>
</file>

<file path=ppt/tags/tag195.xml><?xml version="1.0" encoding="utf-8"?>
<p:tagLst xmlns:p="http://schemas.openxmlformats.org/presentationml/2006/main">
  <p:tag name="NAME" val="MoonHalfShape"/>
  <p:tag name="ANGLE" val="2"/>
</p:tagLst>
</file>

<file path=ppt/tags/tag196.xml><?xml version="1.0" encoding="utf-8"?>
<p:tagLst xmlns:p="http://schemas.openxmlformats.org/presentationml/2006/main">
  <p:tag name="THINKCELLSHAPEDONOTDELETE" val="pG8CqUNBHnkuJTEZRxASjIQ"/>
</p:tagLst>
</file>

<file path=ppt/tags/tag197.xml><?xml version="1.0" encoding="utf-8"?>
<p:tagLst xmlns:p="http://schemas.openxmlformats.org/presentationml/2006/main">
  <p:tag name="THINKCELLSHAPEDONOTDELETE" val="pG8lxEQn9VUWophzvNw4j_g"/>
</p:tagLst>
</file>

<file path=ppt/tags/tag198.xml><?xml version="1.0" encoding="utf-8"?>
<p:tagLst xmlns:p="http://schemas.openxmlformats.org/presentationml/2006/main">
  <p:tag name="THINKCELLSHAPEDONOTDELETE" val="ppbkkLH6qtUicX5ykNKyWcQ"/>
</p:tagLst>
</file>

<file path=ppt/tags/tag199.xml><?xml version="1.0" encoding="utf-8"?>
<p:tagLst xmlns:p="http://schemas.openxmlformats.org/presentationml/2006/main">
  <p:tag name="THINKCELLSHAPEDONOTDELETE" val="pvoUkkcX7LUCK0o_NuQd6Wg"/>
</p:tagLst>
</file>

<file path=ppt/tags/tag200.xml><?xml version="1.0" encoding="utf-8"?>
<p:tagLst xmlns:p="http://schemas.openxmlformats.org/presentationml/2006/main">
  <p:tag name="THINKCELLSHAPEDONOTDELETE" val="pWT5hY8Pyh0iH_85yyS2h3Q"/>
</p:tagLst>
</file>

<file path=ppt/tags/tag201.xml><?xml version="1.0" encoding="utf-8"?>
<p:tagLst xmlns:p="http://schemas.openxmlformats.org/presentationml/2006/main">
  <p:tag name="THINKCELLSHAPEDONOTDELETE" val="pd3VN3om0lUaoOzBWKJjQhA"/>
</p:tagLst>
</file>

<file path=ppt/tags/tag202.xml><?xml version="1.0" encoding="utf-8"?>
<p:tagLst xmlns:p="http://schemas.openxmlformats.org/presentationml/2006/main">
  <p:tag name="THINKCELLSHAPEDONOTDELETE" val="p4E6Mguw0ckacrn3V.Oy6_w"/>
</p:tagLst>
</file>

<file path=ppt/tags/tag203.xml><?xml version="1.0" encoding="utf-8"?>
<p:tagLst xmlns:p="http://schemas.openxmlformats.org/presentationml/2006/main">
  <p:tag name="THINKCELLSHAPEDONOTDELETE" val="pruUQYtNupk.1VnD8aXxWEg"/>
</p:tagLst>
</file>

<file path=ppt/tags/tag204.xml><?xml version="1.0" encoding="utf-8"?>
<p:tagLst xmlns:p="http://schemas.openxmlformats.org/presentationml/2006/main">
  <p:tag name="THINKCELLSHAPEDONOTDELETE" val="pet3vbO7NFkOpF9Oy4U090Q"/>
</p:tagLst>
</file>

<file path=ppt/tags/tag205.xml><?xml version="1.0" encoding="utf-8"?>
<p:tagLst xmlns:p="http://schemas.openxmlformats.org/presentationml/2006/main">
  <p:tag name="THINKCELLSHAPEDONOTDELETE" val="ppDXMGl5yB0GxG4tY9s4Khg"/>
</p:tagLst>
</file>

<file path=ppt/tags/tag206.xml><?xml version="1.0" encoding="utf-8"?>
<p:tagLst xmlns:p="http://schemas.openxmlformats.org/presentationml/2006/main">
  <p:tag name="THINKCELLSHAPEDONOTDELETE" val="pcZ9NZoj5WU6m.sl9eBJBfQ"/>
</p:tagLst>
</file>

<file path=ppt/tags/tag207.xml><?xml version="1.0" encoding="utf-8"?>
<p:tagLst xmlns:p="http://schemas.openxmlformats.org/presentationml/2006/main">
  <p:tag name="THINKCELLSHAPEDONOTDELETE" val="pCt2Huc1ivEq_K5vhfS5Rtg"/>
</p:tagLst>
</file>

<file path=ppt/tags/tag208.xml><?xml version="1.0" encoding="utf-8"?>
<p:tagLst xmlns:p="http://schemas.openxmlformats.org/presentationml/2006/main">
  <p:tag name="THINKCELLSHAPEDONOTDELETE" val="pXowK9xO_yESAQBoRQyjBHw"/>
</p:tagLst>
</file>

<file path=ppt/tags/tag209.xml><?xml version="1.0" encoding="utf-8"?>
<p:tagLst xmlns:p="http://schemas.openxmlformats.org/presentationml/2006/main">
  <p:tag name="THINKCELLSHAPEDONOTDELETE" val="pklVe3atr0UOKQP5PQ1DYHg"/>
</p:tagLst>
</file>

<file path=ppt/tags/tag210.xml><?xml version="1.0" encoding="utf-8"?>
<p:tagLst xmlns:p="http://schemas.openxmlformats.org/presentationml/2006/main">
  <p:tag name="THINKCELLSHAPEDONOTDELETE" val="pDdfTku61Q0uWy4HpguQblw"/>
</p:tagLst>
</file>

<file path=ppt/tags/tag211.xml><?xml version="1.0" encoding="utf-8"?>
<p:tagLst xmlns:p="http://schemas.openxmlformats.org/presentationml/2006/main">
  <p:tag name="THINKCELLSHAPEDONOTDELETE" val="pXCnGWhLB6UyiL3hA.f4Gpg"/>
</p:tagLst>
</file>

<file path=ppt/tags/tag212.xml><?xml version="1.0" encoding="utf-8"?>
<p:tagLst xmlns:p="http://schemas.openxmlformats.org/presentationml/2006/main">
  <p:tag name="THINKCELLSHAPEDONOTDELETE" val="pZtFGmpuD90KWF8.Ipiu0zQ"/>
</p:tagLst>
</file>

<file path=ppt/tags/tag213.xml><?xml version="1.0" encoding="utf-8"?>
<p:tagLst xmlns:p="http://schemas.openxmlformats.org/presentationml/2006/main">
  <p:tag name="THINKCELLSHAPEDONOTDELETE" val="pjOo9zEh7gke9P3rLYOgfxQ"/>
</p:tagLst>
</file>

<file path=ppt/tags/tag214.xml><?xml version="1.0" encoding="utf-8"?>
<p:tagLst xmlns:p="http://schemas.openxmlformats.org/presentationml/2006/main">
  <p:tag name="THINKCELLSHAPEDONOTDELETE" val="p_LnXYMiK8EWROAffh2Xb7g"/>
</p:tagLst>
</file>

<file path=ppt/tags/tag215.xml><?xml version="1.0" encoding="utf-8"?>
<p:tagLst xmlns:p="http://schemas.openxmlformats.org/presentationml/2006/main">
  <p:tag name="THINKCELLSHAPEDONOTDELETE" val="pR1R_KMaeBUq5C6Hr5vyO8A"/>
</p:tagLst>
</file>

<file path=ppt/tags/tag216.xml><?xml version="1.0" encoding="utf-8"?>
<p:tagLst xmlns:p="http://schemas.openxmlformats.org/presentationml/2006/main">
  <p:tag name="THINKCELLSHAPEDONOTDELETE" val="pO3SMFHus9U2DvFlfl.MzQw"/>
</p:tagLst>
</file>

<file path=ppt/tags/tag217.xml><?xml version="1.0" encoding="utf-8"?>
<p:tagLst xmlns:p="http://schemas.openxmlformats.org/presentationml/2006/main">
  <p:tag name="THINKCELLSHAPEDONOTDELETE" val="pf0.Oa5TyhkScOG4si7T66g"/>
</p:tagLst>
</file>

<file path=ppt/tags/tag218.xml><?xml version="1.0" encoding="utf-8"?>
<p:tagLst xmlns:p="http://schemas.openxmlformats.org/presentationml/2006/main">
  <p:tag name="THINKCELLSHAPEDONOTDELETE" val="pzn6TrUjoIEeAfxTzoMRHXg"/>
</p:tagLst>
</file>

<file path=ppt/tags/tag219.xml><?xml version="1.0" encoding="utf-8"?>
<p:tagLst xmlns:p="http://schemas.openxmlformats.org/presentationml/2006/main">
  <p:tag name="THINKCELLSHAPEDONOTDELETE" val="pR3IviP1ivES5SZE5EgRJJg"/>
</p:tagLst>
</file>

<file path=ppt/tags/tag220.xml><?xml version="1.0" encoding="utf-8"?>
<p:tagLst xmlns:p="http://schemas.openxmlformats.org/presentationml/2006/main">
  <p:tag name="THINKCELLSHAPEDONOTDELETE" val="pEkTi4Gt65EaAsPUGRuXrog"/>
</p:tagLst>
</file>

<file path=ppt/tags/tag221.xml><?xml version="1.0" encoding="utf-8"?>
<p:tagLst xmlns:p="http://schemas.openxmlformats.org/presentationml/2006/main">
  <p:tag name="THINKCELLSHAPEDONOTDELETE" val="p9CqSg8cECEyNDztSCHMB5g"/>
</p:tagLst>
</file>

<file path=ppt/tags/tag222.xml><?xml version="1.0" encoding="utf-8"?>
<p:tagLst xmlns:p="http://schemas.openxmlformats.org/presentationml/2006/main">
  <p:tag name="THINKCELLSHAPEDONOTDELETE" val="pUOWuvV7ELUyEPSXdSnT.BA"/>
</p:tagLst>
</file>

<file path=ppt/tags/tag223.xml><?xml version="1.0" encoding="utf-8"?>
<p:tagLst xmlns:p="http://schemas.openxmlformats.org/presentationml/2006/main">
  <p:tag name="THINKCELLSHAPEDONOTDELETE" val="pYuCJpbXRL0.f_CRNHVflcg"/>
</p:tagLst>
</file>

<file path=ppt/tags/tag224.xml><?xml version="1.0" encoding="utf-8"?>
<p:tagLst xmlns:p="http://schemas.openxmlformats.org/presentationml/2006/main">
  <p:tag name="TYPE" val="McK Moon"/>
  <p:tag name="NAME" val="Moon"/>
  <p:tag name="THINKCELLSHAPEDONOTDELETE" val="pK8WAkKzGM0CJTOiEKyrQfg"/>
</p:tagLst>
</file>

<file path=ppt/tags/tag225.xml><?xml version="1.0" encoding="utf-8"?>
<p:tagLst xmlns:p="http://schemas.openxmlformats.org/presentationml/2006/main">
  <p:tag name="NAME" val="MoonShape"/>
  <p:tag name="ANGLE" val="5"/>
</p:tagLst>
</file>

<file path=ppt/tags/tag226.xml><?xml version="1.0" encoding="utf-8"?>
<p:tagLst xmlns:p="http://schemas.openxmlformats.org/presentationml/2006/main">
  <p:tag name="NAME" val="MoonHalfShape"/>
  <p:tag name="ANGLE" val="2"/>
</p:tagLst>
</file>

<file path=ppt/tags/tag227.xml><?xml version="1.0" encoding="utf-8"?>
<p:tagLst xmlns:p="http://schemas.openxmlformats.org/presentationml/2006/main">
  <p:tag name="THINKCELLSHAPEDONOTDELETE" val="pUKet.pbe.UGlMW1ymst_8A"/>
</p:tagLst>
</file>

<file path=ppt/tags/tag228.xml><?xml version="1.0" encoding="utf-8"?>
<p:tagLst xmlns:p="http://schemas.openxmlformats.org/presentationml/2006/main">
  <p:tag name="THINKCELLSHAPEDONOTDELETE" val="pJs9uViyv40.o_Vunz1k9xw"/>
</p:tagLst>
</file>

<file path=ppt/tags/tag229.xml><?xml version="1.0" encoding="utf-8"?>
<p:tagLst xmlns:p="http://schemas.openxmlformats.org/presentationml/2006/main">
  <p:tag name="THINKCELLSHAPEDONOTDELETE" val="pAexv_RJu0k.woFaN3fy6yQ"/>
</p:tagLst>
</file>

<file path=ppt/tags/tag230.xml><?xml version="1.0" encoding="utf-8"?>
<p:tagLst xmlns:p="http://schemas.openxmlformats.org/presentationml/2006/main">
  <p:tag name="THINKCELLSHAPEDONOTDELETE" val="p5s5IK5oldE.bbtAKydDkqA"/>
</p:tagLst>
</file>

<file path=ppt/tags/tag231.xml><?xml version="1.0" encoding="utf-8"?>
<p:tagLst xmlns:p="http://schemas.openxmlformats.org/presentationml/2006/main">
  <p:tag name="THINKCELLSHAPEDONOTDELETE" val="pquEYzgcRiUmMnS76Av.DUw"/>
</p:tagLst>
</file>

<file path=ppt/tags/tag232.xml><?xml version="1.0" encoding="utf-8"?>
<p:tagLst xmlns:p="http://schemas.openxmlformats.org/presentationml/2006/main">
  <p:tag name="THINKCELLSHAPEDONOTDELETE" val="pI_n1C6rL9E.CQ9a3qWDKBQ"/>
</p:tagLst>
</file>

<file path=ppt/tags/tag233.xml><?xml version="1.0" encoding="utf-8"?>
<p:tagLst xmlns:p="http://schemas.openxmlformats.org/presentationml/2006/main">
  <p:tag name="THINKCELLSHAPEDONOTDELETE" val="p5R0gr7FgR0CkLQtZytpi9g"/>
</p:tagLst>
</file>

<file path=ppt/tags/tag234.xml><?xml version="1.0" encoding="utf-8"?>
<p:tagLst xmlns:p="http://schemas.openxmlformats.org/presentationml/2006/main">
  <p:tag name="THINKCELLSHAPEDONOTDELETE" val="pFwWkJlIl_0WTxE_BgDF.8g"/>
</p:tagLst>
</file>

<file path=ppt/tags/tag235.xml><?xml version="1.0" encoding="utf-8"?>
<p:tagLst xmlns:p="http://schemas.openxmlformats.org/presentationml/2006/main">
  <p:tag name="THINKCELLSHAPEDONOTDELETE" val="p4iwkZ3od10.OJjfTrCrhdA"/>
</p:tagLst>
</file>

<file path=ppt/tags/tag236.xml><?xml version="1.0" encoding="utf-8"?>
<p:tagLst xmlns:p="http://schemas.openxmlformats.org/presentationml/2006/main">
  <p:tag name="THINKCELLSHAPEDONOTDELETE" val="prRSnWatGEUmrDSJG367UJw"/>
</p:tagLst>
</file>

<file path=ppt/tags/tag237.xml><?xml version="1.0" encoding="utf-8"?>
<p:tagLst xmlns:p="http://schemas.openxmlformats.org/presentationml/2006/main">
  <p:tag name="THINKCELLSHAPEDONOTDELETE" val="p0LGsgDfYLUmz8OuqPDIihw"/>
</p:tagLst>
</file>

<file path=ppt/tags/tag238.xml><?xml version="1.0" encoding="utf-8"?>
<p:tagLst xmlns:p="http://schemas.openxmlformats.org/presentationml/2006/main">
  <p:tag name="THINKCELLSHAPEDONOTDELETE" val="pl82jyKmf7U68fTFp5jmQTw"/>
</p:tagLst>
</file>

<file path=ppt/tags/tag239.xml><?xml version="1.0" encoding="utf-8"?>
<p:tagLst xmlns:p="http://schemas.openxmlformats.org/presentationml/2006/main">
  <p:tag name="THINKCELLSHAPEDONOTDELETE" val="pr5jm5hQqZU6zueBnr2VboQ"/>
</p:tagLst>
</file>

<file path=ppt/tags/tag240.xml><?xml version="1.0" encoding="utf-8"?>
<p:tagLst xmlns:p="http://schemas.openxmlformats.org/presentationml/2006/main">
  <p:tag name="THINKCELLSHAPEDONOTDELETE" val="pby0Mkzy88EunDg9MmWp3wQ"/>
</p:tagLst>
</file>

<file path=ppt/tags/tag241.xml><?xml version="1.0" encoding="utf-8"?>
<p:tagLst xmlns:p="http://schemas.openxmlformats.org/presentationml/2006/main">
  <p:tag name="THINKCELLSHAPEDONOTDELETE" val="pby0Mkzy88EunDg9MmWp3wQ"/>
</p:tagLst>
</file>

<file path=ppt/tags/tag242.xml><?xml version="1.0" encoding="utf-8"?>
<p:tagLst xmlns:p="http://schemas.openxmlformats.org/presentationml/2006/main">
  <p:tag name="THINKCELLSHAPEDONOTDELETE" val="pby0Mkzy88EunDg9MmWp3wQ"/>
</p:tagLst>
</file>

<file path=ppt/tags/tag243.xml><?xml version="1.0" encoding="utf-8"?>
<p:tagLst xmlns:p="http://schemas.openxmlformats.org/presentationml/2006/main">
  <p:tag name="THINKCELLSHAPEDONOTDELETE" val="pby0Mkzy88EunDg9MmWp3wQ"/>
</p:tagLst>
</file>

<file path=ppt/tags/tag244.xml><?xml version="1.0" encoding="utf-8"?>
<p:tagLst xmlns:p="http://schemas.openxmlformats.org/presentationml/2006/main">
  <p:tag name="THINKCELLSHAPEDONOTDELETE" val="pby0Mkzy88EunDg9MmWp3wQ"/>
</p:tagLst>
</file>

<file path=ppt/tags/tag245.xml><?xml version="1.0" encoding="utf-8"?>
<p:tagLst xmlns:p="http://schemas.openxmlformats.org/presentationml/2006/main">
  <p:tag name="THINKCELLSHAPEDONOTDELETE" val="pby0Mkzy88EunDg9MmWp3wQ"/>
</p:tagLst>
</file>

<file path=ppt/tags/tag246.xml><?xml version="1.0" encoding="utf-8"?>
<p:tagLst xmlns:p="http://schemas.openxmlformats.org/presentationml/2006/main">
  <p:tag name="THINKCELLSHAPEDONOTDELETE" val="pby0Mkzy88EunDg9MmWp3wQ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A79E99"/>
      </a:lt2>
      <a:accent1>
        <a:srgbClr val="D0A660"/>
      </a:accent1>
      <a:accent2>
        <a:srgbClr val="A79E99"/>
      </a:accent2>
      <a:accent3>
        <a:srgbClr val="FFFFFF"/>
      </a:accent3>
      <a:accent4>
        <a:srgbClr val="000000"/>
      </a:accent4>
      <a:accent5>
        <a:srgbClr val="E4D0B6"/>
      </a:accent5>
      <a:accent6>
        <a:srgbClr val="978F8A"/>
      </a:accent6>
      <a:hlink>
        <a:srgbClr val="F7F2D0"/>
      </a:hlink>
      <a:folHlink>
        <a:srgbClr val="7D0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>
          <a:outerShdw dist="35921" dir="2700000" algn="ctr" rotWithShape="0">
            <a:schemeClr val="folHlink"/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Tx/>
          <a:buFont typeface="Wingdings" panose="05000000000000000000" pitchFamily="2" charset="2"/>
          <a:buChar char="§"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>
          <a:outerShdw dist="35921" dir="2700000" algn="ctr" rotWithShape="0">
            <a:schemeClr val="folHlink"/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accent1"/>
          </a:buClr>
          <a:buSzTx/>
          <a:buFont typeface="Wingdings" panose="05000000000000000000" pitchFamily="2" charset="2"/>
          <a:buChar char="§"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《卓越绩效模式理解及实施》</Template>
  <TotalTime>0</TotalTime>
  <Words>5964</Words>
  <Application>WPS 演示</Application>
  <PresentationFormat>Custom</PresentationFormat>
  <Paragraphs>1513</Paragraphs>
  <Slides>23</Slides>
  <Notes>51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Impact</vt:lpstr>
      <vt:lpstr>Monotype Sorts</vt:lpstr>
      <vt:lpstr>Wingdings</vt:lpstr>
      <vt:lpstr>Times New Roman</vt:lpstr>
      <vt:lpstr>华文楷体</vt:lpstr>
      <vt:lpstr>华文中宋</vt:lpstr>
      <vt:lpstr>Verdana</vt:lpstr>
      <vt:lpstr>黑体</vt:lpstr>
      <vt:lpstr>Arial Unicode MS</vt:lpstr>
      <vt:lpstr>Arial</vt:lpstr>
      <vt:lpstr>楷体</vt:lpstr>
      <vt:lpstr>Optima</vt:lpstr>
      <vt:lpstr>Segoe Print</vt:lpstr>
      <vt:lpstr>PingFang SC</vt:lpstr>
      <vt:lpstr>Arial Narrow</vt:lpstr>
      <vt:lpstr>Default Design</vt:lpstr>
      <vt:lpstr>Visio.Drawing.11</vt:lpstr>
      <vt:lpstr>Excel.Sheet.8</vt:lpstr>
      <vt:lpstr>内容提纲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针对现有流程（L3-4）关键环节进行现状分析</vt:lpstr>
      <vt:lpstr>PowerPoint 演示文稿</vt:lpstr>
      <vt:lpstr>从财务维度评估并提出改进点</vt:lpstr>
      <vt:lpstr>案例：对关键流程的每个环节做了PTP问题分析，并找出潜在的改进机会点 ━ 客户服务环节</vt:lpstr>
      <vt:lpstr>如何发现业务流程中的问题（5W1H）</vt:lpstr>
      <vt:lpstr>通过优化流程来降低业务活动的成本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第五级流程图详细说明示例</vt:lpstr>
      <vt:lpstr>PowerPoint 演示文稿</vt:lpstr>
      <vt:lpstr>建立流程体系框架并导入科学的流程管理机制</vt:lpstr>
      <vt:lpstr>APQC(Process Classification Framework)  通用流程框架 – 可以为流程设计做参考</vt:lpstr>
      <vt:lpstr>APQC-PCF 流程框架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内容提纲</dc:title>
  <dc:creator>Yu, Hailan SCHINA-ITD/RH</dc:creator>
  <cp:lastModifiedBy>于海澜Henry</cp:lastModifiedBy>
  <cp:revision>185</cp:revision>
  <dcterms:created xsi:type="dcterms:W3CDTF">2021-05-14T01:15:00Z</dcterms:created>
  <dcterms:modified xsi:type="dcterms:W3CDTF">2026-05-02T08:40:25Z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4FBB88D796CF46BC8C5F07076F419D70_13</vt:lpwstr>
  </property>
  <property fmtid="{D5CDD505-2E9C-101B-9397-08002B2CF9AE}" pid="3" name="KSOProductBuildVer">
    <vt:lpwstr>2052-12.1.0.25865</vt:lpwstr>
  </property>
</Properties>
</file>